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88" r:id="rId5"/>
    <p:sldMasterId id="2147483910" r:id="rId6"/>
  </p:sldMasterIdLst>
  <p:notesMasterIdLst>
    <p:notesMasterId r:id="rId16"/>
  </p:notesMasterIdLst>
  <p:sldIdLst>
    <p:sldId id="259" r:id="rId7"/>
    <p:sldId id="256" r:id="rId8"/>
    <p:sldId id="260" r:id="rId9"/>
    <p:sldId id="267" r:id="rId10"/>
    <p:sldId id="270" r:id="rId11"/>
    <p:sldId id="271" r:id="rId12"/>
    <p:sldId id="268" r:id="rId13"/>
    <p:sldId id="269" r:id="rId14"/>
    <p:sldId id="272" r:id="rId1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622713-DE3C-2291-33AD-9606D431E81F}" name="Capota, C.G. (Codrin - George)" initials="CG" userId="S::codrin-george.capota@ing.com::be8c5737-473b-4cb0-9209-18a759df8ce5" providerId="AD"/>
  <p188:author id="{F115F642-C55B-9596-504F-D38A3A9A9790}" name="Ilahibaks, F.A.R. (Fayyaz)" initials="IF" userId="S::fayyaz.ilahibaks@ing.com::4a79f18f-17ed-4695-b1f0-b1a271ceb709" providerId="AD"/>
  <p188:author id="{5C313146-3239-47A8-65C4-EC79D855E6A2}" name="Selman, H. (Hary)" initials="HS" userId="S::hary.selman@ing.com::78aab55a-f1d4-42e7-963f-9517116612eb" providerId="AD"/>
  <p188:author id="{94CF034F-CA85-6CE6-7F1D-526A4A0753F3}" name="Duma, A. (Adina)" initials="AD" userId="S::adina.duma@ing.com::330acda4-ffd9-47fd-be11-da147746dac0" providerId="AD"/>
  <p188:author id="{367C3456-470E-8516-07A6-5BE3B279B577}" name="Ranganath, S. (Suraj)" initials="RS" userId="S::suraj.ranganath@ing.com::11bd02d0-c115-4442-a350-0c35363f862c" providerId="AD"/>
  <p188:author id="{C5ED0257-FD25-A2EE-58FF-F33779958F76}" name="Kruijf - Muskee, M. van der (Mariska)" initials="Mv" userId="S::Mariska.van.der.Kruijf-Muskee@ing.com::fc0f8f79-78f6-45ea-9620-160439ccb1ed" providerId="AD"/>
  <p188:author id="{C5DC2D81-0376-2771-CDDB-8E68B148366A}" name="Trifanescu, A. (Andrei)" initials="TA" userId="S::andrei.trifanescu@ing.com::90fe7d1c-7a59-4dc2-95a3-4157ea431f43" providerId="AD"/>
  <p188:author id="{FD05A18B-F556-FC94-39A8-8A3412219574}" name="Maftei, I. (Iulia)" initials="MI(" userId="S::Iulia.Maftei@ing.com::5ea9c1be-b717-4849-beb9-8bde9300ed09" providerId="AD"/>
  <p188:author id="{E32399B5-09E6-78AE-FA10-69807FF3BB86}" name="Petrovskyi, S.O. (Svetko)" initials="SP" userId="S::Svetko.Petrovskyi@ing.com::2edfcdf1-6844-4a27-a4c4-67c81fb13677" providerId="AD"/>
  <p188:author id="{78294BED-80D2-89CE-5989-D0B5DDB35C10}" name="Stefan, A.N. (Andreea - Nicoleta)" initials="SA(N" userId="S::Andreea-Nicoleta.Stefan@ing.com::9d726d58-748c-4ee5-96a9-71964180869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D0FE"/>
    <a:srgbClr val="FBE6F5"/>
    <a:srgbClr val="4D0020"/>
    <a:srgbClr val="FF6200"/>
    <a:srgbClr val="7723FE"/>
    <a:srgbClr val="D40199"/>
    <a:srgbClr val="E802AB"/>
    <a:srgbClr val="89D6FD"/>
    <a:srgbClr val="FFE100"/>
    <a:srgbClr val="5251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73" autoAdjust="0"/>
    <p:restoredTop sz="94660"/>
  </p:normalViewPr>
  <p:slideViewPr>
    <p:cSldViewPr snapToGrid="0">
      <p:cViewPr varScale="1">
        <p:scale>
          <a:sx n="148" d="100"/>
          <a:sy n="148" d="100"/>
        </p:scale>
        <p:origin x="212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F94D5B-5920-418E-8C23-6594468E17CA}" type="datetimeFigureOut">
              <a:rPr lang="en-NL" smtClean="0"/>
              <a:t>07/30/2026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F99A6D-D87C-473E-8A8C-0F1BBE6D3C90}" type="slidenum">
              <a:rPr lang="en-NL" smtClean="0"/>
              <a:t>‹#›</a:t>
            </a:fld>
            <a:endParaRPr lang="en-NL"/>
          </a:p>
        </p:txBody>
      </p:sp>
    </p:spTree>
    <p:extLst>
      <p:ext uri="{BB962C8B-B14F-4D97-AF65-F5344CB8AC3E}">
        <p14:creationId xmlns:p14="http://schemas.microsoft.com/office/powerpoint/2010/main" val="2814217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CEE1D-CEF3-527D-D655-8FFA659DA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3A380-E30C-8E1E-FCF9-C865BBB91060}"/>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D94A26E1-BE6D-2671-AB10-5542727A21A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8E72042-A0B6-F52E-8972-6BBCB15F6B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F637AA-7861-43DF-9ED7-92781801957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7279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FDAAD-EB0D-2BAF-079F-151398E9C6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8DD9E-4FB4-2DEB-0C54-1C95B772F9CC}"/>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73728DD8-DA3C-ED91-AE4A-17779CAB143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106EB07-A110-81B4-1476-ED14AB9445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F637AA-7861-43DF-9ED7-92781801957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0894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F0827-3857-701B-E7CA-711CBDD906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BDFCF-8933-6F62-0851-814732E01B22}"/>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E6D57BCC-B289-1EAF-ADD7-2C43FD67F25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F3A8AA1-AC18-FD13-29C4-168CDCF03EE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F637AA-7861-43DF-9ED7-92781801957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8315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C987A-AC81-F70D-D199-4A270C8AA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AA9BD-02A7-670C-C6B0-FC015DB8FB4E}"/>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3D26AD3F-ABEE-AE0C-FBB1-C526D576DA6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680B9D9-348B-D1AC-AA52-3A2355BC92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F637AA-7861-43DF-9ED7-92781801957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260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4A821-F71F-E5EA-EADB-413DFF5B6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49D5B-445C-FF8B-3A84-81D657821274}"/>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F8D0C053-ED82-DB34-E57A-A3D2536B1FD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B033FF7-ADB1-EEDE-A683-8E480B717F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F637AA-7861-43DF-9ED7-92781801957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1827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BDDFF-153E-5C0E-3274-3E4CB8DC8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BEEF8-B829-7988-8885-FB70D7B38588}"/>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0DC487A2-CFDE-F5CC-955E-78042B34103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B0A0D79-4799-650B-9E49-7914099700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F637AA-7861-43DF-9ED7-92781801957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1310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709B-B103-A855-58F4-1C8896B792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51710-72D2-AC3A-1B2C-6A9029588671}"/>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2C53AF9D-4423-99E8-CDE4-D3896E9A385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9168C92-F677-D843-711F-4974094741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F637AA-7861-43DF-9ED7-92781801957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6721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B1E55-9E18-8EED-9430-8867C09EC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CE764-014A-CDF8-02CB-A82475AD3A5D}"/>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743A11EB-961E-3C38-379E-B922B696636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5D508C4-C316-BD51-33B8-AFF5A65FB1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F637AA-7861-43DF-9ED7-92781801957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53596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Layouts/_rels/slideLayout49.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sv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69.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20.emf"/><Relationship Id="rId4" Type="http://schemas.openxmlformats.org/officeDocument/2006/relationships/tags" Target="../tags/tag4.xml"/><Relationship Id="rId9" Type="http://schemas.openxmlformats.org/officeDocument/2006/relationships/oleObject" Target="../embeddings/oleObject1.bin"/></Relationships>
</file>

<file path=ppt/slideLayouts/_rels/slideLayout7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media/image20.emf"/><Relationship Id="rId4" Type="http://schemas.openxmlformats.org/officeDocument/2006/relationships/tags" Target="../tags/tag11.xml"/><Relationship Id="rId9" Type="http://schemas.openxmlformats.org/officeDocument/2006/relationships/oleObject" Target="../embeddings/oleObject2.bin"/></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7.svg"/><Relationship Id="rId7" Type="http://schemas.openxmlformats.org/officeDocument/2006/relationships/image" Target="../media/image22.svg"/><Relationship Id="rId2" Type="http://schemas.openxmlformats.org/officeDocument/2006/relationships/image" Target="../media/image6.svg"/><Relationship Id="rId1" Type="http://schemas.openxmlformats.org/officeDocument/2006/relationships/slideMaster" Target="../slideMasters/slideMaster1.xml"/><Relationship Id="rId6" Type="http://schemas.openxmlformats.org/officeDocument/2006/relationships/image" Target="../media/image21.svg"/><Relationship Id="rId5" Type="http://schemas.openxmlformats.org/officeDocument/2006/relationships/image" Target="../media/image9.svg"/><Relationship Id="rId4" Type="http://schemas.openxmlformats.org/officeDocument/2006/relationships/image" Target="../media/image8.svg"/><Relationship Id="rId9" Type="http://schemas.openxmlformats.org/officeDocument/2006/relationships/image" Target="../media/image5.png"/></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7.svg"/><Relationship Id="rId7" Type="http://schemas.openxmlformats.org/officeDocument/2006/relationships/image" Target="../media/image22.svg"/><Relationship Id="rId2" Type="http://schemas.openxmlformats.org/officeDocument/2006/relationships/image" Target="../media/image6.svg"/><Relationship Id="rId1" Type="http://schemas.openxmlformats.org/officeDocument/2006/relationships/slideMaster" Target="../slideMasters/slideMaster3.xml"/><Relationship Id="rId6" Type="http://schemas.openxmlformats.org/officeDocument/2006/relationships/image" Target="../media/image21.svg"/><Relationship Id="rId5" Type="http://schemas.openxmlformats.org/officeDocument/2006/relationships/image" Target="../media/image9.svg"/><Relationship Id="rId4" Type="http://schemas.openxmlformats.org/officeDocument/2006/relationships/image" Target="../media/image8.svg"/><Relationship Id="rId9" Type="http://schemas.openxmlformats.org/officeDocument/2006/relationships/image" Target="../media/image5.png"/></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2.png"/><Relationship Id="rId3" Type="http://schemas.openxmlformats.org/officeDocument/2006/relationships/hyperlink" Target="http://www.slideshare.net/ing" TargetMode="External"/><Relationship Id="rId7" Type="http://schemas.openxmlformats.org/officeDocument/2006/relationships/hyperlink" Target="http://www.linkedin.com/company/ing" TargetMode="External"/><Relationship Id="rId12" Type="http://schemas.openxmlformats.org/officeDocument/2006/relationships/hyperlink" Target="http://www.facebook.com/ING" TargetMode="External"/><Relationship Id="rId17" Type="http://schemas.openxmlformats.org/officeDocument/2006/relationships/hyperlink" Target="https://medium.com/ing-blog" TargetMode="External"/><Relationship Id="rId2" Type="http://schemas.openxmlformats.org/officeDocument/2006/relationships/image" Target="../media/image27.png"/><Relationship Id="rId16" Type="http://schemas.openxmlformats.org/officeDocument/2006/relationships/image" Target="../media/image34.png"/><Relationship Id="rId1" Type="http://schemas.openxmlformats.org/officeDocument/2006/relationships/slideMaster" Target="../slideMasters/slideMaster3.xml"/><Relationship Id="rId6" Type="http://schemas.openxmlformats.org/officeDocument/2006/relationships/image" Target="../media/image29.png"/><Relationship Id="rId11" Type="http://schemas.openxmlformats.org/officeDocument/2006/relationships/image" Target="../media/image31.png"/><Relationship Id="rId5" Type="http://schemas.openxmlformats.org/officeDocument/2006/relationships/image" Target="../media/image28.png"/><Relationship Id="rId15" Type="http://schemas.openxmlformats.org/officeDocument/2006/relationships/hyperlink" Target="http://www.ing.com/" TargetMode="External"/><Relationship Id="rId10" Type="http://schemas.openxmlformats.org/officeDocument/2006/relationships/hyperlink" Target="http://www.flickr.com/inggroup" TargetMode="External"/><Relationship Id="rId4" Type="http://schemas.openxmlformats.org/officeDocument/2006/relationships/hyperlink" Target="http://www.twitter.com/ING_news" TargetMode="External"/><Relationship Id="rId9" Type="http://schemas.openxmlformats.org/officeDocument/2006/relationships/hyperlink" Target="http://www.youtube.com/ING" TargetMode="External"/><Relationship Id="rId14" Type="http://schemas.openxmlformats.org/officeDocument/2006/relationships/image" Target="../media/image33.png"/></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Identifier">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C6C1D5-F6D9-54EA-F2C8-B97AB2E45F4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4" name="Rectangle 3">
            <a:extLst>
              <a:ext uri="{FF2B5EF4-FFF2-40B4-BE49-F238E27FC236}">
                <a16:creationId xmlns:a16="http://schemas.microsoft.com/office/drawing/2014/main" id="{B13BF4B8-5D46-AB62-4422-C9754992372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5" name="Rectangle 4">
            <a:extLst>
              <a:ext uri="{FF2B5EF4-FFF2-40B4-BE49-F238E27FC236}">
                <a16:creationId xmlns:a16="http://schemas.microsoft.com/office/drawing/2014/main" id="{CCBA41A5-D196-CE9E-66C5-D521AAD64A89}"/>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9" name="Rectangle 8">
            <a:extLst>
              <a:ext uri="{FF2B5EF4-FFF2-40B4-BE49-F238E27FC236}">
                <a16:creationId xmlns:a16="http://schemas.microsoft.com/office/drawing/2014/main" id="{15F991CF-6037-0EC3-F7B2-D870BD44AD14}"/>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8" name="Text Placeholder 17">
            <a:extLst>
              <a:ext uri="{FF2B5EF4-FFF2-40B4-BE49-F238E27FC236}">
                <a16:creationId xmlns:a16="http://schemas.microsoft.com/office/drawing/2014/main" id="{25F8064A-1485-8266-6186-50870EB7B081}"/>
              </a:ext>
            </a:extLst>
          </p:cNvPr>
          <p:cNvSpPr>
            <a:spLocks noGrp="1"/>
          </p:cNvSpPr>
          <p:nvPr>
            <p:ph type="body" sz="quarter" idx="10" hasCustomPrompt="1"/>
          </p:nvPr>
        </p:nvSpPr>
        <p:spPr>
          <a:xfrm>
            <a:off x="3449770" y="6246197"/>
            <a:ext cx="2551524" cy="365125"/>
          </a:xfrm>
        </p:spPr>
        <p:txBody>
          <a:bodyPr anchor="ctr"/>
          <a:lstStyle>
            <a:lvl1pPr algn="r">
              <a:defRPr b="1">
                <a:solidFill>
                  <a:schemeClr val="bg1"/>
                </a:solidFill>
              </a:defRPr>
            </a:lvl1pPr>
          </a:lstStyle>
          <a:p>
            <a:pPr lvl="0"/>
            <a:r>
              <a:rPr lang="en-GB"/>
              <a:t>Day Month Year</a:t>
            </a:r>
          </a:p>
        </p:txBody>
      </p:sp>
      <p:sp>
        <p:nvSpPr>
          <p:cNvPr id="19" name="Text Placeholder 17">
            <a:extLst>
              <a:ext uri="{FF2B5EF4-FFF2-40B4-BE49-F238E27FC236}">
                <a16:creationId xmlns:a16="http://schemas.microsoft.com/office/drawing/2014/main" id="{BDD23AF9-0BE3-7ECA-7B48-458324AFC826}"/>
              </a:ext>
            </a:extLst>
          </p:cNvPr>
          <p:cNvSpPr>
            <a:spLocks noGrp="1"/>
          </p:cNvSpPr>
          <p:nvPr>
            <p:ph type="body" sz="quarter" idx="11" hasCustomPrompt="1"/>
          </p:nvPr>
        </p:nvSpPr>
        <p:spPr>
          <a:xfrm>
            <a:off x="6190707" y="6246197"/>
            <a:ext cx="5525042" cy="365125"/>
          </a:xfrm>
        </p:spPr>
        <p:txBody>
          <a:bodyPr anchor="ctr"/>
          <a:lstStyle>
            <a:lvl1pPr algn="l">
              <a:defRPr b="1">
                <a:solidFill>
                  <a:schemeClr val="bg1"/>
                </a:solidFill>
              </a:defRPr>
            </a:lvl1pPr>
          </a:lstStyle>
          <a:p>
            <a:pPr lvl="0"/>
            <a:r>
              <a:rPr lang="en-GB"/>
              <a:t>Name / Department</a:t>
            </a:r>
          </a:p>
        </p:txBody>
      </p:sp>
      <p:sp>
        <p:nvSpPr>
          <p:cNvPr id="2" name="Title 1">
            <a:extLst>
              <a:ext uri="{FF2B5EF4-FFF2-40B4-BE49-F238E27FC236}">
                <a16:creationId xmlns:a16="http://schemas.microsoft.com/office/drawing/2014/main" id="{7B704C66-A991-C113-63EF-B718A3F1725A}"/>
              </a:ext>
            </a:extLst>
          </p:cNvPr>
          <p:cNvSpPr>
            <a:spLocks noGrp="1"/>
          </p:cNvSpPr>
          <p:nvPr>
            <p:ph type="ctrTitle" hasCustomPrompt="1"/>
          </p:nvPr>
        </p:nvSpPr>
        <p:spPr>
          <a:xfrm>
            <a:off x="386324" y="1958340"/>
            <a:ext cx="11419349" cy="2941320"/>
          </a:xfrm>
          <a:prstGeom prst="rect">
            <a:avLst/>
          </a:prstGeom>
        </p:spPr>
        <p:txBody>
          <a:bodyPr anchor="ctr" anchorCtr="0">
            <a:noAutofit/>
          </a:bodyPr>
          <a:lstStyle>
            <a:lvl1pPr algn="ctr">
              <a:defRPr sz="7200" b="0" i="0">
                <a:solidFill>
                  <a:schemeClr val="bg1"/>
                </a:solidFill>
                <a:latin typeface="ING display" panose="020B0603030508020203" pitchFamily="34" charset="77"/>
              </a:defRPr>
            </a:lvl1pPr>
          </a:lstStyle>
          <a:p>
            <a:r>
              <a:rPr lang="en-GB"/>
              <a:t>Name your presentation and a second line if you want</a:t>
            </a:r>
          </a:p>
        </p:txBody>
      </p:sp>
    </p:spTree>
    <p:extLst>
      <p:ext uri="{BB962C8B-B14F-4D97-AF65-F5344CB8AC3E}">
        <p14:creationId xmlns:p14="http://schemas.microsoft.com/office/powerpoint/2010/main" val="3900542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1 Logo">
    <p:bg>
      <p:bgPr>
        <a:solidFill>
          <a:schemeClr val="accent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339E4B-B2F4-E88F-652E-BEE5AA87549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6" name="Rectangle 5">
            <a:extLst>
              <a:ext uri="{FF2B5EF4-FFF2-40B4-BE49-F238E27FC236}">
                <a16:creationId xmlns:a16="http://schemas.microsoft.com/office/drawing/2014/main" id="{A884C44A-C4A1-4612-CBA6-8B60C7AD2677}"/>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5" name="Text Placeholder 17">
            <a:extLst>
              <a:ext uri="{FF2B5EF4-FFF2-40B4-BE49-F238E27FC236}">
                <a16:creationId xmlns:a16="http://schemas.microsoft.com/office/drawing/2014/main" id="{D2C7FD86-45D2-07E8-3474-6A4895A6D065}"/>
              </a:ext>
            </a:extLst>
          </p:cNvPr>
          <p:cNvSpPr>
            <a:spLocks noGrp="1"/>
          </p:cNvSpPr>
          <p:nvPr>
            <p:ph type="body" sz="quarter" idx="10" hasCustomPrompt="1"/>
          </p:nvPr>
        </p:nvSpPr>
        <p:spPr>
          <a:xfrm>
            <a:off x="3449770" y="6246197"/>
            <a:ext cx="2551524" cy="365125"/>
          </a:xfrm>
        </p:spPr>
        <p:txBody>
          <a:bodyPr anchor="ctr"/>
          <a:lstStyle>
            <a:lvl1pPr algn="r">
              <a:defRPr b="1">
                <a:solidFill>
                  <a:schemeClr val="bg1"/>
                </a:solidFill>
              </a:defRPr>
            </a:lvl1pPr>
          </a:lstStyle>
          <a:p>
            <a:pPr lvl="0"/>
            <a:r>
              <a:rPr lang="en-GB"/>
              <a:t>Day Month Year</a:t>
            </a:r>
          </a:p>
        </p:txBody>
      </p:sp>
      <p:sp>
        <p:nvSpPr>
          <p:cNvPr id="16" name="Text Placeholder 17">
            <a:extLst>
              <a:ext uri="{FF2B5EF4-FFF2-40B4-BE49-F238E27FC236}">
                <a16:creationId xmlns:a16="http://schemas.microsoft.com/office/drawing/2014/main" id="{FDC8D235-C3DF-364D-EB4A-58FAE9533FC8}"/>
              </a:ext>
            </a:extLst>
          </p:cNvPr>
          <p:cNvSpPr>
            <a:spLocks noGrp="1"/>
          </p:cNvSpPr>
          <p:nvPr>
            <p:ph type="body" sz="quarter" idx="11" hasCustomPrompt="1"/>
          </p:nvPr>
        </p:nvSpPr>
        <p:spPr>
          <a:xfrm>
            <a:off x="6190707" y="6246197"/>
            <a:ext cx="5525042" cy="365125"/>
          </a:xfrm>
        </p:spPr>
        <p:txBody>
          <a:bodyPr anchor="ctr"/>
          <a:lstStyle>
            <a:lvl1pPr algn="l">
              <a:defRPr b="1">
                <a:solidFill>
                  <a:schemeClr val="bg1"/>
                </a:solidFill>
              </a:defRPr>
            </a:lvl1pPr>
          </a:lstStyle>
          <a:p>
            <a:pPr lvl="0"/>
            <a:r>
              <a:rPr lang="en-GB"/>
              <a:t>Name / Department</a:t>
            </a:r>
          </a:p>
        </p:txBody>
      </p:sp>
      <p:sp>
        <p:nvSpPr>
          <p:cNvPr id="3" name="Rectangle 2">
            <a:extLst>
              <a:ext uri="{FF2B5EF4-FFF2-40B4-BE49-F238E27FC236}">
                <a16:creationId xmlns:a16="http://schemas.microsoft.com/office/drawing/2014/main" id="{A56A237C-033F-CAA1-484B-4497A2D9AF10}"/>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9" name="Rectangle 8">
            <a:extLst>
              <a:ext uri="{FF2B5EF4-FFF2-40B4-BE49-F238E27FC236}">
                <a16:creationId xmlns:a16="http://schemas.microsoft.com/office/drawing/2014/main" id="{B644D352-6656-F7CC-FC01-8930AA475CB8}"/>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4" name="Title 1">
            <a:extLst>
              <a:ext uri="{FF2B5EF4-FFF2-40B4-BE49-F238E27FC236}">
                <a16:creationId xmlns:a16="http://schemas.microsoft.com/office/drawing/2014/main" id="{B591160B-948C-1B93-DD34-2BB3CA729882}"/>
              </a:ext>
            </a:extLst>
          </p:cNvPr>
          <p:cNvSpPr>
            <a:spLocks noGrp="1"/>
          </p:cNvSpPr>
          <p:nvPr>
            <p:ph type="ctrTitle" hasCustomPrompt="1"/>
          </p:nvPr>
        </p:nvSpPr>
        <p:spPr>
          <a:xfrm>
            <a:off x="386324" y="1958340"/>
            <a:ext cx="11419349" cy="2941320"/>
          </a:xfrm>
          <a:prstGeom prst="rect">
            <a:avLst/>
          </a:prstGeom>
        </p:spPr>
        <p:txBody>
          <a:bodyPr anchor="ctr" anchorCtr="0">
            <a:noAutofit/>
          </a:bodyPr>
          <a:lstStyle>
            <a:lvl1pPr algn="ctr">
              <a:defRPr sz="7200" b="0" i="0">
                <a:solidFill>
                  <a:schemeClr val="bg1"/>
                </a:solidFill>
                <a:latin typeface="ING display" panose="020B0603030508020203" pitchFamily="34" charset="77"/>
              </a:defRPr>
            </a:lvl1pPr>
          </a:lstStyle>
          <a:p>
            <a:r>
              <a:rPr lang="en-GB"/>
              <a:t>Name your presentation and a second line if you want</a:t>
            </a:r>
          </a:p>
        </p:txBody>
      </p:sp>
    </p:spTree>
    <p:extLst>
      <p:ext uri="{BB962C8B-B14F-4D97-AF65-F5344CB8AC3E}">
        <p14:creationId xmlns:p14="http://schemas.microsoft.com/office/powerpoint/2010/main" val="20311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2 Identifier">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4A41ABD-F224-89E5-B764-BCD2C3BEC8F8}"/>
              </a:ext>
            </a:extLst>
          </p:cNvPr>
          <p:cNvSpPr>
            <a:spLocks noGrp="1"/>
          </p:cNvSpPr>
          <p:nvPr>
            <p:ph type="ctrTitle" hasCustomPrompt="1"/>
          </p:nvPr>
        </p:nvSpPr>
        <p:spPr>
          <a:xfrm>
            <a:off x="300736" y="76696"/>
            <a:ext cx="8690864" cy="2824480"/>
          </a:xfrm>
          <a:prstGeom prst="rect">
            <a:avLst/>
          </a:prstGeom>
          <a:noFill/>
        </p:spPr>
        <p:txBody>
          <a:bodyPr wrap="square" rtlCol="0" anchor="t">
            <a:noAutofit/>
          </a:bodyPr>
          <a:lstStyle>
            <a:lvl1pPr>
              <a:defRPr lang="en-US" sz="9600" b="0" i="0" dirty="0">
                <a:solidFill>
                  <a:schemeClr val="bg1"/>
                </a:solidFill>
                <a:latin typeface="ING display" panose="020B0603030508020203" pitchFamily="34" charset="77"/>
                <a:ea typeface="+mn-ea"/>
                <a:cs typeface="+mn-cs"/>
              </a:defRPr>
            </a:lvl1pPr>
          </a:lstStyle>
          <a:p>
            <a:pPr marL="0" lvl="0" defTabSz="457200"/>
            <a:r>
              <a:rPr lang="en-GB"/>
              <a:t>A very large title goes here.</a:t>
            </a:r>
          </a:p>
        </p:txBody>
      </p:sp>
      <p:pic>
        <p:nvPicPr>
          <p:cNvPr id="18" name="Picture 17">
            <a:extLst>
              <a:ext uri="{FF2B5EF4-FFF2-40B4-BE49-F238E27FC236}">
                <a16:creationId xmlns:a16="http://schemas.microsoft.com/office/drawing/2014/main" id="{B0C30C88-24FE-98B1-213B-89BA4EB0620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5" name="Rectangle 4">
            <a:extLst>
              <a:ext uri="{FF2B5EF4-FFF2-40B4-BE49-F238E27FC236}">
                <a16:creationId xmlns:a16="http://schemas.microsoft.com/office/drawing/2014/main" id="{AF420F89-0D27-60B5-AA64-53CDA95460F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2" name="Date Placeholder 3">
            <a:extLst>
              <a:ext uri="{FF2B5EF4-FFF2-40B4-BE49-F238E27FC236}">
                <a16:creationId xmlns:a16="http://schemas.microsoft.com/office/drawing/2014/main" id="{7A17EDBC-A56B-03A3-8919-1457E6742FB0}"/>
              </a:ext>
            </a:extLst>
          </p:cNvPr>
          <p:cNvSpPr>
            <a:spLocks noGrp="1"/>
          </p:cNvSpPr>
          <p:nvPr>
            <p:ph type="dt" sz="half" idx="2"/>
          </p:nvPr>
        </p:nvSpPr>
        <p:spPr>
          <a:xfrm>
            <a:off x="300736" y="6276727"/>
            <a:ext cx="1599626" cy="365125"/>
          </a:xfrm>
          <a:prstGeom prst="rect">
            <a:avLst/>
          </a:prstGeom>
        </p:spPr>
        <p:txBody>
          <a:bodyPr vert="horz" lIns="91440" tIns="45720" rIns="91440" bIns="45720" rtlCol="0" anchor="t" anchorCtr="0"/>
          <a:lstStyle>
            <a:lvl1pPr marL="0" algn="l" defTabSz="457200" rtl="0" eaLnBrk="1" latinLnBrk="0" hangingPunct="1">
              <a:defRPr lang="en-NL" sz="1400" b="1" kern="1200" smtClean="0">
                <a:solidFill>
                  <a:schemeClr val="bg1"/>
                </a:solidFill>
                <a:latin typeface="ING Me" panose="02000506040000020004" pitchFamily="2" charset="0"/>
                <a:ea typeface="+mn-ea"/>
                <a:cs typeface="ING Me" panose="02000506040000020004" pitchFamily="2" charset="0"/>
              </a:defRPr>
            </a:lvl1pPr>
          </a:lstStyle>
          <a:p>
            <a:r>
              <a:rPr lang="en-GB"/>
              <a:t>Day Month Year</a:t>
            </a:r>
          </a:p>
        </p:txBody>
      </p:sp>
      <p:sp>
        <p:nvSpPr>
          <p:cNvPr id="3" name="Footer Placeholder 4">
            <a:extLst>
              <a:ext uri="{FF2B5EF4-FFF2-40B4-BE49-F238E27FC236}">
                <a16:creationId xmlns:a16="http://schemas.microsoft.com/office/drawing/2014/main" id="{BDE16382-5DCB-5410-145B-FA0D464C4813}"/>
              </a:ext>
            </a:extLst>
          </p:cNvPr>
          <p:cNvSpPr>
            <a:spLocks noGrp="1"/>
          </p:cNvSpPr>
          <p:nvPr>
            <p:ph type="ftr" sz="quarter" idx="3"/>
          </p:nvPr>
        </p:nvSpPr>
        <p:spPr>
          <a:xfrm>
            <a:off x="1981200" y="6276727"/>
            <a:ext cx="4114800" cy="365125"/>
          </a:xfrm>
          <a:prstGeom prst="rect">
            <a:avLst/>
          </a:prstGeom>
        </p:spPr>
        <p:txBody>
          <a:bodyPr vert="horz" lIns="91440" tIns="45720" rIns="91440" bIns="45720" rtlCol="0" anchor="t" anchorCtr="0"/>
          <a:lstStyle>
            <a:lvl1pPr algn="l">
              <a:defRPr lang="en-NL" sz="14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7" name="Rectangle 6">
            <a:extLst>
              <a:ext uri="{FF2B5EF4-FFF2-40B4-BE49-F238E27FC236}">
                <a16:creationId xmlns:a16="http://schemas.microsoft.com/office/drawing/2014/main" id="{D49904C3-8661-9696-2471-11AF33E36C62}"/>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4" name="Rectangle 3">
            <a:extLst>
              <a:ext uri="{FF2B5EF4-FFF2-40B4-BE49-F238E27FC236}">
                <a16:creationId xmlns:a16="http://schemas.microsoft.com/office/drawing/2014/main" id="{653A32F9-50B3-45B9-FD9F-9024FA393005}"/>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1645959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2 Logo">
    <p:bg>
      <p:bgPr>
        <a:solidFill>
          <a:schemeClr val="accent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F4AA5B8-BFDA-18F9-B22E-1B88E923988A}"/>
              </a:ext>
            </a:extLst>
          </p:cNvPr>
          <p:cNvSpPr>
            <a:spLocks noGrp="1"/>
          </p:cNvSpPr>
          <p:nvPr>
            <p:ph type="ctrTitle" hasCustomPrompt="1"/>
          </p:nvPr>
        </p:nvSpPr>
        <p:spPr>
          <a:xfrm>
            <a:off x="300736" y="76696"/>
            <a:ext cx="8690864" cy="2824480"/>
          </a:xfrm>
          <a:prstGeom prst="rect">
            <a:avLst/>
          </a:prstGeom>
          <a:noFill/>
        </p:spPr>
        <p:txBody>
          <a:bodyPr wrap="square" rtlCol="0" anchor="t">
            <a:noAutofit/>
          </a:bodyPr>
          <a:lstStyle>
            <a:lvl1pPr>
              <a:defRPr lang="en-US" sz="9600" b="0" i="0" dirty="0">
                <a:solidFill>
                  <a:schemeClr val="bg1"/>
                </a:solidFill>
                <a:latin typeface="ING display" panose="020B0603030508020203" pitchFamily="34" charset="77"/>
                <a:ea typeface="+mn-ea"/>
                <a:cs typeface="+mn-cs"/>
              </a:defRPr>
            </a:lvl1pPr>
          </a:lstStyle>
          <a:p>
            <a:pPr marL="0" lvl="0" defTabSz="457200"/>
            <a:r>
              <a:rPr lang="en-GB"/>
              <a:t>A very large title goes here.</a:t>
            </a:r>
          </a:p>
        </p:txBody>
      </p:sp>
      <p:pic>
        <p:nvPicPr>
          <p:cNvPr id="18" name="Picture 17">
            <a:extLst>
              <a:ext uri="{FF2B5EF4-FFF2-40B4-BE49-F238E27FC236}">
                <a16:creationId xmlns:a16="http://schemas.microsoft.com/office/drawing/2014/main" id="{4572D8EE-27F9-9A3C-27B9-33D30B182B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9856289" y="5865417"/>
            <a:ext cx="2272339" cy="928139"/>
          </a:xfrm>
          <a:prstGeom prst="rect">
            <a:avLst/>
          </a:prstGeom>
        </p:spPr>
      </p:pic>
      <p:sp>
        <p:nvSpPr>
          <p:cNvPr id="5" name="Rectangle 4">
            <a:extLst>
              <a:ext uri="{FF2B5EF4-FFF2-40B4-BE49-F238E27FC236}">
                <a16:creationId xmlns:a16="http://schemas.microsoft.com/office/drawing/2014/main" id="{DB2803E6-CA74-7B9A-DB7D-E5C5A93F576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2" name="Date Placeholder 3">
            <a:extLst>
              <a:ext uri="{FF2B5EF4-FFF2-40B4-BE49-F238E27FC236}">
                <a16:creationId xmlns:a16="http://schemas.microsoft.com/office/drawing/2014/main" id="{EF24797B-826C-A48F-CA13-97232D4D2597}"/>
              </a:ext>
            </a:extLst>
          </p:cNvPr>
          <p:cNvSpPr>
            <a:spLocks noGrp="1"/>
          </p:cNvSpPr>
          <p:nvPr>
            <p:ph type="dt" sz="half" idx="2"/>
          </p:nvPr>
        </p:nvSpPr>
        <p:spPr>
          <a:xfrm>
            <a:off x="300736" y="6276727"/>
            <a:ext cx="1599626" cy="365125"/>
          </a:xfrm>
          <a:prstGeom prst="rect">
            <a:avLst/>
          </a:prstGeom>
        </p:spPr>
        <p:txBody>
          <a:bodyPr vert="horz" lIns="91440" tIns="45720" rIns="91440" bIns="45720" rtlCol="0" anchor="t" anchorCtr="0"/>
          <a:lstStyle>
            <a:lvl1pPr marL="0" algn="l" defTabSz="457200" rtl="0" eaLnBrk="1" latinLnBrk="0" hangingPunct="1">
              <a:defRPr lang="en-NL" sz="1400" b="1" kern="1200" smtClean="0">
                <a:solidFill>
                  <a:schemeClr val="bg1"/>
                </a:solidFill>
                <a:latin typeface="ING Me" panose="02000506040000020004" pitchFamily="2" charset="0"/>
                <a:ea typeface="+mn-ea"/>
                <a:cs typeface="ING Me" panose="02000506040000020004" pitchFamily="2" charset="0"/>
              </a:defRPr>
            </a:lvl1pPr>
          </a:lstStyle>
          <a:p>
            <a:r>
              <a:rPr lang="en-GB"/>
              <a:t>Day Month Year</a:t>
            </a:r>
          </a:p>
        </p:txBody>
      </p:sp>
      <p:sp>
        <p:nvSpPr>
          <p:cNvPr id="8" name="Footer Placeholder 4">
            <a:extLst>
              <a:ext uri="{FF2B5EF4-FFF2-40B4-BE49-F238E27FC236}">
                <a16:creationId xmlns:a16="http://schemas.microsoft.com/office/drawing/2014/main" id="{ED0ACA50-86CE-0B0B-5E2B-70422F03E535}"/>
              </a:ext>
            </a:extLst>
          </p:cNvPr>
          <p:cNvSpPr>
            <a:spLocks noGrp="1"/>
          </p:cNvSpPr>
          <p:nvPr>
            <p:ph type="ftr" sz="quarter" idx="3"/>
          </p:nvPr>
        </p:nvSpPr>
        <p:spPr>
          <a:xfrm>
            <a:off x="1981200" y="6276727"/>
            <a:ext cx="4114800" cy="365125"/>
          </a:xfrm>
          <a:prstGeom prst="rect">
            <a:avLst/>
          </a:prstGeom>
        </p:spPr>
        <p:txBody>
          <a:bodyPr vert="horz" lIns="91440" tIns="45720" rIns="91440" bIns="45720" rtlCol="0" anchor="t" anchorCtr="0"/>
          <a:lstStyle>
            <a:lvl1pPr algn="l">
              <a:defRPr lang="en-NL" sz="14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3" name="Rectangle 2">
            <a:extLst>
              <a:ext uri="{FF2B5EF4-FFF2-40B4-BE49-F238E27FC236}">
                <a16:creationId xmlns:a16="http://schemas.microsoft.com/office/drawing/2014/main" id="{940844C5-F614-14E2-0DDD-93079588E459}"/>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6" name="Rectangle 5">
            <a:extLst>
              <a:ext uri="{FF2B5EF4-FFF2-40B4-BE49-F238E27FC236}">
                <a16:creationId xmlns:a16="http://schemas.microsoft.com/office/drawing/2014/main" id="{58622949-85D3-965C-4EC3-0F7587888FDD}"/>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543821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3 Identifier">
    <p:bg>
      <p:bgPr>
        <a:solidFill>
          <a:schemeClr val="accent1"/>
        </a:solidFill>
        <a:effectLst/>
      </p:bgPr>
    </p:bg>
    <p:spTree>
      <p:nvGrpSpPr>
        <p:cNvPr id="1" name=""/>
        <p:cNvGrpSpPr/>
        <p:nvPr/>
      </p:nvGrpSpPr>
      <p:grpSpPr>
        <a:xfrm>
          <a:off x="0" y="0"/>
          <a:ext cx="0" cy="0"/>
          <a:chOff x="0" y="0"/>
          <a:chExt cx="0" cy="0"/>
        </a:xfrm>
      </p:grpSpPr>
      <p:sp>
        <p:nvSpPr>
          <p:cNvPr id="27" name="Picture Placeholder 9">
            <a:extLst>
              <a:ext uri="{FF2B5EF4-FFF2-40B4-BE49-F238E27FC236}">
                <a16:creationId xmlns:a16="http://schemas.microsoft.com/office/drawing/2014/main" id="{A06311B9-2019-6E65-850F-99063C33A822}"/>
              </a:ext>
            </a:extLst>
          </p:cNvPr>
          <p:cNvSpPr>
            <a:spLocks noGrp="1"/>
          </p:cNvSpPr>
          <p:nvPr>
            <p:ph type="pic" sz="quarter" idx="10"/>
          </p:nvPr>
        </p:nvSpPr>
        <p:spPr>
          <a:xfrm>
            <a:off x="6110068" y="0"/>
            <a:ext cx="6096000" cy="3423095"/>
          </a:xfrm>
          <a:solidFill>
            <a:srgbClr val="A69F98"/>
          </a:solidFill>
          <a:ln>
            <a:noFill/>
          </a:ln>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GB"/>
          </a:p>
        </p:txBody>
      </p:sp>
      <p:sp>
        <p:nvSpPr>
          <p:cNvPr id="9" name="Title 1">
            <a:extLst>
              <a:ext uri="{FF2B5EF4-FFF2-40B4-BE49-F238E27FC236}">
                <a16:creationId xmlns:a16="http://schemas.microsoft.com/office/drawing/2014/main" id="{824E61B4-943A-D0EE-F313-CD075361BEAB}"/>
              </a:ext>
            </a:extLst>
          </p:cNvPr>
          <p:cNvSpPr>
            <a:spLocks noGrp="1"/>
          </p:cNvSpPr>
          <p:nvPr>
            <p:ph type="ctrTitle" hasCustomPrompt="1"/>
          </p:nvPr>
        </p:nvSpPr>
        <p:spPr>
          <a:xfrm>
            <a:off x="1008773" y="3022462"/>
            <a:ext cx="8613648" cy="1200329"/>
          </a:xfrm>
          <a:prstGeom prst="rect">
            <a:avLst/>
          </a:prstGeom>
          <a:noFill/>
        </p:spPr>
        <p:txBody>
          <a:bodyPr wrap="square" rtlCol="0" anchor="t">
            <a:noAutofit/>
          </a:bodyPr>
          <a:lstStyle>
            <a:lvl1pPr>
              <a:defRPr lang="en-US" sz="7200" b="0" i="0" dirty="0">
                <a:solidFill>
                  <a:schemeClr val="bg1"/>
                </a:solidFill>
                <a:latin typeface="ING display" panose="020B0603030508020203" pitchFamily="34" charset="77"/>
                <a:ea typeface="+mn-ea"/>
                <a:cs typeface="+mn-cs"/>
              </a:defRPr>
            </a:lvl1pPr>
          </a:lstStyle>
          <a:p>
            <a:pPr marL="0" lvl="0" defTabSz="457200"/>
            <a:r>
              <a:rPr lang="en-GB"/>
              <a:t>Presentation title.</a:t>
            </a:r>
          </a:p>
        </p:txBody>
      </p:sp>
      <p:sp>
        <p:nvSpPr>
          <p:cNvPr id="10" name="Text Placeholder 10">
            <a:extLst>
              <a:ext uri="{FF2B5EF4-FFF2-40B4-BE49-F238E27FC236}">
                <a16:creationId xmlns:a16="http://schemas.microsoft.com/office/drawing/2014/main" id="{D4713FE2-247B-9A43-4A7A-5C5A05C632ED}"/>
              </a:ext>
            </a:extLst>
          </p:cNvPr>
          <p:cNvSpPr>
            <a:spLocks noGrp="1"/>
          </p:cNvSpPr>
          <p:nvPr>
            <p:ph type="body" sz="quarter" idx="11" hasCustomPrompt="1"/>
          </p:nvPr>
        </p:nvSpPr>
        <p:spPr>
          <a:xfrm>
            <a:off x="1789112" y="3895200"/>
            <a:ext cx="8613775" cy="1200329"/>
          </a:xfrm>
          <a:noFill/>
        </p:spPr>
        <p:txBody>
          <a:bodyPr vert="horz" wrap="square" lIns="91440" tIns="45720" rIns="91440" bIns="45720" rtlCol="0" anchor="t" anchorCtr="0">
            <a:noAutofit/>
          </a:bodyPr>
          <a:lstStyle>
            <a:lvl1pPr marL="0" indent="0">
              <a:lnSpc>
                <a:spcPct val="100000"/>
              </a:lnSpc>
              <a:buNone/>
              <a:defRPr lang="en-GB" sz="7200" b="0" i="0" smtClean="0">
                <a:solidFill>
                  <a:schemeClr val="bg1"/>
                </a:solidFill>
                <a:latin typeface="ING display" panose="020B0603030508020203" pitchFamily="34" charset="77"/>
              </a:defRPr>
            </a:lvl1pPr>
            <a:lvl2pPr>
              <a:defRPr lang="en-GB" sz="1800" smtClean="0"/>
            </a:lvl2pPr>
            <a:lvl3pPr>
              <a:defRPr lang="en-GB" sz="1800" smtClean="0"/>
            </a:lvl3pPr>
            <a:lvl4pPr>
              <a:defRPr lang="en-GB" smtClean="0"/>
            </a:lvl4pPr>
            <a:lvl5pPr>
              <a:defRPr lang="en-NL"/>
            </a:lvl5pPr>
          </a:lstStyle>
          <a:p>
            <a:pPr marL="628650" lvl="0" indent="-857250" defTabSz="457200">
              <a:spcBef>
                <a:spcPct val="0"/>
              </a:spcBef>
            </a:pPr>
            <a:r>
              <a:rPr lang="en-GB"/>
              <a:t>Subtitle goes here.</a:t>
            </a:r>
          </a:p>
        </p:txBody>
      </p:sp>
      <p:pic>
        <p:nvPicPr>
          <p:cNvPr id="21" name="Picture 20">
            <a:extLst>
              <a:ext uri="{FF2B5EF4-FFF2-40B4-BE49-F238E27FC236}">
                <a16:creationId xmlns:a16="http://schemas.microsoft.com/office/drawing/2014/main" id="{61FBFC31-C4F7-3077-328F-D69745F2C18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71757" y="169114"/>
            <a:ext cx="1073363" cy="1215531"/>
          </a:xfrm>
          <a:prstGeom prst="rect">
            <a:avLst/>
          </a:prstGeom>
        </p:spPr>
      </p:pic>
      <p:sp>
        <p:nvSpPr>
          <p:cNvPr id="25" name="Rectangle 24">
            <a:extLst>
              <a:ext uri="{FF2B5EF4-FFF2-40B4-BE49-F238E27FC236}">
                <a16:creationId xmlns:a16="http://schemas.microsoft.com/office/drawing/2014/main" id="{1C67AADF-D050-5B88-5B1F-C43CD027697A}"/>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12" name="Rectangle 11">
            <a:extLst>
              <a:ext uri="{FF2B5EF4-FFF2-40B4-BE49-F238E27FC236}">
                <a16:creationId xmlns:a16="http://schemas.microsoft.com/office/drawing/2014/main" id="{CB1F1772-C77E-1EA3-167E-87C03E77000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5" name="Text Placeholder 17">
            <a:extLst>
              <a:ext uri="{FF2B5EF4-FFF2-40B4-BE49-F238E27FC236}">
                <a16:creationId xmlns:a16="http://schemas.microsoft.com/office/drawing/2014/main" id="{76C8D36D-2F66-A05C-0487-4510E7C40FF8}"/>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a:t>Day Month Year</a:t>
            </a:r>
          </a:p>
        </p:txBody>
      </p:sp>
      <p:sp>
        <p:nvSpPr>
          <p:cNvPr id="16" name="Text Placeholder 17">
            <a:extLst>
              <a:ext uri="{FF2B5EF4-FFF2-40B4-BE49-F238E27FC236}">
                <a16:creationId xmlns:a16="http://schemas.microsoft.com/office/drawing/2014/main" id="{83D5A8C2-BE44-8C4C-1789-33C5DC180C90}"/>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a:t>Name / Department</a:t>
            </a:r>
          </a:p>
        </p:txBody>
      </p:sp>
      <p:sp>
        <p:nvSpPr>
          <p:cNvPr id="4" name="Rectangle 3">
            <a:extLst>
              <a:ext uri="{FF2B5EF4-FFF2-40B4-BE49-F238E27FC236}">
                <a16:creationId xmlns:a16="http://schemas.microsoft.com/office/drawing/2014/main" id="{E8EBEEF3-73C6-4B10-3DE2-27BA48F7DF1B}"/>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F766F940-32E9-92A6-D512-27D6E78C7C37}"/>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229955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3 Logo">
    <p:bg>
      <p:bgPr>
        <a:solidFill>
          <a:schemeClr val="accent1"/>
        </a:solidFill>
        <a:effectLst/>
      </p:bgPr>
    </p:bg>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2F5CF978-4711-2268-60D0-A9FF61AFE8FB}"/>
              </a:ext>
            </a:extLst>
          </p:cNvPr>
          <p:cNvSpPr>
            <a:spLocks noGrp="1"/>
          </p:cNvSpPr>
          <p:nvPr>
            <p:ph type="pic" sz="quarter" idx="10"/>
          </p:nvPr>
        </p:nvSpPr>
        <p:spPr>
          <a:xfrm>
            <a:off x="6110068" y="-8165"/>
            <a:ext cx="6096000" cy="3423095"/>
          </a:xfrm>
          <a:solidFill>
            <a:srgbClr val="A69F98"/>
          </a:solidFill>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GB"/>
          </a:p>
        </p:txBody>
      </p:sp>
      <p:sp>
        <p:nvSpPr>
          <p:cNvPr id="8" name="Title 1">
            <a:extLst>
              <a:ext uri="{FF2B5EF4-FFF2-40B4-BE49-F238E27FC236}">
                <a16:creationId xmlns:a16="http://schemas.microsoft.com/office/drawing/2014/main" id="{97894C13-0A71-2FB7-E295-A7963A0B963B}"/>
              </a:ext>
            </a:extLst>
          </p:cNvPr>
          <p:cNvSpPr>
            <a:spLocks noGrp="1"/>
          </p:cNvSpPr>
          <p:nvPr>
            <p:ph type="ctrTitle" hasCustomPrompt="1"/>
          </p:nvPr>
        </p:nvSpPr>
        <p:spPr>
          <a:xfrm>
            <a:off x="1008773" y="3022462"/>
            <a:ext cx="8613648" cy="1200329"/>
          </a:xfrm>
          <a:prstGeom prst="rect">
            <a:avLst/>
          </a:prstGeom>
          <a:noFill/>
        </p:spPr>
        <p:txBody>
          <a:bodyPr wrap="square" rtlCol="0" anchor="t">
            <a:noAutofit/>
          </a:bodyPr>
          <a:lstStyle>
            <a:lvl1pPr>
              <a:defRPr lang="en-US" sz="7200" b="0" i="0" dirty="0">
                <a:solidFill>
                  <a:schemeClr val="bg1"/>
                </a:solidFill>
                <a:latin typeface="ING display" panose="020B0603030508020203" pitchFamily="34" charset="77"/>
                <a:ea typeface="+mn-ea"/>
                <a:cs typeface="+mn-cs"/>
              </a:defRPr>
            </a:lvl1pPr>
          </a:lstStyle>
          <a:p>
            <a:pPr marL="0" lvl="0" defTabSz="457200"/>
            <a:r>
              <a:rPr lang="en-GB"/>
              <a:t>Presentation title.</a:t>
            </a:r>
          </a:p>
        </p:txBody>
      </p:sp>
      <p:sp>
        <p:nvSpPr>
          <p:cNvPr id="11" name="Text Placeholder 10">
            <a:extLst>
              <a:ext uri="{FF2B5EF4-FFF2-40B4-BE49-F238E27FC236}">
                <a16:creationId xmlns:a16="http://schemas.microsoft.com/office/drawing/2014/main" id="{CED6EACE-0556-4C5A-0207-6FD00994E755}"/>
              </a:ext>
            </a:extLst>
          </p:cNvPr>
          <p:cNvSpPr>
            <a:spLocks noGrp="1"/>
          </p:cNvSpPr>
          <p:nvPr>
            <p:ph type="body" sz="quarter" idx="11" hasCustomPrompt="1"/>
          </p:nvPr>
        </p:nvSpPr>
        <p:spPr>
          <a:xfrm>
            <a:off x="1789200" y="3895200"/>
            <a:ext cx="8613775" cy="1200329"/>
          </a:xfrm>
          <a:noFill/>
        </p:spPr>
        <p:txBody>
          <a:bodyPr vert="horz" wrap="square" lIns="91440" tIns="45720" rIns="91440" bIns="45720" rtlCol="0" anchor="t" anchorCtr="0">
            <a:noAutofit/>
          </a:bodyPr>
          <a:lstStyle>
            <a:lvl1pPr marL="0" indent="0">
              <a:lnSpc>
                <a:spcPct val="100000"/>
              </a:lnSpc>
              <a:buNone/>
              <a:defRPr lang="en-GB" sz="7200" b="0" i="0" smtClean="0">
                <a:solidFill>
                  <a:schemeClr val="bg1"/>
                </a:solidFill>
                <a:latin typeface="ING display" panose="020B0603030508020203" pitchFamily="34" charset="77"/>
              </a:defRPr>
            </a:lvl1pPr>
            <a:lvl2pPr>
              <a:defRPr lang="en-GB" sz="1800" smtClean="0"/>
            </a:lvl2pPr>
            <a:lvl3pPr>
              <a:defRPr lang="en-GB" sz="1800" smtClean="0"/>
            </a:lvl3pPr>
            <a:lvl4pPr>
              <a:defRPr lang="en-GB" smtClean="0"/>
            </a:lvl4pPr>
            <a:lvl5pPr>
              <a:defRPr lang="en-NL"/>
            </a:lvl5pPr>
          </a:lstStyle>
          <a:p>
            <a:pPr marL="628650" lvl="0" indent="-857250" defTabSz="457200">
              <a:spcBef>
                <a:spcPct val="0"/>
              </a:spcBef>
            </a:pPr>
            <a:r>
              <a:rPr lang="en-GB"/>
              <a:t>Subtitle goes here.</a:t>
            </a:r>
          </a:p>
        </p:txBody>
      </p:sp>
      <p:pic>
        <p:nvPicPr>
          <p:cNvPr id="23" name="Picture 22">
            <a:extLst>
              <a:ext uri="{FF2B5EF4-FFF2-40B4-BE49-F238E27FC236}">
                <a16:creationId xmlns:a16="http://schemas.microsoft.com/office/drawing/2014/main" id="{363D0769-CF99-1F40-88B2-AEC9EFB1E15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8537" y="140219"/>
            <a:ext cx="2272339" cy="928139"/>
          </a:xfrm>
          <a:prstGeom prst="rect">
            <a:avLst/>
          </a:prstGeom>
        </p:spPr>
      </p:pic>
      <p:sp>
        <p:nvSpPr>
          <p:cNvPr id="19" name="Rectangle 18">
            <a:extLst>
              <a:ext uri="{FF2B5EF4-FFF2-40B4-BE49-F238E27FC236}">
                <a16:creationId xmlns:a16="http://schemas.microsoft.com/office/drawing/2014/main" id="{247A9B37-040E-9EA7-B2E8-B00B033B09F6}"/>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20" name="Rectangle 19">
            <a:extLst>
              <a:ext uri="{FF2B5EF4-FFF2-40B4-BE49-F238E27FC236}">
                <a16:creationId xmlns:a16="http://schemas.microsoft.com/office/drawing/2014/main" id="{2289F63A-2797-491B-8EF3-755334846C61}"/>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0" i="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sp>
        <p:nvSpPr>
          <p:cNvPr id="10" name="Text Placeholder 17">
            <a:extLst>
              <a:ext uri="{FF2B5EF4-FFF2-40B4-BE49-F238E27FC236}">
                <a16:creationId xmlns:a16="http://schemas.microsoft.com/office/drawing/2014/main" id="{CB4691DF-A2C4-3A32-9376-0B041915F984}"/>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a:t>Day Month Year</a:t>
            </a:r>
          </a:p>
        </p:txBody>
      </p:sp>
      <p:sp>
        <p:nvSpPr>
          <p:cNvPr id="12" name="Text Placeholder 17">
            <a:extLst>
              <a:ext uri="{FF2B5EF4-FFF2-40B4-BE49-F238E27FC236}">
                <a16:creationId xmlns:a16="http://schemas.microsoft.com/office/drawing/2014/main" id="{873184B1-F75C-A563-D925-0E2E15BF0448}"/>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a:t>Name / Department</a:t>
            </a:r>
          </a:p>
        </p:txBody>
      </p:sp>
      <p:sp>
        <p:nvSpPr>
          <p:cNvPr id="2" name="Rectangle 1">
            <a:extLst>
              <a:ext uri="{FF2B5EF4-FFF2-40B4-BE49-F238E27FC236}">
                <a16:creationId xmlns:a16="http://schemas.microsoft.com/office/drawing/2014/main" id="{2DB2A025-1D37-90EA-9E99-1FFC7C6E40C6}"/>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12EA6715-0F89-FA8B-9E90-200CFF8DA978}"/>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3961874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4 Identifier">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C1869E5-C970-D2AF-DE33-2EA09E0B557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21" name="Title 1">
            <a:extLst>
              <a:ext uri="{FF2B5EF4-FFF2-40B4-BE49-F238E27FC236}">
                <a16:creationId xmlns:a16="http://schemas.microsoft.com/office/drawing/2014/main" id="{0D7CFDB8-C01C-B7A3-D2B5-D3AC6349C76D}"/>
              </a:ext>
            </a:extLst>
          </p:cNvPr>
          <p:cNvSpPr>
            <a:spLocks noGrp="1"/>
          </p:cNvSpPr>
          <p:nvPr>
            <p:ph type="ctrTitle" hasCustomPrompt="1"/>
          </p:nvPr>
        </p:nvSpPr>
        <p:spPr>
          <a:xfrm>
            <a:off x="300736" y="3729786"/>
            <a:ext cx="10837164" cy="923330"/>
          </a:xfrm>
          <a:prstGeom prst="rect">
            <a:avLst/>
          </a:prstGeom>
          <a:noFill/>
        </p:spPr>
        <p:txBody>
          <a:bodyPr wrap="square" rtlCol="0" anchor="t">
            <a:noAutofit/>
          </a:bodyPr>
          <a:lstStyle>
            <a:lvl1pPr>
              <a:defRPr lang="en-US" sz="5400" b="0" i="0" dirty="0">
                <a:solidFill>
                  <a:schemeClr val="bg1"/>
                </a:solidFill>
                <a:latin typeface="ING display" panose="020B0603030508020203" pitchFamily="34" charset="77"/>
                <a:ea typeface="+mn-ea"/>
                <a:cs typeface="+mn-cs"/>
              </a:defRPr>
            </a:lvl1pPr>
          </a:lstStyle>
          <a:p>
            <a:pPr marL="0" lvl="0" defTabSz="457200"/>
            <a:r>
              <a:rPr lang="en-GB"/>
              <a:t>Name your presentation</a:t>
            </a:r>
          </a:p>
        </p:txBody>
      </p:sp>
      <p:sp>
        <p:nvSpPr>
          <p:cNvPr id="22" name="Text Placeholder 10">
            <a:extLst>
              <a:ext uri="{FF2B5EF4-FFF2-40B4-BE49-F238E27FC236}">
                <a16:creationId xmlns:a16="http://schemas.microsoft.com/office/drawing/2014/main" id="{98B4A13B-E9B5-D06E-24C2-99AE3440C6BA}"/>
              </a:ext>
            </a:extLst>
          </p:cNvPr>
          <p:cNvSpPr>
            <a:spLocks noGrp="1"/>
          </p:cNvSpPr>
          <p:nvPr>
            <p:ph type="body" sz="quarter" idx="11" hasCustomPrompt="1"/>
          </p:nvPr>
        </p:nvSpPr>
        <p:spPr>
          <a:xfrm>
            <a:off x="979043" y="4516151"/>
            <a:ext cx="10158857" cy="923330"/>
          </a:xfrm>
          <a:noFill/>
        </p:spPr>
        <p:txBody>
          <a:bodyPr wrap="square" rtlCol="0" anchor="t">
            <a:noAutofit/>
          </a:bodyPr>
          <a:lstStyle>
            <a:lvl1pPr marL="0" indent="0">
              <a:lnSpc>
                <a:spcPct val="100000"/>
              </a:lnSpc>
              <a:buNone/>
              <a:defRPr lang="en-GB" sz="5400" b="0" i="0" dirty="0" smtClean="0">
                <a:solidFill>
                  <a:schemeClr val="bg1"/>
                </a:solidFill>
                <a:latin typeface="ING display" panose="020B0603030508020203" pitchFamily="34" charset="77"/>
              </a:defRPr>
            </a:lvl1pPr>
          </a:lstStyle>
          <a:p>
            <a:pPr marL="0" lvl="0" defTabSz="457200"/>
            <a:r>
              <a:rPr lang="en-GB"/>
              <a:t>and a second line if you want</a:t>
            </a:r>
          </a:p>
        </p:txBody>
      </p:sp>
      <p:sp>
        <p:nvSpPr>
          <p:cNvPr id="6" name="Rectangle 5">
            <a:extLst>
              <a:ext uri="{FF2B5EF4-FFF2-40B4-BE49-F238E27FC236}">
                <a16:creationId xmlns:a16="http://schemas.microsoft.com/office/drawing/2014/main" id="{3F2A4502-10EB-B18E-E437-C75F2960718F}"/>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573D0641-5AD5-83F9-E01A-A30C23F34E8E}"/>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0" name="Picture Placeholder 9">
            <a:extLst>
              <a:ext uri="{FF2B5EF4-FFF2-40B4-BE49-F238E27FC236}">
                <a16:creationId xmlns:a16="http://schemas.microsoft.com/office/drawing/2014/main" id="{9D179EC4-B562-D977-6FF8-EF49CD71DC1B}"/>
              </a:ext>
            </a:extLst>
          </p:cNvPr>
          <p:cNvSpPr>
            <a:spLocks noGrp="1"/>
          </p:cNvSpPr>
          <p:nvPr>
            <p:ph type="pic" sz="quarter" idx="10"/>
          </p:nvPr>
        </p:nvSpPr>
        <p:spPr>
          <a:xfrm>
            <a:off x="-6000" y="0"/>
            <a:ext cx="12207600" cy="3423095"/>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14" name="Text Placeholder 17">
            <a:extLst>
              <a:ext uri="{FF2B5EF4-FFF2-40B4-BE49-F238E27FC236}">
                <a16:creationId xmlns:a16="http://schemas.microsoft.com/office/drawing/2014/main" id="{EBBF6A85-3F52-9C4E-EE30-C04D38943EB2}"/>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a:t>Day Month Year</a:t>
            </a:r>
          </a:p>
        </p:txBody>
      </p:sp>
      <p:sp>
        <p:nvSpPr>
          <p:cNvPr id="15" name="Text Placeholder 17">
            <a:extLst>
              <a:ext uri="{FF2B5EF4-FFF2-40B4-BE49-F238E27FC236}">
                <a16:creationId xmlns:a16="http://schemas.microsoft.com/office/drawing/2014/main" id="{724E8387-9A2D-3EA3-6912-4C75D0D3E08D}"/>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a:t>Name / Department</a:t>
            </a:r>
          </a:p>
        </p:txBody>
      </p:sp>
      <p:sp>
        <p:nvSpPr>
          <p:cNvPr id="2" name="Rectangle 1">
            <a:extLst>
              <a:ext uri="{FF2B5EF4-FFF2-40B4-BE49-F238E27FC236}">
                <a16:creationId xmlns:a16="http://schemas.microsoft.com/office/drawing/2014/main" id="{0B9F2141-5B69-1D55-A89A-CC9C0BBB14C4}"/>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C1EC2C58-7AE9-FD52-03FA-0B9B77A795D1}"/>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254431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4 Logo">
    <p:bg>
      <p:bgPr>
        <a:solidFill>
          <a:schemeClr val="accent1"/>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C30CA71-4EBB-F524-A0F3-95F548916E0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9856289" y="5865417"/>
            <a:ext cx="2272339" cy="928139"/>
          </a:xfrm>
          <a:prstGeom prst="rect">
            <a:avLst/>
          </a:prstGeom>
        </p:spPr>
      </p:pic>
      <p:sp>
        <p:nvSpPr>
          <p:cNvPr id="8" name="Rectangle 7">
            <a:extLst>
              <a:ext uri="{FF2B5EF4-FFF2-40B4-BE49-F238E27FC236}">
                <a16:creationId xmlns:a16="http://schemas.microsoft.com/office/drawing/2014/main" id="{2B28DC72-F3EC-3977-1100-4F8770F960BF}"/>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Rectangle 8">
            <a:extLst>
              <a:ext uri="{FF2B5EF4-FFF2-40B4-BE49-F238E27FC236}">
                <a16:creationId xmlns:a16="http://schemas.microsoft.com/office/drawing/2014/main" id="{A10AC3DF-3B3E-98B0-8989-D56544188FB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4" name="Title 1">
            <a:extLst>
              <a:ext uri="{FF2B5EF4-FFF2-40B4-BE49-F238E27FC236}">
                <a16:creationId xmlns:a16="http://schemas.microsoft.com/office/drawing/2014/main" id="{6B8C1DCD-5855-1A69-E3F2-A5F8FE04DD9A}"/>
              </a:ext>
            </a:extLst>
          </p:cNvPr>
          <p:cNvSpPr>
            <a:spLocks noGrp="1"/>
          </p:cNvSpPr>
          <p:nvPr>
            <p:ph type="ctrTitle" hasCustomPrompt="1"/>
          </p:nvPr>
        </p:nvSpPr>
        <p:spPr>
          <a:xfrm>
            <a:off x="300736" y="3729786"/>
            <a:ext cx="10837164" cy="923330"/>
          </a:xfrm>
          <a:prstGeom prst="rect">
            <a:avLst/>
          </a:prstGeom>
          <a:noFill/>
        </p:spPr>
        <p:txBody>
          <a:bodyPr wrap="square" rtlCol="0" anchor="t">
            <a:noAutofit/>
          </a:bodyPr>
          <a:lstStyle>
            <a:lvl1pPr>
              <a:defRPr lang="en-US" sz="5400" b="0" i="0" dirty="0">
                <a:solidFill>
                  <a:schemeClr val="bg1"/>
                </a:solidFill>
                <a:latin typeface="ING display" panose="020B0603030508020203" pitchFamily="34" charset="77"/>
                <a:ea typeface="+mn-ea"/>
                <a:cs typeface="+mn-cs"/>
              </a:defRPr>
            </a:lvl1pPr>
          </a:lstStyle>
          <a:p>
            <a:pPr marL="0" lvl="0" defTabSz="457200"/>
            <a:r>
              <a:rPr lang="en-GB"/>
              <a:t>Name your presentation</a:t>
            </a:r>
          </a:p>
        </p:txBody>
      </p:sp>
      <p:sp>
        <p:nvSpPr>
          <p:cNvPr id="5" name="Text Placeholder 10">
            <a:extLst>
              <a:ext uri="{FF2B5EF4-FFF2-40B4-BE49-F238E27FC236}">
                <a16:creationId xmlns:a16="http://schemas.microsoft.com/office/drawing/2014/main" id="{B315634D-B68B-CC5E-E6ED-77CA7D365F58}"/>
              </a:ext>
            </a:extLst>
          </p:cNvPr>
          <p:cNvSpPr>
            <a:spLocks noGrp="1"/>
          </p:cNvSpPr>
          <p:nvPr>
            <p:ph type="body" sz="quarter" idx="11" hasCustomPrompt="1"/>
          </p:nvPr>
        </p:nvSpPr>
        <p:spPr>
          <a:xfrm>
            <a:off x="979043" y="4516151"/>
            <a:ext cx="10158857" cy="923330"/>
          </a:xfrm>
          <a:noFill/>
        </p:spPr>
        <p:txBody>
          <a:bodyPr wrap="square" rtlCol="0" anchor="t">
            <a:noAutofit/>
          </a:bodyPr>
          <a:lstStyle>
            <a:lvl1pPr marL="0" indent="0">
              <a:lnSpc>
                <a:spcPct val="100000"/>
              </a:lnSpc>
              <a:buNone/>
              <a:defRPr lang="en-GB" sz="5400" b="0" i="0" dirty="0" smtClean="0">
                <a:solidFill>
                  <a:schemeClr val="bg1"/>
                </a:solidFill>
                <a:latin typeface="ING display" panose="020B0603030508020203" pitchFamily="34" charset="77"/>
              </a:defRPr>
            </a:lvl1pPr>
          </a:lstStyle>
          <a:p>
            <a:pPr marL="0" lvl="0" defTabSz="457200"/>
            <a:r>
              <a:rPr lang="en-GB"/>
              <a:t>and a second line if you want</a:t>
            </a:r>
          </a:p>
        </p:txBody>
      </p:sp>
      <p:sp>
        <p:nvSpPr>
          <p:cNvPr id="6" name="Picture Placeholder 9">
            <a:extLst>
              <a:ext uri="{FF2B5EF4-FFF2-40B4-BE49-F238E27FC236}">
                <a16:creationId xmlns:a16="http://schemas.microsoft.com/office/drawing/2014/main" id="{D2B8C1CF-95B5-081F-5A80-6CB5E96BE33A}"/>
              </a:ext>
            </a:extLst>
          </p:cNvPr>
          <p:cNvSpPr>
            <a:spLocks noGrp="1"/>
          </p:cNvSpPr>
          <p:nvPr>
            <p:ph type="pic" sz="quarter" idx="10"/>
          </p:nvPr>
        </p:nvSpPr>
        <p:spPr>
          <a:xfrm>
            <a:off x="-7800" y="0"/>
            <a:ext cx="12207600" cy="3423095"/>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15" name="Text Placeholder 17">
            <a:extLst>
              <a:ext uri="{FF2B5EF4-FFF2-40B4-BE49-F238E27FC236}">
                <a16:creationId xmlns:a16="http://schemas.microsoft.com/office/drawing/2014/main" id="{2624BB63-CFBE-6D38-67DC-89CBC68F70C2}"/>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a:t>Day Month Year</a:t>
            </a:r>
          </a:p>
        </p:txBody>
      </p:sp>
      <p:sp>
        <p:nvSpPr>
          <p:cNvPr id="16" name="Text Placeholder 17">
            <a:extLst>
              <a:ext uri="{FF2B5EF4-FFF2-40B4-BE49-F238E27FC236}">
                <a16:creationId xmlns:a16="http://schemas.microsoft.com/office/drawing/2014/main" id="{1451CECC-5C83-D778-3913-B2CDD34287D8}"/>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a:t>Name / Department</a:t>
            </a:r>
          </a:p>
        </p:txBody>
      </p:sp>
      <p:sp>
        <p:nvSpPr>
          <p:cNvPr id="2" name="Rectangle 1">
            <a:extLst>
              <a:ext uri="{FF2B5EF4-FFF2-40B4-BE49-F238E27FC236}">
                <a16:creationId xmlns:a16="http://schemas.microsoft.com/office/drawing/2014/main" id="{95C73865-D02A-2625-6337-BDBE32F1D7EC}"/>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18460945-1DD7-2F88-2D44-914A677CF93D}"/>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157859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5 Identifier">
    <p:bg>
      <p:bgPr>
        <a:solidFill>
          <a:schemeClr val="accent1"/>
        </a:solidFill>
        <a:effectLst/>
      </p:bgPr>
    </p:bg>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7F612221-5DCC-B9C7-12CD-382E9AD0DEFF}"/>
              </a:ext>
            </a:extLst>
          </p:cNvPr>
          <p:cNvSpPr>
            <a:spLocks noGrp="1"/>
          </p:cNvSpPr>
          <p:nvPr>
            <p:ph type="pic" sz="quarter" idx="10"/>
          </p:nvPr>
        </p:nvSpPr>
        <p:spPr>
          <a:xfrm>
            <a:off x="-7800" y="4154268"/>
            <a:ext cx="12207600" cy="2717800"/>
          </a:xfrm>
          <a:solidFill>
            <a:srgbClr val="A69F98"/>
          </a:solidFill>
          <a:ln>
            <a:noFill/>
          </a:ln>
        </p:spPr>
        <p:txBody>
          <a:bodyPr anchor="ctr"/>
          <a:lstStyle>
            <a:lvl1pPr marL="0" indent="0" algn="ctr">
              <a:buNone/>
              <a:defRPr>
                <a:solidFill>
                  <a:schemeClr val="bg1"/>
                </a:solidFill>
              </a:defRPr>
            </a:lvl1pPr>
          </a:lstStyle>
          <a:p>
            <a:r>
              <a:rPr lang="en-US"/>
              <a:t>Click icon to add picture</a:t>
            </a:r>
            <a:endParaRPr lang="en-GB"/>
          </a:p>
        </p:txBody>
      </p:sp>
      <p:pic>
        <p:nvPicPr>
          <p:cNvPr id="20" name="Picture 19">
            <a:extLst>
              <a:ext uri="{FF2B5EF4-FFF2-40B4-BE49-F238E27FC236}">
                <a16:creationId xmlns:a16="http://schemas.microsoft.com/office/drawing/2014/main" id="{304BDC80-8B12-5FC9-8B9A-F0B0DE7F000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26" name="Title 1">
            <a:extLst>
              <a:ext uri="{FF2B5EF4-FFF2-40B4-BE49-F238E27FC236}">
                <a16:creationId xmlns:a16="http://schemas.microsoft.com/office/drawing/2014/main" id="{3A341223-8BC3-AA03-4D74-C5D49C154CEC}"/>
              </a:ext>
            </a:extLst>
          </p:cNvPr>
          <p:cNvSpPr>
            <a:spLocks noGrp="1"/>
          </p:cNvSpPr>
          <p:nvPr>
            <p:ph type="ctrTitle" hasCustomPrompt="1"/>
          </p:nvPr>
        </p:nvSpPr>
        <p:spPr>
          <a:xfrm>
            <a:off x="1152522" y="1493109"/>
            <a:ext cx="9886954" cy="1754326"/>
          </a:xfrm>
          <a:prstGeom prst="rect">
            <a:avLst/>
          </a:prstGeom>
          <a:noFill/>
        </p:spPr>
        <p:txBody>
          <a:bodyPr wrap="square" rtlCol="0" anchor="t">
            <a:noAutofit/>
          </a:bodyPr>
          <a:lstStyle>
            <a:lvl1pPr algn="ctr">
              <a:defRPr lang="en-US" sz="5400" b="0" i="0" dirty="0">
                <a:solidFill>
                  <a:schemeClr val="bg1"/>
                </a:solidFill>
                <a:latin typeface="ING display" panose="020B0603030508020203" pitchFamily="34" charset="77"/>
                <a:ea typeface="+mn-ea"/>
                <a:cs typeface="+mn-cs"/>
              </a:defRPr>
            </a:lvl1pPr>
          </a:lstStyle>
          <a:p>
            <a:pPr marL="0" lvl="0" defTabSz="457200"/>
            <a:r>
              <a:rPr lang="en-GB"/>
              <a:t>Name your presentation</a:t>
            </a:r>
            <a:br>
              <a:rPr lang="en-GB"/>
            </a:br>
            <a:r>
              <a:rPr lang="en-GB"/>
              <a:t>and a second line if you want</a:t>
            </a:r>
          </a:p>
        </p:txBody>
      </p:sp>
      <p:sp>
        <p:nvSpPr>
          <p:cNvPr id="8" name="Rectangle 7">
            <a:extLst>
              <a:ext uri="{FF2B5EF4-FFF2-40B4-BE49-F238E27FC236}">
                <a16:creationId xmlns:a16="http://schemas.microsoft.com/office/drawing/2014/main" id="{3D8318CF-3CCD-3AF4-872F-CDD4B4333415}"/>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Rectangle 8">
            <a:extLst>
              <a:ext uri="{FF2B5EF4-FFF2-40B4-BE49-F238E27FC236}">
                <a16:creationId xmlns:a16="http://schemas.microsoft.com/office/drawing/2014/main" id="{BB0B124C-5F4C-4B6C-50E2-573641D4E037}"/>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24" name="Text Placeholder 17">
            <a:extLst>
              <a:ext uri="{FF2B5EF4-FFF2-40B4-BE49-F238E27FC236}">
                <a16:creationId xmlns:a16="http://schemas.microsoft.com/office/drawing/2014/main" id="{7FC8C9FB-5E98-BD41-56D5-454EA5077EF9}"/>
              </a:ext>
            </a:extLst>
          </p:cNvPr>
          <p:cNvSpPr>
            <a:spLocks noGrp="1"/>
          </p:cNvSpPr>
          <p:nvPr>
            <p:ph type="body" sz="quarter" idx="11" hasCustomPrompt="1"/>
          </p:nvPr>
        </p:nvSpPr>
        <p:spPr>
          <a:xfrm>
            <a:off x="3449770" y="3565061"/>
            <a:ext cx="2551524" cy="365125"/>
          </a:xfrm>
        </p:spPr>
        <p:txBody>
          <a:bodyPr anchor="ctr"/>
          <a:lstStyle>
            <a:lvl1pPr algn="r">
              <a:defRPr b="1">
                <a:solidFill>
                  <a:schemeClr val="bg1"/>
                </a:solidFill>
              </a:defRPr>
            </a:lvl1pPr>
          </a:lstStyle>
          <a:p>
            <a:pPr lvl="0"/>
            <a:r>
              <a:rPr lang="en-GB" noProof="0"/>
              <a:t>Day Month Year</a:t>
            </a:r>
          </a:p>
        </p:txBody>
      </p:sp>
      <p:sp>
        <p:nvSpPr>
          <p:cNvPr id="25" name="Text Placeholder 17">
            <a:extLst>
              <a:ext uri="{FF2B5EF4-FFF2-40B4-BE49-F238E27FC236}">
                <a16:creationId xmlns:a16="http://schemas.microsoft.com/office/drawing/2014/main" id="{E886B41F-6504-6D27-A3AB-0AF7E595BB23}"/>
              </a:ext>
            </a:extLst>
          </p:cNvPr>
          <p:cNvSpPr>
            <a:spLocks noGrp="1"/>
          </p:cNvSpPr>
          <p:nvPr>
            <p:ph type="body" sz="quarter" idx="12" hasCustomPrompt="1"/>
          </p:nvPr>
        </p:nvSpPr>
        <p:spPr>
          <a:xfrm>
            <a:off x="6190707" y="3565061"/>
            <a:ext cx="4848769" cy="365125"/>
          </a:xfrm>
        </p:spPr>
        <p:txBody>
          <a:bodyPr anchor="ctr"/>
          <a:lstStyle>
            <a:lvl1pPr algn="l">
              <a:defRPr b="1">
                <a:solidFill>
                  <a:schemeClr val="bg1"/>
                </a:solidFill>
              </a:defRPr>
            </a:lvl1pPr>
          </a:lstStyle>
          <a:p>
            <a:pPr lvl="0"/>
            <a:r>
              <a:rPr lang="en-GB"/>
              <a:t>Name / Department</a:t>
            </a:r>
          </a:p>
        </p:txBody>
      </p:sp>
      <p:sp>
        <p:nvSpPr>
          <p:cNvPr id="2" name="Rectangle 1">
            <a:extLst>
              <a:ext uri="{FF2B5EF4-FFF2-40B4-BE49-F238E27FC236}">
                <a16:creationId xmlns:a16="http://schemas.microsoft.com/office/drawing/2014/main" id="{E99E76A2-D5A0-8F16-AEC9-217A40AE0163}"/>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90EEDE7A-90F8-1208-8788-789421A26C21}"/>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2399257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5 Logo">
    <p:bg>
      <p:bgPr>
        <a:solidFill>
          <a:schemeClr val="accent1"/>
        </a:solidFill>
        <a:effectLst/>
      </p:bgPr>
    </p:bg>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148508B3-0D8F-45FC-2C23-DCC551FCF4E5}"/>
              </a:ext>
            </a:extLst>
          </p:cNvPr>
          <p:cNvSpPr>
            <a:spLocks noGrp="1"/>
          </p:cNvSpPr>
          <p:nvPr>
            <p:ph type="ctrTitle" hasCustomPrompt="1"/>
          </p:nvPr>
        </p:nvSpPr>
        <p:spPr>
          <a:xfrm>
            <a:off x="1152522" y="1493109"/>
            <a:ext cx="9886954" cy="1754326"/>
          </a:xfrm>
          <a:prstGeom prst="rect">
            <a:avLst/>
          </a:prstGeom>
          <a:noFill/>
        </p:spPr>
        <p:txBody>
          <a:bodyPr wrap="square" rtlCol="0" anchor="t">
            <a:noAutofit/>
          </a:bodyPr>
          <a:lstStyle>
            <a:lvl1pPr algn="ctr">
              <a:defRPr lang="en-US" sz="5400" b="0" i="0" dirty="0">
                <a:solidFill>
                  <a:schemeClr val="bg1"/>
                </a:solidFill>
                <a:latin typeface="ING display" panose="020B0603030508020203" pitchFamily="34" charset="77"/>
                <a:ea typeface="+mn-ea"/>
                <a:cs typeface="+mn-cs"/>
              </a:defRPr>
            </a:lvl1pPr>
          </a:lstStyle>
          <a:p>
            <a:pPr marL="0" lvl="0" defTabSz="457200"/>
            <a:r>
              <a:rPr lang="en-GB"/>
              <a:t>Name your presentation</a:t>
            </a:r>
            <a:br>
              <a:rPr lang="en-GB"/>
            </a:br>
            <a:r>
              <a:rPr lang="en-GB"/>
              <a:t>and a second line if you want</a:t>
            </a:r>
          </a:p>
        </p:txBody>
      </p:sp>
      <p:pic>
        <p:nvPicPr>
          <p:cNvPr id="30" name="Picture 29">
            <a:extLst>
              <a:ext uri="{FF2B5EF4-FFF2-40B4-BE49-F238E27FC236}">
                <a16:creationId xmlns:a16="http://schemas.microsoft.com/office/drawing/2014/main" id="{340D143C-4BA4-770A-103A-9636E31B9F2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6" name="Rectangle 5">
            <a:extLst>
              <a:ext uri="{FF2B5EF4-FFF2-40B4-BE49-F238E27FC236}">
                <a16:creationId xmlns:a16="http://schemas.microsoft.com/office/drawing/2014/main" id="{8B669B3C-7E4A-3663-6F27-33A96A1AB047}"/>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34AF9926-9CA9-650C-53C4-3CCBF3A68F0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4" name="Picture Placeholder 9">
            <a:extLst>
              <a:ext uri="{FF2B5EF4-FFF2-40B4-BE49-F238E27FC236}">
                <a16:creationId xmlns:a16="http://schemas.microsoft.com/office/drawing/2014/main" id="{5C17DFC7-8246-9C9D-4E68-D83C95E48DDB}"/>
              </a:ext>
            </a:extLst>
          </p:cNvPr>
          <p:cNvSpPr>
            <a:spLocks noGrp="1"/>
          </p:cNvSpPr>
          <p:nvPr>
            <p:ph type="pic" sz="quarter" idx="10"/>
          </p:nvPr>
        </p:nvSpPr>
        <p:spPr>
          <a:xfrm>
            <a:off x="-7800" y="4154268"/>
            <a:ext cx="12207600" cy="2717800"/>
          </a:xfrm>
          <a:solidFill>
            <a:srgbClr val="A69F98"/>
          </a:solidFill>
          <a:ln>
            <a:noFill/>
          </a:ln>
        </p:spPr>
        <p:txBody>
          <a:bodyPr anchor="ctr"/>
          <a:lstStyle>
            <a:lvl1pPr marL="0" indent="0" algn="ctr">
              <a:buNone/>
              <a:defRPr>
                <a:solidFill>
                  <a:schemeClr val="bg1"/>
                </a:solidFill>
              </a:defRPr>
            </a:lvl1pPr>
          </a:lstStyle>
          <a:p>
            <a:r>
              <a:rPr lang="en-US"/>
              <a:t>Click icon to add picture</a:t>
            </a:r>
            <a:endParaRPr lang="en-GB"/>
          </a:p>
        </p:txBody>
      </p:sp>
      <p:sp>
        <p:nvSpPr>
          <p:cNvPr id="13" name="Text Placeholder 17">
            <a:extLst>
              <a:ext uri="{FF2B5EF4-FFF2-40B4-BE49-F238E27FC236}">
                <a16:creationId xmlns:a16="http://schemas.microsoft.com/office/drawing/2014/main" id="{0DE2312C-7CDA-866B-87EF-6CC66203D409}"/>
              </a:ext>
            </a:extLst>
          </p:cNvPr>
          <p:cNvSpPr>
            <a:spLocks noGrp="1"/>
          </p:cNvSpPr>
          <p:nvPr>
            <p:ph type="body" sz="quarter" idx="11" hasCustomPrompt="1"/>
          </p:nvPr>
        </p:nvSpPr>
        <p:spPr>
          <a:xfrm>
            <a:off x="3449770" y="3565061"/>
            <a:ext cx="2551524" cy="365125"/>
          </a:xfrm>
        </p:spPr>
        <p:txBody>
          <a:bodyPr anchor="ctr"/>
          <a:lstStyle>
            <a:lvl1pPr algn="r">
              <a:defRPr b="1">
                <a:solidFill>
                  <a:schemeClr val="bg1"/>
                </a:solidFill>
              </a:defRPr>
            </a:lvl1pPr>
          </a:lstStyle>
          <a:p>
            <a:pPr lvl="0"/>
            <a:r>
              <a:rPr lang="en-GB"/>
              <a:t>Day Month Year</a:t>
            </a:r>
          </a:p>
        </p:txBody>
      </p:sp>
      <p:sp>
        <p:nvSpPr>
          <p:cNvPr id="14" name="Text Placeholder 17">
            <a:extLst>
              <a:ext uri="{FF2B5EF4-FFF2-40B4-BE49-F238E27FC236}">
                <a16:creationId xmlns:a16="http://schemas.microsoft.com/office/drawing/2014/main" id="{12C4089B-C23C-95C1-CD26-2742CA9C7DA1}"/>
              </a:ext>
            </a:extLst>
          </p:cNvPr>
          <p:cNvSpPr>
            <a:spLocks noGrp="1"/>
          </p:cNvSpPr>
          <p:nvPr>
            <p:ph type="body" sz="quarter" idx="12" hasCustomPrompt="1"/>
          </p:nvPr>
        </p:nvSpPr>
        <p:spPr>
          <a:xfrm>
            <a:off x="6190707" y="3565061"/>
            <a:ext cx="4848769" cy="365125"/>
          </a:xfrm>
        </p:spPr>
        <p:txBody>
          <a:bodyPr anchor="ctr"/>
          <a:lstStyle>
            <a:lvl1pPr algn="l">
              <a:defRPr b="1">
                <a:solidFill>
                  <a:schemeClr val="bg1"/>
                </a:solidFill>
              </a:defRPr>
            </a:lvl1pPr>
          </a:lstStyle>
          <a:p>
            <a:pPr lvl="0"/>
            <a:r>
              <a:rPr lang="en-GB"/>
              <a:t>Name / Department</a:t>
            </a:r>
          </a:p>
        </p:txBody>
      </p:sp>
      <p:sp>
        <p:nvSpPr>
          <p:cNvPr id="2" name="Rectangle 1">
            <a:extLst>
              <a:ext uri="{FF2B5EF4-FFF2-40B4-BE49-F238E27FC236}">
                <a16:creationId xmlns:a16="http://schemas.microsoft.com/office/drawing/2014/main" id="{42E71148-6CEE-5504-4CF2-C7C5A4C856C0}"/>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0856C750-7ABF-E7F9-C067-DD587C69634D}"/>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2934438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dex 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C00CCAA-D463-3023-8E1F-EDBA59F56C36}"/>
              </a:ext>
            </a:extLst>
          </p:cNvPr>
          <p:cNvSpPr>
            <a:spLocks noGrp="1"/>
          </p:cNvSpPr>
          <p:nvPr>
            <p:ph type="title" hasCustomPrompt="1"/>
          </p:nvPr>
        </p:nvSpPr>
        <p:spPr>
          <a:xfrm>
            <a:off x="300736" y="256064"/>
            <a:ext cx="6496304" cy="646331"/>
          </a:xfrm>
          <a:prstGeom prst="rect">
            <a:avLst/>
          </a:prstGeom>
        </p:spPr>
        <p:txBody>
          <a:bodyPr vert="horz" lIns="91440" tIns="45720" rIns="91440" bIns="45720" rtlCol="0" anchor="t" anchorCtr="0">
            <a:spAutoFit/>
          </a:bodyPr>
          <a:lstStyle>
            <a:lvl1pPr>
              <a:defRPr b="0" i="0">
                <a:solidFill>
                  <a:srgbClr val="FF6200"/>
                </a:solidFill>
                <a:latin typeface="ING display" panose="020B0603030508020203" pitchFamily="34" charset="77"/>
              </a:defRPr>
            </a:lvl1pPr>
          </a:lstStyle>
          <a:p>
            <a:r>
              <a:rPr lang="en-GB"/>
              <a:t>Index or Agenda</a:t>
            </a:r>
          </a:p>
        </p:txBody>
      </p:sp>
      <p:sp>
        <p:nvSpPr>
          <p:cNvPr id="26" name="Text Placeholder 25">
            <a:extLst>
              <a:ext uri="{FF2B5EF4-FFF2-40B4-BE49-F238E27FC236}">
                <a16:creationId xmlns:a16="http://schemas.microsoft.com/office/drawing/2014/main" id="{EA780F60-DBAF-FC97-D615-6404FA28A27C}"/>
              </a:ext>
            </a:extLst>
          </p:cNvPr>
          <p:cNvSpPr>
            <a:spLocks noGrp="1"/>
          </p:cNvSpPr>
          <p:nvPr>
            <p:ph type="body" sz="quarter" idx="14" hasCustomPrompt="1"/>
          </p:nvPr>
        </p:nvSpPr>
        <p:spPr>
          <a:xfrm>
            <a:off x="956056" y="2294682"/>
            <a:ext cx="5139944" cy="4046093"/>
          </a:xfrm>
        </p:spPr>
        <p:txBody>
          <a:bodyPr>
            <a:noAutofit/>
          </a:bodyPr>
          <a:lstStyle>
            <a:lvl1pPr marL="342900" indent="-342900">
              <a:lnSpc>
                <a:spcPct val="100000"/>
              </a:lnSpc>
              <a:spcBef>
                <a:spcPts val="1000"/>
              </a:spcBef>
              <a:buFont typeface="Arial" panose="020B0604020202020204" pitchFamily="34" charset="0"/>
              <a:buChar char="•"/>
              <a:defRPr sz="1400"/>
            </a:lvl1pPr>
            <a:lvl2pPr marL="800100" indent="-342900">
              <a:buFont typeface="Arial" panose="020B0604020202020204" pitchFamily="34" charset="0"/>
              <a:buChar char="•"/>
              <a:defRPr sz="1400"/>
            </a:lvl2pPr>
            <a:lvl3pPr marL="1200150" indent="-285750">
              <a:buFont typeface="Arial" panose="020B0604020202020204" pitchFamily="34" charset="0"/>
              <a:buChar char="•"/>
              <a:defRPr sz="14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a:lvl5pPr>
            <a:lvl6pPr>
              <a:defRPr sz="1400"/>
            </a:lvl6pPr>
            <a:lvl7pPr>
              <a:defRPr sz="1400"/>
            </a:lvl7pPr>
            <a:lvl8pPr>
              <a:defRPr sz="1400"/>
            </a:lvl8pPr>
            <a:lvl9pPr>
              <a:defRPr sz="1400"/>
            </a:lvl9pPr>
          </a:lstStyle>
          <a:p>
            <a:pPr lvl="0"/>
            <a:r>
              <a:rPr lang="en-GB"/>
              <a:t>Chapter titles goes here</a:t>
            </a:r>
          </a:p>
          <a:p>
            <a:pPr lvl="0"/>
            <a:endParaRPr lang="en-GB"/>
          </a:p>
          <a:p>
            <a:pPr lvl="0"/>
            <a:endParaRPr lang="en-GB"/>
          </a:p>
        </p:txBody>
      </p:sp>
      <p:sp>
        <p:nvSpPr>
          <p:cNvPr id="6" name="Text Placeholder 21">
            <a:extLst>
              <a:ext uri="{FF2B5EF4-FFF2-40B4-BE49-F238E27FC236}">
                <a16:creationId xmlns:a16="http://schemas.microsoft.com/office/drawing/2014/main" id="{F713946D-B33B-8F25-DEBD-2D5662E63CA7}"/>
              </a:ext>
            </a:extLst>
          </p:cNvPr>
          <p:cNvSpPr>
            <a:spLocks noGrp="1"/>
          </p:cNvSpPr>
          <p:nvPr>
            <p:ph type="body" sz="quarter" idx="15" hasCustomPrompt="1"/>
          </p:nvPr>
        </p:nvSpPr>
        <p:spPr>
          <a:xfrm>
            <a:off x="6488176" y="1700979"/>
            <a:ext cx="5167898" cy="386901"/>
          </a:xfrm>
        </p:spPr>
        <p:txBody>
          <a:bodyPr vert="horz" lIns="91440" tIns="45720" rIns="91440" bIns="45720" rtlCol="0" anchor="b" anchorCtr="0">
            <a:noAutofit/>
          </a:bodyPr>
          <a:lstStyle>
            <a:lvl1pPr marL="0" indent="0">
              <a:buNone/>
              <a:defRPr lang="en-NL" sz="2000" b="1" i="0" dirty="0">
                <a:latin typeface="ING Me" panose="02000506040000020004" pitchFamily="2" charset="0"/>
                <a:cs typeface="ING Me" panose="02000506040000020004" pitchFamily="2" charset="0"/>
              </a:defRPr>
            </a:lvl1pPr>
          </a:lstStyle>
          <a:p>
            <a:pPr marL="228600" lvl="0" indent="-228600"/>
            <a:r>
              <a:rPr lang="en-GB"/>
              <a:t>Second headline</a:t>
            </a:r>
          </a:p>
        </p:txBody>
      </p:sp>
      <p:sp>
        <p:nvSpPr>
          <p:cNvPr id="3" name="Text Placeholder 21">
            <a:extLst>
              <a:ext uri="{FF2B5EF4-FFF2-40B4-BE49-F238E27FC236}">
                <a16:creationId xmlns:a16="http://schemas.microsoft.com/office/drawing/2014/main" id="{05769A12-B68E-1C17-42BA-49A5E50F73ED}"/>
              </a:ext>
            </a:extLst>
          </p:cNvPr>
          <p:cNvSpPr>
            <a:spLocks noGrp="1"/>
          </p:cNvSpPr>
          <p:nvPr>
            <p:ph type="body" sz="quarter" idx="11" hasCustomPrompt="1"/>
          </p:nvPr>
        </p:nvSpPr>
        <p:spPr>
          <a:xfrm>
            <a:off x="956056" y="1700979"/>
            <a:ext cx="5167898" cy="386901"/>
          </a:xfrm>
        </p:spPr>
        <p:txBody>
          <a:bodyPr anchor="b" anchorCtr="0">
            <a:noAutofit/>
          </a:bodyPr>
          <a:lstStyle>
            <a:lvl1pPr marL="0" indent="0">
              <a:buNone/>
              <a:defRPr sz="2000" b="1" i="0">
                <a:solidFill>
                  <a:schemeClr val="tx1"/>
                </a:solidFill>
                <a:latin typeface="ING Me" panose="02000506040000020004" pitchFamily="2" charset="0"/>
                <a:cs typeface="ING Me" panose="02000506040000020004" pitchFamily="2" charset="0"/>
              </a:defRPr>
            </a:lvl1pPr>
          </a:lstStyle>
          <a:p>
            <a:pPr lvl="0"/>
            <a:r>
              <a:rPr lang="en-GB"/>
              <a:t>One headline</a:t>
            </a:r>
          </a:p>
        </p:txBody>
      </p:sp>
      <p:sp>
        <p:nvSpPr>
          <p:cNvPr id="2" name="Rectangle 1">
            <a:extLst>
              <a:ext uri="{FF2B5EF4-FFF2-40B4-BE49-F238E27FC236}">
                <a16:creationId xmlns:a16="http://schemas.microsoft.com/office/drawing/2014/main" id="{3966B200-D205-9C2D-95E8-A20342797EA6}"/>
              </a:ext>
            </a:extLst>
          </p:cNvPr>
          <p:cNvSpPr>
            <a:spLocks noChangeArrowheads="1"/>
          </p:cNvSpPr>
          <p:nvPr userDrawn="1"/>
        </p:nvSpPr>
        <p:spPr bwMode="gray">
          <a:xfrm>
            <a:off x="-281511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8" name="Slide Number Placeholder 7">
            <a:extLst>
              <a:ext uri="{FF2B5EF4-FFF2-40B4-BE49-F238E27FC236}">
                <a16:creationId xmlns:a16="http://schemas.microsoft.com/office/drawing/2014/main" id="{9DB42DC2-A39C-4488-D860-0B5E15F5DF57}"/>
              </a:ext>
            </a:extLst>
          </p:cNvPr>
          <p:cNvSpPr>
            <a:spLocks noGrp="1"/>
          </p:cNvSpPr>
          <p:nvPr>
            <p:ph type="sldNum" sz="quarter" idx="18"/>
          </p:nvPr>
        </p:nvSpPr>
        <p:spPr/>
        <p:txBody>
          <a:bodyPr/>
          <a:lstStyle/>
          <a:p>
            <a:fld id="{A56DC5C3-3BE5-034A-8352-A8E8F559C4F3}" type="slidenum">
              <a:rPr lang="en-GB" smtClean="0"/>
              <a:pPr/>
              <a:t>‹#›</a:t>
            </a:fld>
            <a:endParaRPr lang="en-GB"/>
          </a:p>
        </p:txBody>
      </p:sp>
      <p:sp>
        <p:nvSpPr>
          <p:cNvPr id="7" name="Text Placeholder 25">
            <a:extLst>
              <a:ext uri="{FF2B5EF4-FFF2-40B4-BE49-F238E27FC236}">
                <a16:creationId xmlns:a16="http://schemas.microsoft.com/office/drawing/2014/main" id="{15319C92-DA86-31DA-07C1-42646CBA911F}"/>
              </a:ext>
            </a:extLst>
          </p:cNvPr>
          <p:cNvSpPr>
            <a:spLocks noGrp="1"/>
          </p:cNvSpPr>
          <p:nvPr>
            <p:ph type="body" sz="quarter" idx="19" hasCustomPrompt="1"/>
          </p:nvPr>
        </p:nvSpPr>
        <p:spPr>
          <a:xfrm>
            <a:off x="6488176" y="2294682"/>
            <a:ext cx="5139944" cy="4046093"/>
          </a:xfrm>
        </p:spPr>
        <p:txBody>
          <a:bodyPr>
            <a:noAutofit/>
          </a:bodyPr>
          <a:lstStyle>
            <a:lvl1pPr marL="342900" indent="-342900">
              <a:lnSpc>
                <a:spcPct val="100000"/>
              </a:lnSpc>
              <a:spcBef>
                <a:spcPts val="1000"/>
              </a:spcBef>
              <a:buFont typeface="Arial" panose="020B0604020202020204" pitchFamily="34" charset="0"/>
              <a:buChar char="•"/>
              <a:defRPr sz="1400"/>
            </a:lvl1pPr>
            <a:lvl2pPr marL="800100" indent="-342900">
              <a:buFont typeface="Arial" panose="020B0604020202020204" pitchFamily="34" charset="0"/>
              <a:buChar char="•"/>
              <a:defRPr sz="1400"/>
            </a:lvl2pPr>
            <a:lvl3pPr marL="1200150" indent="-285750">
              <a:buFont typeface="Arial" panose="020B0604020202020204" pitchFamily="34" charset="0"/>
              <a:buChar char="•"/>
              <a:defRPr sz="14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a:lvl5pPr>
            <a:lvl6pPr>
              <a:defRPr sz="1400"/>
            </a:lvl6pPr>
            <a:lvl7pPr>
              <a:defRPr sz="1400"/>
            </a:lvl7pPr>
            <a:lvl8pPr>
              <a:defRPr sz="1400"/>
            </a:lvl8pPr>
            <a:lvl9pPr>
              <a:defRPr sz="1400"/>
            </a:lvl9pPr>
          </a:lstStyle>
          <a:p>
            <a:pPr lvl="0"/>
            <a:r>
              <a:rPr lang="en-GB"/>
              <a:t>Chapter titles goes here</a:t>
            </a:r>
          </a:p>
          <a:p>
            <a:pPr lvl="0"/>
            <a:endParaRPr lang="en-GB"/>
          </a:p>
          <a:p>
            <a:pPr lvl="0"/>
            <a:endParaRPr lang="en-GB"/>
          </a:p>
        </p:txBody>
      </p:sp>
    </p:spTree>
    <p:extLst>
      <p:ext uri="{BB962C8B-B14F-4D97-AF65-F5344CB8AC3E}">
        <p14:creationId xmlns:p14="http://schemas.microsoft.com/office/powerpoint/2010/main" val="2866045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dex 2">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94088D-DFE6-B222-B059-E86B4E57043A}"/>
              </a:ext>
            </a:extLst>
          </p:cNvPr>
          <p:cNvSpPr>
            <a:spLocks noGrp="1"/>
          </p:cNvSpPr>
          <p:nvPr>
            <p:ph type="title" hasCustomPrompt="1"/>
          </p:nvPr>
        </p:nvSpPr>
        <p:spPr>
          <a:xfrm>
            <a:off x="300736" y="256064"/>
            <a:ext cx="6496304" cy="646331"/>
          </a:xfrm>
          <a:prstGeom prst="rect">
            <a:avLst/>
          </a:prstGeom>
        </p:spPr>
        <p:txBody>
          <a:bodyPr vert="horz" lIns="91440" tIns="45720" rIns="91440" bIns="45720" rtlCol="0" anchor="t" anchorCtr="0">
            <a:spAutoFit/>
          </a:bodyPr>
          <a:lstStyle>
            <a:lvl1pPr>
              <a:defRPr b="0" i="0">
                <a:solidFill>
                  <a:srgbClr val="FF6200"/>
                </a:solidFill>
                <a:latin typeface="ING display" panose="020B0603030508020203" pitchFamily="34" charset="77"/>
              </a:defRPr>
            </a:lvl1pPr>
          </a:lstStyle>
          <a:p>
            <a:r>
              <a:rPr lang="en-GB"/>
              <a:t>Index or Agenda</a:t>
            </a:r>
          </a:p>
        </p:txBody>
      </p:sp>
      <p:sp>
        <p:nvSpPr>
          <p:cNvPr id="8" name="Text Placeholder 21">
            <a:extLst>
              <a:ext uri="{FF2B5EF4-FFF2-40B4-BE49-F238E27FC236}">
                <a16:creationId xmlns:a16="http://schemas.microsoft.com/office/drawing/2014/main" id="{A8E06133-D27B-8B21-9A56-8D4B2DE30B93}"/>
              </a:ext>
            </a:extLst>
          </p:cNvPr>
          <p:cNvSpPr>
            <a:spLocks noGrp="1"/>
          </p:cNvSpPr>
          <p:nvPr>
            <p:ph type="body" sz="quarter" idx="11" hasCustomPrompt="1"/>
          </p:nvPr>
        </p:nvSpPr>
        <p:spPr>
          <a:xfrm>
            <a:off x="956056" y="1700979"/>
            <a:ext cx="5167898" cy="386901"/>
          </a:xfrm>
        </p:spPr>
        <p:txBody>
          <a:bodyPr anchor="b" anchorCtr="0">
            <a:noAutofit/>
          </a:bodyPr>
          <a:lstStyle>
            <a:lvl1pPr marL="0" indent="0">
              <a:buFont typeface="Arial" panose="020B0604020202020204" pitchFamily="34" charset="0"/>
              <a:buNone/>
              <a:defRPr sz="2000" b="1" i="0">
                <a:solidFill>
                  <a:schemeClr val="tx1"/>
                </a:solidFill>
                <a:latin typeface="ING Me" panose="02000506040000020004" pitchFamily="2" charset="0"/>
                <a:cs typeface="ING Me" panose="02000506040000020004" pitchFamily="2" charset="0"/>
              </a:defRPr>
            </a:lvl1pPr>
          </a:lstStyle>
          <a:p>
            <a:pPr lvl="0"/>
            <a:r>
              <a:rPr lang="en-GB"/>
              <a:t>One headline</a:t>
            </a:r>
          </a:p>
        </p:txBody>
      </p:sp>
      <p:sp>
        <p:nvSpPr>
          <p:cNvPr id="3" name="Rectangle 2">
            <a:extLst>
              <a:ext uri="{FF2B5EF4-FFF2-40B4-BE49-F238E27FC236}">
                <a16:creationId xmlns:a16="http://schemas.microsoft.com/office/drawing/2014/main" id="{512549DD-87EE-CD1D-BAE3-5602F26E44CA}"/>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D2608D4C-0627-C371-10F0-3EFA3A210F14}"/>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5" name="Picture Placeholder 6">
            <a:extLst>
              <a:ext uri="{FF2B5EF4-FFF2-40B4-BE49-F238E27FC236}">
                <a16:creationId xmlns:a16="http://schemas.microsoft.com/office/drawing/2014/main" id="{74674ED3-06B3-7887-FEC8-B264530D948A}"/>
              </a:ext>
            </a:extLst>
          </p:cNvPr>
          <p:cNvSpPr>
            <a:spLocks noGrp="1"/>
          </p:cNvSpPr>
          <p:nvPr>
            <p:ph type="pic" sz="quarter" idx="10"/>
          </p:nvPr>
        </p:nvSpPr>
        <p:spPr>
          <a:xfrm>
            <a:off x="8152677"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7" name="Text Placeholder 25">
            <a:extLst>
              <a:ext uri="{FF2B5EF4-FFF2-40B4-BE49-F238E27FC236}">
                <a16:creationId xmlns:a16="http://schemas.microsoft.com/office/drawing/2014/main" id="{F71D162C-0A82-A325-C1D5-883A13AE27FB}"/>
              </a:ext>
            </a:extLst>
          </p:cNvPr>
          <p:cNvSpPr>
            <a:spLocks noGrp="1"/>
          </p:cNvSpPr>
          <p:nvPr>
            <p:ph type="body" sz="quarter" idx="14" hasCustomPrompt="1"/>
          </p:nvPr>
        </p:nvSpPr>
        <p:spPr>
          <a:xfrm>
            <a:off x="956056" y="2294682"/>
            <a:ext cx="5139944" cy="4046093"/>
          </a:xfrm>
        </p:spPr>
        <p:txBody>
          <a:bodyPr>
            <a:noAutofit/>
          </a:bodyPr>
          <a:lstStyle>
            <a:lvl1pPr marL="342900" indent="-342900">
              <a:lnSpc>
                <a:spcPct val="100000"/>
              </a:lnSpc>
              <a:buFont typeface="Arial" panose="020B0604020202020204" pitchFamily="34" charset="0"/>
              <a:buChar char="•"/>
              <a:defRPr sz="1400"/>
            </a:lvl1pPr>
            <a:lvl2pPr marL="800100" indent="-342900">
              <a:buFont typeface="Arial" panose="020B0604020202020204" pitchFamily="34" charset="0"/>
              <a:buChar char="•"/>
              <a:defRPr sz="1400"/>
            </a:lvl2pPr>
            <a:lvl3pPr>
              <a:defRPr sz="1400"/>
            </a:lvl3pPr>
            <a:lvl4pPr>
              <a:defRPr sz="1400"/>
            </a:lvl4pPr>
            <a:lvl6pPr>
              <a:defRPr sz="1400"/>
            </a:lvl6pPr>
            <a:lvl7pPr>
              <a:defRPr sz="1400"/>
            </a:lvl7pPr>
            <a:lvl8pPr>
              <a:defRPr sz="1400"/>
            </a:lvl8pPr>
            <a:lvl9pPr>
              <a:defRPr sz="1400"/>
            </a:lvl9pPr>
          </a:lstStyle>
          <a:p>
            <a:pPr lvl="0"/>
            <a:r>
              <a:rPr lang="en-GB"/>
              <a:t>Chapter titles goes here</a:t>
            </a:r>
          </a:p>
          <a:p>
            <a:pPr lvl="0"/>
            <a:endParaRPr lang="en-GB"/>
          </a:p>
          <a:p>
            <a:pPr lvl="0"/>
            <a:endParaRPr lang="en-GB"/>
          </a:p>
          <a:p>
            <a:pPr lvl="0"/>
            <a:endParaRPr lang="en-GB"/>
          </a:p>
        </p:txBody>
      </p:sp>
    </p:spTree>
    <p:extLst>
      <p:ext uri="{BB962C8B-B14F-4D97-AF65-F5344CB8AC3E}">
        <p14:creationId xmlns:p14="http://schemas.microsoft.com/office/powerpoint/2010/main" val="11351657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dex 3">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5ADDFA17-58A7-F33D-A90D-C89C49FD1131}"/>
              </a:ext>
            </a:extLst>
          </p:cNvPr>
          <p:cNvSpPr>
            <a:spLocks noGrp="1"/>
          </p:cNvSpPr>
          <p:nvPr>
            <p:ph type="title" hasCustomPrompt="1"/>
          </p:nvPr>
        </p:nvSpPr>
        <p:spPr>
          <a:xfrm>
            <a:off x="4567936" y="256064"/>
            <a:ext cx="6496304" cy="646331"/>
          </a:xfrm>
          <a:prstGeom prst="rect">
            <a:avLst/>
          </a:prstGeom>
        </p:spPr>
        <p:txBody>
          <a:bodyPr vert="horz" lIns="91440" tIns="45720" rIns="91440" bIns="45720" rtlCol="0" anchor="t" anchorCtr="0">
            <a:spAutoFit/>
          </a:bodyPr>
          <a:lstStyle>
            <a:lvl1pPr>
              <a:defRPr b="0" i="0">
                <a:solidFill>
                  <a:srgbClr val="FF6200"/>
                </a:solidFill>
                <a:latin typeface="ING display" panose="020B0603030508020203" pitchFamily="34" charset="77"/>
              </a:defRPr>
            </a:lvl1pPr>
          </a:lstStyle>
          <a:p>
            <a:r>
              <a:rPr lang="en-GB"/>
              <a:t>Index or Agenda</a:t>
            </a:r>
          </a:p>
        </p:txBody>
      </p:sp>
      <p:sp>
        <p:nvSpPr>
          <p:cNvPr id="5" name="Picture Placeholder 6">
            <a:extLst>
              <a:ext uri="{FF2B5EF4-FFF2-40B4-BE49-F238E27FC236}">
                <a16:creationId xmlns:a16="http://schemas.microsoft.com/office/drawing/2014/main" id="{B702AF4A-94F9-2BE8-C30E-5C86CDDBE6B7}"/>
              </a:ext>
            </a:extLst>
          </p:cNvPr>
          <p:cNvSpPr>
            <a:spLocks noGrp="1"/>
          </p:cNvSpPr>
          <p:nvPr>
            <p:ph type="pic" sz="quarter" idx="10"/>
          </p:nvPr>
        </p:nvSpPr>
        <p:spPr>
          <a:xfrm>
            <a:off x="0"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6" name="Text Placeholder 21">
            <a:extLst>
              <a:ext uri="{FF2B5EF4-FFF2-40B4-BE49-F238E27FC236}">
                <a16:creationId xmlns:a16="http://schemas.microsoft.com/office/drawing/2014/main" id="{061D8306-4AF6-14FD-6C14-7FE748F97B5C}"/>
              </a:ext>
            </a:extLst>
          </p:cNvPr>
          <p:cNvSpPr>
            <a:spLocks noGrp="1"/>
          </p:cNvSpPr>
          <p:nvPr>
            <p:ph type="body" sz="quarter" idx="11" hasCustomPrompt="1"/>
          </p:nvPr>
        </p:nvSpPr>
        <p:spPr>
          <a:xfrm>
            <a:off x="4567936" y="1700979"/>
            <a:ext cx="5167898" cy="386901"/>
          </a:xfrm>
        </p:spPr>
        <p:txBody>
          <a:bodyPr vert="horz" lIns="91440" tIns="45720" rIns="91440" bIns="45720" rtlCol="0" anchor="b" anchorCtr="0">
            <a:noAutofit/>
          </a:bodyPr>
          <a:lstStyle>
            <a:lvl1pPr marL="0" indent="0">
              <a:buNone/>
              <a:defRPr lang="en-NL" sz="2000" b="1" i="0" dirty="0"/>
            </a:lvl1pPr>
          </a:lstStyle>
          <a:p>
            <a:pPr marL="228600" lvl="0" indent="-228600"/>
            <a:r>
              <a:rPr lang="en-GB"/>
              <a:t>One headline</a:t>
            </a:r>
          </a:p>
        </p:txBody>
      </p:sp>
      <p:sp>
        <p:nvSpPr>
          <p:cNvPr id="2" name="Rectangle 1">
            <a:extLst>
              <a:ext uri="{FF2B5EF4-FFF2-40B4-BE49-F238E27FC236}">
                <a16:creationId xmlns:a16="http://schemas.microsoft.com/office/drawing/2014/main" id="{125A7168-23E6-E38C-3D1C-630FCF807E96}"/>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9FDBBE93-EBC9-64C8-B589-CAA157472CF2}"/>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Text Placeholder 25">
            <a:extLst>
              <a:ext uri="{FF2B5EF4-FFF2-40B4-BE49-F238E27FC236}">
                <a16:creationId xmlns:a16="http://schemas.microsoft.com/office/drawing/2014/main" id="{3F7C407C-9C00-B7B6-AD77-222090BCD1CD}"/>
              </a:ext>
            </a:extLst>
          </p:cNvPr>
          <p:cNvSpPr>
            <a:spLocks noGrp="1"/>
          </p:cNvSpPr>
          <p:nvPr>
            <p:ph type="body" sz="quarter" idx="14" hasCustomPrompt="1"/>
          </p:nvPr>
        </p:nvSpPr>
        <p:spPr>
          <a:xfrm>
            <a:off x="4567936" y="2294682"/>
            <a:ext cx="5139944" cy="4046093"/>
          </a:xfrm>
        </p:spPr>
        <p:txBody>
          <a:bodyPr>
            <a:noAutofit/>
          </a:bodyPr>
          <a:lstStyle>
            <a:lvl1pPr marL="342900" indent="-342900">
              <a:lnSpc>
                <a:spcPct val="100000"/>
              </a:lnSpc>
              <a:buFont typeface="Arial" panose="020B0604020202020204" pitchFamily="34" charset="0"/>
              <a:buChar char="•"/>
              <a:defRPr sz="1400"/>
            </a:lvl1pPr>
            <a:lvl2pPr marL="800100" indent="-342900">
              <a:buFont typeface="Arial" panose="020B0604020202020204" pitchFamily="34" charset="0"/>
              <a:buChar char="•"/>
              <a:defRPr sz="1400"/>
            </a:lvl2pPr>
            <a:lvl3pPr>
              <a:defRPr sz="1400"/>
            </a:lvl3pPr>
            <a:lvl4pPr>
              <a:defRPr sz="1400"/>
            </a:lvl4pPr>
            <a:lvl6pPr>
              <a:defRPr sz="1400"/>
            </a:lvl6pPr>
            <a:lvl7pPr>
              <a:defRPr sz="1400"/>
            </a:lvl7pPr>
            <a:lvl8pPr>
              <a:defRPr sz="1400"/>
            </a:lvl8pPr>
            <a:lvl9pPr>
              <a:defRPr sz="1400"/>
            </a:lvl9pPr>
          </a:lstStyle>
          <a:p>
            <a:pPr lvl="0"/>
            <a:r>
              <a:rPr lang="en-GB"/>
              <a:t>Chapter titles goes here</a:t>
            </a:r>
          </a:p>
          <a:p>
            <a:pPr lvl="0"/>
            <a:endParaRPr lang="en-GB"/>
          </a:p>
        </p:txBody>
      </p:sp>
      <p:sp>
        <p:nvSpPr>
          <p:cNvPr id="9" name="Slide Number Placeholder 8">
            <a:extLst>
              <a:ext uri="{FF2B5EF4-FFF2-40B4-BE49-F238E27FC236}">
                <a16:creationId xmlns:a16="http://schemas.microsoft.com/office/drawing/2014/main" id="{1A16EC88-CD4A-FCF4-88FA-30482AC71142}"/>
              </a:ext>
            </a:extLst>
          </p:cNvPr>
          <p:cNvSpPr>
            <a:spLocks noGrp="1"/>
          </p:cNvSpPr>
          <p:nvPr>
            <p:ph type="sldNum" sz="quarter" idx="16"/>
          </p:nvPr>
        </p:nvSpPr>
        <p:spPr/>
        <p:txBody>
          <a:bodyPr/>
          <a:lstStyle/>
          <a:p>
            <a:fld id="{A56DC5C3-3BE5-034A-8352-A8E8F559C4F3}" type="slidenum">
              <a:rPr lang="en-GB" smtClean="0"/>
              <a:pPr/>
              <a:t>‹#›</a:t>
            </a:fld>
            <a:endParaRPr lang="en-GB"/>
          </a:p>
        </p:txBody>
      </p:sp>
    </p:spTree>
    <p:extLst>
      <p:ext uri="{BB962C8B-B14F-4D97-AF65-F5344CB8AC3E}">
        <p14:creationId xmlns:p14="http://schemas.microsoft.com/office/powerpoint/2010/main" val="496905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Title 1">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6208FA-F43A-F1F2-8E38-778FCA7170EC}"/>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68017334-37A4-34DB-7E50-ED1E91BF7714}"/>
              </a:ext>
            </a:extLst>
          </p:cNvPr>
          <p:cNvGrpSpPr/>
          <p:nvPr userDrawn="1"/>
        </p:nvGrpSpPr>
        <p:grpSpPr>
          <a:xfrm>
            <a:off x="-2579659" y="3714818"/>
            <a:ext cx="2144619" cy="2625866"/>
            <a:chOff x="-2608729" y="1272988"/>
            <a:chExt cx="2064454" cy="3585883"/>
          </a:xfrm>
        </p:grpSpPr>
        <p:sp>
          <p:nvSpPr>
            <p:cNvPr id="15" name="Rectangle 14">
              <a:extLst>
                <a:ext uri="{FF2B5EF4-FFF2-40B4-BE49-F238E27FC236}">
                  <a16:creationId xmlns:a16="http://schemas.microsoft.com/office/drawing/2014/main" id="{C9E29B96-62D5-F4B5-11F7-C173C7B5D79C}"/>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7" name="Rectangle 16">
              <a:extLst>
                <a:ext uri="{FF2B5EF4-FFF2-40B4-BE49-F238E27FC236}">
                  <a16:creationId xmlns:a16="http://schemas.microsoft.com/office/drawing/2014/main" id="{B309E086-BA97-08F9-EE04-5A5083BB916F}"/>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8" name="Rectangle 17">
              <a:extLst>
                <a:ext uri="{FF2B5EF4-FFF2-40B4-BE49-F238E27FC236}">
                  <a16:creationId xmlns:a16="http://schemas.microsoft.com/office/drawing/2014/main" id="{1BBC77AE-D1B9-6594-5BB5-E3F6D2E109C4}"/>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3A238E8C-5EF5-88E4-5535-8FDCE8DA8E01}"/>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E3609ED9-0305-9643-1939-BD78C75C4B85}"/>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4165E29B-A1D3-0F5D-140C-102A1541027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476B9962-6850-89F1-ACAF-B00611841D94}"/>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4" name="Rectangle 3">
              <a:extLst>
                <a:ext uri="{FF2B5EF4-FFF2-40B4-BE49-F238E27FC236}">
                  <a16:creationId xmlns:a16="http://schemas.microsoft.com/office/drawing/2014/main" id="{D1DBF74C-3686-53AE-132F-D95007DE0F6C}"/>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
        <p:nvSpPr>
          <p:cNvPr id="12" name="Text Placeholder 11">
            <a:extLst>
              <a:ext uri="{FF2B5EF4-FFF2-40B4-BE49-F238E27FC236}">
                <a16:creationId xmlns:a16="http://schemas.microsoft.com/office/drawing/2014/main" id="{B2E19216-7F03-020A-39F2-71EC1B1EC673}"/>
              </a:ext>
            </a:extLst>
          </p:cNvPr>
          <p:cNvSpPr>
            <a:spLocks noGrp="1"/>
          </p:cNvSpPr>
          <p:nvPr>
            <p:ph type="body" sz="quarter" idx="10" hasCustomPrompt="1"/>
          </p:nvPr>
        </p:nvSpPr>
        <p:spPr>
          <a:xfrm>
            <a:off x="1596000" y="2274888"/>
            <a:ext cx="8996400" cy="2308225"/>
          </a:xfrm>
        </p:spPr>
        <p:txBody>
          <a:bodyPr>
            <a:noAutofit/>
          </a:bodyPr>
          <a:lstStyle>
            <a:lvl1pPr marL="0" indent="0" algn="ctr">
              <a:lnSpc>
                <a:spcPct val="100000"/>
              </a:lnSpc>
              <a:buNone/>
              <a:defRPr sz="7200" b="0" i="0">
                <a:solidFill>
                  <a:schemeClr val="bg1"/>
                </a:solidFill>
                <a:latin typeface="ING display" panose="020B0603030508020203" pitchFamily="34" charset="77"/>
              </a:defRPr>
            </a:lvl1pPr>
          </a:lstStyle>
          <a:p>
            <a:pPr lvl="0"/>
            <a:r>
              <a:rPr lang="en-GB"/>
              <a:t>Chapter title running over two lines</a:t>
            </a:r>
          </a:p>
        </p:txBody>
      </p:sp>
    </p:spTree>
    <p:extLst>
      <p:ext uri="{BB962C8B-B14F-4D97-AF65-F5344CB8AC3E}">
        <p14:creationId xmlns:p14="http://schemas.microsoft.com/office/powerpoint/2010/main" val="13982687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hapter Title 2">
    <p:bg>
      <p:bgPr>
        <a:solidFill>
          <a:schemeClr val="tx2"/>
        </a:solidFill>
        <a:effectLst/>
      </p:bgPr>
    </p:bg>
    <p:spTree>
      <p:nvGrpSpPr>
        <p:cNvPr id="1" name=""/>
        <p:cNvGrpSpPr/>
        <p:nvPr/>
      </p:nvGrpSpPr>
      <p:grpSpPr>
        <a:xfrm>
          <a:off x="0" y="0"/>
          <a:ext cx="0" cy="0"/>
          <a:chOff x="0" y="0"/>
          <a:chExt cx="0" cy="0"/>
        </a:xfrm>
      </p:grpSpPr>
      <p:sp>
        <p:nvSpPr>
          <p:cNvPr id="4" name="Text Placeholder 10">
            <a:extLst>
              <a:ext uri="{FF2B5EF4-FFF2-40B4-BE49-F238E27FC236}">
                <a16:creationId xmlns:a16="http://schemas.microsoft.com/office/drawing/2014/main" id="{9E77D8F3-7EFF-8985-8965-388CBDDA7669}"/>
              </a:ext>
            </a:extLst>
          </p:cNvPr>
          <p:cNvSpPr>
            <a:spLocks noGrp="1"/>
          </p:cNvSpPr>
          <p:nvPr>
            <p:ph type="body" sz="quarter" idx="11" hasCustomPrompt="1"/>
          </p:nvPr>
        </p:nvSpPr>
        <p:spPr>
          <a:xfrm>
            <a:off x="6014720" y="5423212"/>
            <a:ext cx="5049519" cy="1077218"/>
          </a:xfrm>
          <a:noFill/>
        </p:spPr>
        <p:txBody>
          <a:bodyPr wrap="square" rtlCol="0" anchor="t">
            <a:noAutofit/>
          </a:bodyPr>
          <a:lstStyle>
            <a:lvl1pPr marL="0" indent="0" algn="l">
              <a:lnSpc>
                <a:spcPct val="100000"/>
              </a:lnSpc>
              <a:buNone/>
              <a:defRPr lang="en-GB" sz="3200" dirty="0" smtClean="0">
                <a:solidFill>
                  <a:schemeClr val="bg1"/>
                </a:solidFill>
                <a:latin typeface="ING Me" panose="02000506040000020004" pitchFamily="2" charset="0"/>
                <a:cs typeface="ING Me" panose="02000506040000020004" pitchFamily="2" charset="0"/>
              </a:defRPr>
            </a:lvl1pPr>
          </a:lstStyle>
          <a:p>
            <a:pPr marL="0" lvl="0" defTabSz="457200"/>
            <a:r>
              <a:rPr lang="en-GB"/>
              <a:t>A smaller headline for this chapter goes here</a:t>
            </a:r>
          </a:p>
        </p:txBody>
      </p:sp>
      <p:sp>
        <p:nvSpPr>
          <p:cNvPr id="5" name="Title 4">
            <a:extLst>
              <a:ext uri="{FF2B5EF4-FFF2-40B4-BE49-F238E27FC236}">
                <a16:creationId xmlns:a16="http://schemas.microsoft.com/office/drawing/2014/main" id="{608539A3-5494-AFA4-2CA0-0A037C79B1DB}"/>
              </a:ext>
            </a:extLst>
          </p:cNvPr>
          <p:cNvSpPr>
            <a:spLocks noGrp="1"/>
          </p:cNvSpPr>
          <p:nvPr>
            <p:ph type="title"/>
          </p:nvPr>
        </p:nvSpPr>
        <p:spPr>
          <a:xfrm>
            <a:off x="273899" y="157496"/>
            <a:ext cx="8715118" cy="2308324"/>
          </a:xfrm>
        </p:spPr>
        <p:txBody>
          <a:bodyPr>
            <a:noAutofit/>
          </a:bodyPr>
          <a:lstStyle>
            <a:lvl1pPr>
              <a:defRPr sz="7200" b="0" i="0">
                <a:solidFill>
                  <a:schemeClr val="bg1"/>
                </a:solidFill>
                <a:latin typeface="ING display" panose="020B0603030508020203" pitchFamily="34" charset="77"/>
              </a:defRPr>
            </a:lvl1pPr>
          </a:lstStyle>
          <a:p>
            <a:r>
              <a:rPr lang="en-US"/>
              <a:t>Click to edit Master title style</a:t>
            </a:r>
            <a:endParaRPr lang="en-GB"/>
          </a:p>
        </p:txBody>
      </p:sp>
      <p:sp>
        <p:nvSpPr>
          <p:cNvPr id="32" name="TextBox 31">
            <a:extLst>
              <a:ext uri="{FF2B5EF4-FFF2-40B4-BE49-F238E27FC236}">
                <a16:creationId xmlns:a16="http://schemas.microsoft.com/office/drawing/2014/main" id="{8CF2161D-0532-D994-665F-514F9798DB4D}"/>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GB" sz="7200" b="1" i="0">
              <a:solidFill>
                <a:schemeClr val="bg1"/>
              </a:solidFill>
              <a:latin typeface="ING display" panose="020B0803030508020203" pitchFamily="34" charset="77"/>
            </a:endParaRPr>
          </a:p>
        </p:txBody>
      </p:sp>
      <p:sp>
        <p:nvSpPr>
          <p:cNvPr id="2" name="Rectangle 1">
            <a:extLst>
              <a:ext uri="{FF2B5EF4-FFF2-40B4-BE49-F238E27FC236}">
                <a16:creationId xmlns:a16="http://schemas.microsoft.com/office/drawing/2014/main" id="{B6E6E2FD-BA35-22B4-40D7-BD6484A0DE30}"/>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8ADF4A23-FEAF-6D28-6426-427816E78E81}"/>
              </a:ext>
            </a:extLst>
          </p:cNvPr>
          <p:cNvGrpSpPr/>
          <p:nvPr userDrawn="1"/>
        </p:nvGrpSpPr>
        <p:grpSpPr>
          <a:xfrm>
            <a:off x="-2579659" y="3714818"/>
            <a:ext cx="2144619" cy="2625866"/>
            <a:chOff x="-2608729" y="1272988"/>
            <a:chExt cx="2064454" cy="3585883"/>
          </a:xfrm>
        </p:grpSpPr>
        <p:sp>
          <p:nvSpPr>
            <p:cNvPr id="6" name="Rectangle 5">
              <a:extLst>
                <a:ext uri="{FF2B5EF4-FFF2-40B4-BE49-F238E27FC236}">
                  <a16:creationId xmlns:a16="http://schemas.microsoft.com/office/drawing/2014/main" id="{12A9B59F-1AD5-95E4-D6B3-1DF4CC3CA1D8}"/>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7" name="Rectangle 6">
              <a:extLst>
                <a:ext uri="{FF2B5EF4-FFF2-40B4-BE49-F238E27FC236}">
                  <a16:creationId xmlns:a16="http://schemas.microsoft.com/office/drawing/2014/main" id="{1BE1240C-CB61-BFA2-5712-03137DB79323}"/>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8" name="Rectangle 7">
              <a:extLst>
                <a:ext uri="{FF2B5EF4-FFF2-40B4-BE49-F238E27FC236}">
                  <a16:creationId xmlns:a16="http://schemas.microsoft.com/office/drawing/2014/main" id="{BD58F838-B704-5F11-9D09-4AADFEF320DA}"/>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20713378-340E-13F3-7927-64737986E4CD}"/>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BCB68922-F37F-1C30-C2B8-8BEBD32E5617}"/>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0F74AFFF-1B32-2442-7D2E-1EB41D83214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006CEBBC-2F8F-B59E-8C72-5DEAB69CE485}"/>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25B7C18F-7B22-95EB-F34F-262DB5B9E9E2}"/>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8564063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Title 3">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CB8CFB-52CE-5448-764B-A50A2DEFC96D}"/>
              </a:ext>
            </a:extLst>
          </p:cNvPr>
          <p:cNvSpPr>
            <a:spLocks noGrp="1"/>
          </p:cNvSpPr>
          <p:nvPr>
            <p:ph type="title" hasCustomPrompt="1"/>
          </p:nvPr>
        </p:nvSpPr>
        <p:spPr>
          <a:xfrm>
            <a:off x="331216" y="2551837"/>
            <a:ext cx="6450584" cy="1754326"/>
          </a:xfrm>
          <a:noFill/>
        </p:spPr>
        <p:txBody>
          <a:bodyPr wrap="square" rtlCol="0" anchor="ctr">
            <a:noAutofit/>
          </a:bodyPr>
          <a:lstStyle>
            <a:lvl1pPr>
              <a:defRPr lang="en-NL" sz="5400" b="0" i="0">
                <a:solidFill>
                  <a:schemeClr val="bg1"/>
                </a:solidFill>
                <a:latin typeface="ING display" panose="020B0603030508020203" pitchFamily="34" charset="77"/>
                <a:ea typeface="+mn-ea"/>
                <a:cs typeface="+mn-cs"/>
              </a:defRPr>
            </a:lvl1pPr>
          </a:lstStyle>
          <a:p>
            <a:pPr marL="0" lvl="0" defTabSz="457200"/>
            <a:r>
              <a:rPr lang="en-GB"/>
              <a:t>Chapter title running over two lines</a:t>
            </a:r>
          </a:p>
        </p:txBody>
      </p:sp>
      <p:sp>
        <p:nvSpPr>
          <p:cNvPr id="32" name="TextBox 31">
            <a:extLst>
              <a:ext uri="{FF2B5EF4-FFF2-40B4-BE49-F238E27FC236}">
                <a16:creationId xmlns:a16="http://schemas.microsoft.com/office/drawing/2014/main" id="{9C3E5B63-3A86-2B5D-75D8-7787207FC762}"/>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GB" sz="7200" b="1" i="0">
              <a:solidFill>
                <a:schemeClr val="bg1"/>
              </a:solidFill>
              <a:latin typeface="ING display" panose="020B0803030508020203" pitchFamily="34" charset="77"/>
            </a:endParaRPr>
          </a:p>
        </p:txBody>
      </p:sp>
      <p:sp>
        <p:nvSpPr>
          <p:cNvPr id="15" name="Rectangle 14">
            <a:extLst>
              <a:ext uri="{FF2B5EF4-FFF2-40B4-BE49-F238E27FC236}">
                <a16:creationId xmlns:a16="http://schemas.microsoft.com/office/drawing/2014/main" id="{DBD73E9E-EB82-F3B2-BA84-2F21DC6A05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 name="Picture Placeholder 6">
            <a:extLst>
              <a:ext uri="{FF2B5EF4-FFF2-40B4-BE49-F238E27FC236}">
                <a16:creationId xmlns:a16="http://schemas.microsoft.com/office/drawing/2014/main" id="{497A1260-BC59-40F2-E417-7352DD80B5B0}"/>
              </a:ext>
            </a:extLst>
          </p:cNvPr>
          <p:cNvSpPr>
            <a:spLocks noGrp="1"/>
          </p:cNvSpPr>
          <p:nvPr>
            <p:ph type="pic" sz="quarter" idx="10"/>
          </p:nvPr>
        </p:nvSpPr>
        <p:spPr>
          <a:xfrm>
            <a:off x="7548563" y="0"/>
            <a:ext cx="4657725"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3" name="Rectangle 2">
            <a:extLst>
              <a:ext uri="{FF2B5EF4-FFF2-40B4-BE49-F238E27FC236}">
                <a16:creationId xmlns:a16="http://schemas.microsoft.com/office/drawing/2014/main" id="{02190178-1860-176A-65EB-B2251AA4B5E5}"/>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7" name="Group 6">
            <a:extLst>
              <a:ext uri="{FF2B5EF4-FFF2-40B4-BE49-F238E27FC236}">
                <a16:creationId xmlns:a16="http://schemas.microsoft.com/office/drawing/2014/main" id="{2AA18741-75FC-DC29-65DE-AA351963852B}"/>
              </a:ext>
            </a:extLst>
          </p:cNvPr>
          <p:cNvGrpSpPr/>
          <p:nvPr userDrawn="1"/>
        </p:nvGrpSpPr>
        <p:grpSpPr>
          <a:xfrm>
            <a:off x="-2579659" y="3714818"/>
            <a:ext cx="2144619" cy="2625866"/>
            <a:chOff x="-2608729" y="1272988"/>
            <a:chExt cx="2064454" cy="3585883"/>
          </a:xfrm>
        </p:grpSpPr>
        <p:sp>
          <p:nvSpPr>
            <p:cNvPr id="16" name="Rectangle 15">
              <a:extLst>
                <a:ext uri="{FF2B5EF4-FFF2-40B4-BE49-F238E27FC236}">
                  <a16:creationId xmlns:a16="http://schemas.microsoft.com/office/drawing/2014/main" id="{1F33B450-8BE3-716F-92DF-7757DF2538F6}"/>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7" name="Rectangle 16">
              <a:extLst>
                <a:ext uri="{FF2B5EF4-FFF2-40B4-BE49-F238E27FC236}">
                  <a16:creationId xmlns:a16="http://schemas.microsoft.com/office/drawing/2014/main" id="{F45C15E3-47DC-1676-FE4C-D911A73FE1B1}"/>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8" name="Rectangle 17">
              <a:extLst>
                <a:ext uri="{FF2B5EF4-FFF2-40B4-BE49-F238E27FC236}">
                  <a16:creationId xmlns:a16="http://schemas.microsoft.com/office/drawing/2014/main" id="{800F898D-58EF-A403-C9C2-45BD3E567492}"/>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90245FEB-51A5-1950-95D2-379EBF00F934}"/>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991CF61D-E318-A0C5-7D6B-4DD7177DCD2C}"/>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B7D48584-59A9-7FCC-473E-0C15DC4B2FE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F3D80C46-F927-D0C9-66CF-47463FB6F973}"/>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671267F8-9A33-B182-6C78-2CDF68E7198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8881543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pter Title 4">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BE616AF-05A6-5032-0AAD-17922A7E661D}"/>
              </a:ext>
            </a:extLst>
          </p:cNvPr>
          <p:cNvSpPr>
            <a:spLocks noGrp="1"/>
          </p:cNvSpPr>
          <p:nvPr>
            <p:ph type="title"/>
          </p:nvPr>
        </p:nvSpPr>
        <p:spPr>
          <a:xfrm>
            <a:off x="1597800" y="777768"/>
            <a:ext cx="8996400" cy="2308324"/>
          </a:xfrm>
        </p:spPr>
        <p:txBody>
          <a:bodyPr>
            <a:spAutoFit/>
          </a:bodyPr>
          <a:lstStyle>
            <a:lvl1pPr algn="ctr">
              <a:defRPr sz="7200" b="0" i="0">
                <a:solidFill>
                  <a:schemeClr val="bg1"/>
                </a:solidFill>
                <a:latin typeface="ING display" panose="020B0603030508020203" pitchFamily="34" charset="77"/>
              </a:defRPr>
            </a:lvl1pPr>
          </a:lstStyle>
          <a:p>
            <a:r>
              <a:rPr lang="en-US"/>
              <a:t>Click to edit Master title style</a:t>
            </a:r>
            <a:endParaRPr lang="en-GB"/>
          </a:p>
        </p:txBody>
      </p:sp>
      <p:sp>
        <p:nvSpPr>
          <p:cNvPr id="5" name="Picture Placeholder 4">
            <a:extLst>
              <a:ext uri="{FF2B5EF4-FFF2-40B4-BE49-F238E27FC236}">
                <a16:creationId xmlns:a16="http://schemas.microsoft.com/office/drawing/2014/main" id="{7F85D18E-AF35-3BB8-C740-48C633623C39}"/>
              </a:ext>
            </a:extLst>
          </p:cNvPr>
          <p:cNvSpPr>
            <a:spLocks noGrp="1"/>
          </p:cNvSpPr>
          <p:nvPr>
            <p:ph type="pic" sz="quarter" idx="10"/>
          </p:nvPr>
        </p:nvSpPr>
        <p:spPr>
          <a:xfrm>
            <a:off x="1050925" y="4140200"/>
            <a:ext cx="10123756" cy="27178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24" name="TextBox 23">
            <a:extLst>
              <a:ext uri="{FF2B5EF4-FFF2-40B4-BE49-F238E27FC236}">
                <a16:creationId xmlns:a16="http://schemas.microsoft.com/office/drawing/2014/main" id="{BF8155DA-918D-0BB5-4204-3D8EB9974438}"/>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GB" sz="7200" b="1" i="0">
              <a:solidFill>
                <a:schemeClr val="bg1"/>
              </a:solidFill>
              <a:latin typeface="ING display" panose="020B0803030508020203" pitchFamily="34" charset="77"/>
            </a:endParaRPr>
          </a:p>
        </p:txBody>
      </p:sp>
      <p:sp>
        <p:nvSpPr>
          <p:cNvPr id="23" name="Rectangle 22">
            <a:extLst>
              <a:ext uri="{FF2B5EF4-FFF2-40B4-BE49-F238E27FC236}">
                <a16:creationId xmlns:a16="http://schemas.microsoft.com/office/drawing/2014/main" id="{23318A73-B7E7-4E89-B499-52D1D2FD651A}"/>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0DBA410A-AFDC-167B-439D-C892347FD668}"/>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11" name="Group 10">
            <a:extLst>
              <a:ext uri="{FF2B5EF4-FFF2-40B4-BE49-F238E27FC236}">
                <a16:creationId xmlns:a16="http://schemas.microsoft.com/office/drawing/2014/main" id="{7E39AC1F-3471-4D8B-B3E8-1D5B91CE1C2B}"/>
              </a:ext>
            </a:extLst>
          </p:cNvPr>
          <p:cNvGrpSpPr/>
          <p:nvPr userDrawn="1"/>
        </p:nvGrpSpPr>
        <p:grpSpPr>
          <a:xfrm>
            <a:off x="-2579659" y="3714818"/>
            <a:ext cx="2144619" cy="2625866"/>
            <a:chOff x="-2608729" y="1272988"/>
            <a:chExt cx="2064454" cy="3585883"/>
          </a:xfrm>
        </p:grpSpPr>
        <p:sp>
          <p:nvSpPr>
            <p:cNvPr id="12" name="Rectangle 11">
              <a:extLst>
                <a:ext uri="{FF2B5EF4-FFF2-40B4-BE49-F238E27FC236}">
                  <a16:creationId xmlns:a16="http://schemas.microsoft.com/office/drawing/2014/main" id="{BAF7C133-0D0E-F2EA-5114-67507FEB2469}"/>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3" name="Rectangle 12">
              <a:extLst>
                <a:ext uri="{FF2B5EF4-FFF2-40B4-BE49-F238E27FC236}">
                  <a16:creationId xmlns:a16="http://schemas.microsoft.com/office/drawing/2014/main" id="{691DFF12-A2D2-6FAA-BF65-3795D60C9408}"/>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4" name="Rectangle 13">
              <a:extLst>
                <a:ext uri="{FF2B5EF4-FFF2-40B4-BE49-F238E27FC236}">
                  <a16:creationId xmlns:a16="http://schemas.microsoft.com/office/drawing/2014/main" id="{3D05315A-EF5C-3B4E-354A-EC2A4B2BF1D4}"/>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5" name="Rectangle 14">
              <a:extLst>
                <a:ext uri="{FF2B5EF4-FFF2-40B4-BE49-F238E27FC236}">
                  <a16:creationId xmlns:a16="http://schemas.microsoft.com/office/drawing/2014/main" id="{CDED29F4-B58E-C21A-D491-EA372ACFD14C}"/>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6" name="Rectangle 15">
              <a:extLst>
                <a:ext uri="{FF2B5EF4-FFF2-40B4-BE49-F238E27FC236}">
                  <a16:creationId xmlns:a16="http://schemas.microsoft.com/office/drawing/2014/main" id="{3F2E6934-DF03-1F3B-7A45-87B1DF498692}"/>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7" name="Rectangle 16">
              <a:extLst>
                <a:ext uri="{FF2B5EF4-FFF2-40B4-BE49-F238E27FC236}">
                  <a16:creationId xmlns:a16="http://schemas.microsoft.com/office/drawing/2014/main" id="{4BDE3306-7AAC-D5DA-AA60-484993557005}"/>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8" name="Rectangle 17">
              <a:extLst>
                <a:ext uri="{FF2B5EF4-FFF2-40B4-BE49-F238E27FC236}">
                  <a16:creationId xmlns:a16="http://schemas.microsoft.com/office/drawing/2014/main" id="{41F46571-A3EF-0902-9642-E95957DF5A69}"/>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9" name="Rectangle 18">
              <a:extLst>
                <a:ext uri="{FF2B5EF4-FFF2-40B4-BE49-F238E27FC236}">
                  <a16:creationId xmlns:a16="http://schemas.microsoft.com/office/drawing/2014/main" id="{56F65B9D-9C33-8374-F137-E145C6047176}"/>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42033770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pter Title 5">
    <p:bg>
      <p:bgPr>
        <a:solidFill>
          <a:schemeClr val="tx2"/>
        </a:solidFill>
        <a:effectLst/>
      </p:bgPr>
    </p:bg>
    <p:spTree>
      <p:nvGrpSpPr>
        <p:cNvPr id="1" name=""/>
        <p:cNvGrpSpPr/>
        <p:nvPr/>
      </p:nvGrpSpPr>
      <p:grpSpPr>
        <a:xfrm>
          <a:off x="0" y="0"/>
          <a:ext cx="0" cy="0"/>
          <a:chOff x="0" y="0"/>
          <a:chExt cx="0" cy="0"/>
        </a:xfrm>
      </p:grpSpPr>
      <p:sp>
        <p:nvSpPr>
          <p:cNvPr id="23" name="Picture Placeholder 9">
            <a:extLst>
              <a:ext uri="{FF2B5EF4-FFF2-40B4-BE49-F238E27FC236}">
                <a16:creationId xmlns:a16="http://schemas.microsoft.com/office/drawing/2014/main" id="{5E590270-E44E-E05F-EA08-647209D1ACE1}"/>
              </a:ext>
            </a:extLst>
          </p:cNvPr>
          <p:cNvSpPr>
            <a:spLocks noGrp="1"/>
          </p:cNvSpPr>
          <p:nvPr>
            <p:ph type="pic" sz="quarter" idx="10"/>
          </p:nvPr>
        </p:nvSpPr>
        <p:spPr>
          <a:xfrm>
            <a:off x="6110288" y="0"/>
            <a:ext cx="6096000" cy="3423095"/>
          </a:xfrm>
          <a:solidFill>
            <a:srgbClr val="A69F98"/>
          </a:solidFill>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NL"/>
          </a:p>
        </p:txBody>
      </p:sp>
      <p:sp>
        <p:nvSpPr>
          <p:cNvPr id="11" name="Text Placeholder 10">
            <a:extLst>
              <a:ext uri="{FF2B5EF4-FFF2-40B4-BE49-F238E27FC236}">
                <a16:creationId xmlns:a16="http://schemas.microsoft.com/office/drawing/2014/main" id="{D90DF7CA-AC72-F1D8-2739-173FD40E04FF}"/>
              </a:ext>
            </a:extLst>
          </p:cNvPr>
          <p:cNvSpPr>
            <a:spLocks noGrp="1"/>
          </p:cNvSpPr>
          <p:nvPr>
            <p:ph type="body" sz="quarter" idx="11" hasCustomPrompt="1"/>
          </p:nvPr>
        </p:nvSpPr>
        <p:spPr>
          <a:xfrm>
            <a:off x="1024013" y="1900753"/>
            <a:ext cx="8613648" cy="1477328"/>
          </a:xfrm>
          <a:noFill/>
        </p:spPr>
        <p:txBody>
          <a:bodyPr wrap="square" rtlCol="0" anchor="t">
            <a:spAutoFit/>
          </a:bodyPr>
          <a:lstStyle>
            <a:lvl1pPr marL="0" indent="0">
              <a:lnSpc>
                <a:spcPct val="100000"/>
              </a:lnSpc>
              <a:buNone/>
              <a:defRPr lang="en-GB" sz="9000" b="0" i="0" dirty="0" smtClean="0">
                <a:solidFill>
                  <a:schemeClr val="bg1"/>
                </a:solidFill>
                <a:latin typeface="ING display" panose="020B0603030508020203" pitchFamily="34" charset="77"/>
              </a:defRPr>
            </a:lvl1pPr>
          </a:lstStyle>
          <a:p>
            <a:pPr marL="0" lvl="0" defTabSz="457200"/>
            <a:r>
              <a:rPr lang="en-GB"/>
              <a:t>Very short</a:t>
            </a:r>
          </a:p>
        </p:txBody>
      </p:sp>
      <p:sp>
        <p:nvSpPr>
          <p:cNvPr id="12" name="Text Placeholder 10">
            <a:extLst>
              <a:ext uri="{FF2B5EF4-FFF2-40B4-BE49-F238E27FC236}">
                <a16:creationId xmlns:a16="http://schemas.microsoft.com/office/drawing/2014/main" id="{20D0763E-F844-32A5-D4AC-B2939BAEFAB8}"/>
              </a:ext>
            </a:extLst>
          </p:cNvPr>
          <p:cNvSpPr>
            <a:spLocks noGrp="1"/>
          </p:cNvSpPr>
          <p:nvPr>
            <p:ph type="body" sz="quarter" idx="12" hasCustomPrompt="1"/>
          </p:nvPr>
        </p:nvSpPr>
        <p:spPr>
          <a:xfrm>
            <a:off x="2426093" y="3040446"/>
            <a:ext cx="8613648" cy="1477328"/>
          </a:xfrm>
          <a:noFill/>
        </p:spPr>
        <p:txBody>
          <a:bodyPr wrap="square" rtlCol="0" anchor="t">
            <a:spAutoFit/>
          </a:bodyPr>
          <a:lstStyle>
            <a:lvl1pPr marL="0" indent="0">
              <a:lnSpc>
                <a:spcPct val="100000"/>
              </a:lnSpc>
              <a:buNone/>
              <a:defRPr lang="en-GB" sz="9000" b="0" i="0" dirty="0" smtClean="0">
                <a:solidFill>
                  <a:schemeClr val="bg1"/>
                </a:solidFill>
                <a:latin typeface="ING display" panose="020B0603030508020203" pitchFamily="34" charset="77"/>
              </a:defRPr>
            </a:lvl1pPr>
          </a:lstStyle>
          <a:p>
            <a:pPr marL="0" lvl="0" defTabSz="457200"/>
            <a:r>
              <a:rPr lang="en-GB"/>
              <a:t>Chapter title</a:t>
            </a:r>
          </a:p>
        </p:txBody>
      </p:sp>
      <p:sp>
        <p:nvSpPr>
          <p:cNvPr id="19" name="Rectangle 18">
            <a:extLst>
              <a:ext uri="{FF2B5EF4-FFF2-40B4-BE49-F238E27FC236}">
                <a16:creationId xmlns:a16="http://schemas.microsoft.com/office/drawing/2014/main" id="{059BF643-DB95-9D7B-353A-322FEDED5BDA}"/>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8" name="Rectangle 7">
            <a:extLst>
              <a:ext uri="{FF2B5EF4-FFF2-40B4-BE49-F238E27FC236}">
                <a16:creationId xmlns:a16="http://schemas.microsoft.com/office/drawing/2014/main" id="{CB4122B5-D8E0-C255-B8E7-2DA6963A2275}"/>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9" name="Group 8">
            <a:extLst>
              <a:ext uri="{FF2B5EF4-FFF2-40B4-BE49-F238E27FC236}">
                <a16:creationId xmlns:a16="http://schemas.microsoft.com/office/drawing/2014/main" id="{73A007C7-2DE8-E2C3-3061-AB6794D4F8C0}"/>
              </a:ext>
            </a:extLst>
          </p:cNvPr>
          <p:cNvGrpSpPr/>
          <p:nvPr userDrawn="1"/>
        </p:nvGrpSpPr>
        <p:grpSpPr>
          <a:xfrm>
            <a:off x="-2579659" y="3714818"/>
            <a:ext cx="2144619" cy="2625866"/>
            <a:chOff x="-2608729" y="1272988"/>
            <a:chExt cx="2064454" cy="3585883"/>
          </a:xfrm>
        </p:grpSpPr>
        <p:sp>
          <p:nvSpPr>
            <p:cNvPr id="10" name="Rectangle 9">
              <a:extLst>
                <a:ext uri="{FF2B5EF4-FFF2-40B4-BE49-F238E27FC236}">
                  <a16:creationId xmlns:a16="http://schemas.microsoft.com/office/drawing/2014/main" id="{22BBF759-A676-CA68-9B24-9B68E3477CF0}"/>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3" name="Rectangle 12">
              <a:extLst>
                <a:ext uri="{FF2B5EF4-FFF2-40B4-BE49-F238E27FC236}">
                  <a16:creationId xmlns:a16="http://schemas.microsoft.com/office/drawing/2014/main" id="{468FB0FF-99F9-EA22-AD18-C29A1F936F1B}"/>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4" name="Rectangle 13">
              <a:extLst>
                <a:ext uri="{FF2B5EF4-FFF2-40B4-BE49-F238E27FC236}">
                  <a16:creationId xmlns:a16="http://schemas.microsoft.com/office/drawing/2014/main" id="{136A3A98-88BA-B364-B2E3-A54A1B3185E8}"/>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5" name="Rectangle 14">
              <a:extLst>
                <a:ext uri="{FF2B5EF4-FFF2-40B4-BE49-F238E27FC236}">
                  <a16:creationId xmlns:a16="http://schemas.microsoft.com/office/drawing/2014/main" id="{D01FDF3D-C666-DCDB-9C89-39C372DBB4F0}"/>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6" name="Rectangle 15">
              <a:extLst>
                <a:ext uri="{FF2B5EF4-FFF2-40B4-BE49-F238E27FC236}">
                  <a16:creationId xmlns:a16="http://schemas.microsoft.com/office/drawing/2014/main" id="{71B1991D-6B3C-FE1A-E0FB-7E4A87B0A980}"/>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7" name="Rectangle 16">
              <a:extLst>
                <a:ext uri="{FF2B5EF4-FFF2-40B4-BE49-F238E27FC236}">
                  <a16:creationId xmlns:a16="http://schemas.microsoft.com/office/drawing/2014/main" id="{A634C090-4BD6-86D3-DC71-05635E339AF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8" name="Rectangle 17">
              <a:extLst>
                <a:ext uri="{FF2B5EF4-FFF2-40B4-BE49-F238E27FC236}">
                  <a16:creationId xmlns:a16="http://schemas.microsoft.com/office/drawing/2014/main" id="{4BB7FB9A-8866-6438-BF26-B2942A8E2E40}"/>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1C88EF28-4451-82A6-2761-A6F8157B371F}"/>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3026261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pter Title 6">
    <p:bg>
      <p:bgPr>
        <a:solidFill>
          <a:schemeClr val="tx2"/>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D37975-A8AA-230A-E813-59A5A70FD00E}"/>
              </a:ext>
            </a:extLst>
          </p:cNvPr>
          <p:cNvSpPr>
            <a:spLocks noGrp="1"/>
          </p:cNvSpPr>
          <p:nvPr>
            <p:ph type="ctrTitle" hasCustomPrompt="1"/>
          </p:nvPr>
        </p:nvSpPr>
        <p:spPr>
          <a:xfrm>
            <a:off x="462643" y="2010937"/>
            <a:ext cx="5170714" cy="2941320"/>
          </a:xfrm>
          <a:prstGeom prst="rect">
            <a:avLst/>
          </a:prstGeom>
        </p:spPr>
        <p:txBody>
          <a:bodyPr anchor="ctr" anchorCtr="0">
            <a:noAutofit/>
          </a:bodyPr>
          <a:lstStyle>
            <a:lvl1pPr algn="ctr">
              <a:defRPr sz="5400" b="0" i="0">
                <a:solidFill>
                  <a:schemeClr val="bg1"/>
                </a:solidFill>
                <a:latin typeface="ING display" panose="020B0603030508020203" pitchFamily="34" charset="77"/>
              </a:defRPr>
            </a:lvl1pPr>
          </a:lstStyle>
          <a:p>
            <a:r>
              <a:rPr lang="en-GB"/>
              <a:t>Chapter title running over three lines</a:t>
            </a:r>
            <a:endParaRPr lang="en-US"/>
          </a:p>
        </p:txBody>
      </p:sp>
      <p:sp>
        <p:nvSpPr>
          <p:cNvPr id="23" name="Rectangle 22">
            <a:extLst>
              <a:ext uri="{FF2B5EF4-FFF2-40B4-BE49-F238E27FC236}">
                <a16:creationId xmlns:a16="http://schemas.microsoft.com/office/drawing/2014/main" id="{802FEBAA-2449-5896-33E0-68CB861055DD}"/>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 name="Picture Placeholder 6">
            <a:extLst>
              <a:ext uri="{FF2B5EF4-FFF2-40B4-BE49-F238E27FC236}">
                <a16:creationId xmlns:a16="http://schemas.microsoft.com/office/drawing/2014/main" id="{A58C6146-2B9D-9CE2-6518-E1DA88CFD7F2}"/>
              </a:ext>
            </a:extLst>
          </p:cNvPr>
          <p:cNvSpPr>
            <a:spLocks noGrp="1"/>
          </p:cNvSpPr>
          <p:nvPr>
            <p:ph type="pic" sz="quarter" idx="10"/>
          </p:nvPr>
        </p:nvSpPr>
        <p:spPr>
          <a:xfrm>
            <a:off x="6110288"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3" name="Rectangle 2">
            <a:extLst>
              <a:ext uri="{FF2B5EF4-FFF2-40B4-BE49-F238E27FC236}">
                <a16:creationId xmlns:a16="http://schemas.microsoft.com/office/drawing/2014/main" id="{A47926AD-AA57-020C-02D8-6F09D56E7162}"/>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4" name="Group 3">
            <a:extLst>
              <a:ext uri="{FF2B5EF4-FFF2-40B4-BE49-F238E27FC236}">
                <a16:creationId xmlns:a16="http://schemas.microsoft.com/office/drawing/2014/main" id="{072E501F-B521-8878-F3C9-393235F800C9}"/>
              </a:ext>
            </a:extLst>
          </p:cNvPr>
          <p:cNvGrpSpPr/>
          <p:nvPr userDrawn="1"/>
        </p:nvGrpSpPr>
        <p:grpSpPr>
          <a:xfrm>
            <a:off x="-2579659" y="3714818"/>
            <a:ext cx="2144619" cy="2625866"/>
            <a:chOff x="-2608729" y="1272988"/>
            <a:chExt cx="2064454" cy="3585883"/>
          </a:xfrm>
        </p:grpSpPr>
        <p:sp>
          <p:nvSpPr>
            <p:cNvPr id="5" name="Rectangle 4">
              <a:extLst>
                <a:ext uri="{FF2B5EF4-FFF2-40B4-BE49-F238E27FC236}">
                  <a16:creationId xmlns:a16="http://schemas.microsoft.com/office/drawing/2014/main" id="{B515061E-D9FB-E308-4D56-FB54409D58DD}"/>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6" name="Rectangle 5">
              <a:extLst>
                <a:ext uri="{FF2B5EF4-FFF2-40B4-BE49-F238E27FC236}">
                  <a16:creationId xmlns:a16="http://schemas.microsoft.com/office/drawing/2014/main" id="{29BD138A-BC29-512C-DD20-094279172C43}"/>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7" name="Rectangle 6">
              <a:extLst>
                <a:ext uri="{FF2B5EF4-FFF2-40B4-BE49-F238E27FC236}">
                  <a16:creationId xmlns:a16="http://schemas.microsoft.com/office/drawing/2014/main" id="{2C2040EE-638F-0B79-028B-E59E8FB8DB99}"/>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8" name="Rectangle 7">
              <a:extLst>
                <a:ext uri="{FF2B5EF4-FFF2-40B4-BE49-F238E27FC236}">
                  <a16:creationId xmlns:a16="http://schemas.microsoft.com/office/drawing/2014/main" id="{45AB4891-2936-8387-7CC0-292AB697E39F}"/>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9" name="Rectangle 8">
              <a:extLst>
                <a:ext uri="{FF2B5EF4-FFF2-40B4-BE49-F238E27FC236}">
                  <a16:creationId xmlns:a16="http://schemas.microsoft.com/office/drawing/2014/main" id="{95C4D7FA-0B57-B549-D79E-09306155E3C8}"/>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0" name="Rectangle 9">
              <a:extLst>
                <a:ext uri="{FF2B5EF4-FFF2-40B4-BE49-F238E27FC236}">
                  <a16:creationId xmlns:a16="http://schemas.microsoft.com/office/drawing/2014/main" id="{33A6DE11-CD72-5D3B-343C-074D34A6424A}"/>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B67A4646-B8FC-DA3E-91FD-D58910C07FA8}"/>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D7372E89-4948-7A24-0E81-2D76739C6008}"/>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5822798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pter title 7">
    <p:bg>
      <p:bgPr>
        <a:solidFill>
          <a:schemeClr val="tx2"/>
        </a:solidFill>
        <a:effectLst/>
      </p:bgPr>
    </p:bg>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C09EB3D-A718-B462-8521-2482715590B5}"/>
              </a:ext>
            </a:extLst>
          </p:cNvPr>
          <p:cNvSpPr>
            <a:spLocks noGrp="1"/>
          </p:cNvSpPr>
          <p:nvPr>
            <p:ph type="pic" sz="quarter" idx="10"/>
          </p:nvPr>
        </p:nvSpPr>
        <p:spPr>
          <a:xfrm>
            <a:off x="1" y="0"/>
            <a:ext cx="12206288"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11" name="Rectangle 10">
            <a:extLst>
              <a:ext uri="{FF2B5EF4-FFF2-40B4-BE49-F238E27FC236}">
                <a16:creationId xmlns:a16="http://schemas.microsoft.com/office/drawing/2014/main" id="{5DB55110-0B84-7C63-656A-348EA505B9AD}"/>
              </a:ext>
            </a:extLst>
          </p:cNvPr>
          <p:cNvSpPr>
            <a:spLocks noChangeArrowheads="1"/>
          </p:cNvSpPr>
          <p:nvPr userDrawn="1"/>
        </p:nvSpPr>
        <p:spPr bwMode="gray">
          <a:xfrm>
            <a:off x="-2790359" y="-1"/>
            <a:ext cx="2551524" cy="6858001"/>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Contrast between photo and title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i="0">
                <a:solidFill>
                  <a:srgbClr val="0D0804"/>
                </a:solidFill>
                <a:latin typeface="ING Me" panose="02000506040000020004" pitchFamily="2" charset="0"/>
                <a:cs typeface="ING Me" panose="02000506040000020004" pitchFamily="2" charset="0"/>
              </a:rPr>
              <a:t>When applying a white title on top of the full-bleed photo, ensure that there is enough contrast to keep our slides in line with accessibility guidelines.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Dimming the background image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i="0">
                <a:solidFill>
                  <a:srgbClr val="0D0804"/>
                </a:solidFill>
                <a:latin typeface="ING Me" panose="02000506040000020004" pitchFamily="2" charset="0"/>
                <a:cs typeface="ING Me" panose="02000506040000020004" pitchFamily="2" charset="0"/>
              </a:rPr>
              <a:t>For best accessibility we need to lower the opacity of our background image.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Select the image and open the </a:t>
            </a:r>
            <a:r>
              <a:rPr lang="en-US" sz="1000" b="1" i="0" kern="1200">
                <a:solidFill>
                  <a:srgbClr val="0D0804"/>
                </a:solidFill>
                <a:latin typeface="ING Me" panose="02000506040000020004" pitchFamily="2" charset="0"/>
                <a:ea typeface="+mn-ea"/>
                <a:cs typeface="ING Me" panose="02000506040000020004" pitchFamily="2" charset="0"/>
              </a:rPr>
              <a:t>“Format Picture” </a:t>
            </a:r>
            <a:r>
              <a:rPr lang="en-US" sz="1000" b="0" i="0">
                <a:solidFill>
                  <a:srgbClr val="0D0804"/>
                </a:solidFill>
                <a:latin typeface="ING Me" panose="02000506040000020004" pitchFamily="2" charset="0"/>
                <a:cs typeface="ING Me" panose="02000506040000020004" pitchFamily="2" charset="0"/>
              </a:rPr>
              <a:t>pane on the left sidebar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Navigate to the Picture options, the 4</a:t>
            </a:r>
            <a:r>
              <a:rPr lang="en-US" sz="1000" b="0" i="0" baseline="30000">
                <a:solidFill>
                  <a:srgbClr val="0D0804"/>
                </a:solidFill>
                <a:latin typeface="ING Me" panose="02000506040000020004" pitchFamily="2" charset="0"/>
                <a:cs typeface="ING Me" panose="02000506040000020004" pitchFamily="2" charset="0"/>
              </a:rPr>
              <a:t>th</a:t>
            </a:r>
            <a:r>
              <a:rPr lang="en-US" sz="1000" b="0" i="0">
                <a:solidFill>
                  <a:srgbClr val="0D0804"/>
                </a:solidFill>
                <a:latin typeface="ING Me" panose="02000506040000020004" pitchFamily="2" charset="0"/>
                <a:cs typeface="ING Me" panose="02000506040000020004" pitchFamily="2" charset="0"/>
              </a:rPr>
              <a:t> tab in the pane navigation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Locate the </a:t>
            </a:r>
            <a:r>
              <a:rPr lang="en-US" sz="1000" b="1" i="0">
                <a:solidFill>
                  <a:srgbClr val="0D0804"/>
                </a:solidFill>
                <a:latin typeface="ING Me" panose="02000506040000020004" pitchFamily="2" charset="0"/>
                <a:cs typeface="ING Me" panose="02000506040000020004" pitchFamily="2" charset="0"/>
              </a:rPr>
              <a:t>“</a:t>
            </a:r>
            <a:r>
              <a:rPr lang="en-US" sz="1000" b="1" i="0" kern="1200">
                <a:solidFill>
                  <a:srgbClr val="0D0804"/>
                </a:solidFill>
                <a:latin typeface="ING Me" panose="02000506040000020004" pitchFamily="2" charset="0"/>
                <a:ea typeface="+mn-ea"/>
                <a:cs typeface="ING Me" panose="02000506040000020004" pitchFamily="2" charset="0"/>
              </a:rPr>
              <a:t>Picture Transparency” </a:t>
            </a:r>
            <a:r>
              <a:rPr lang="en-US" sz="1000" b="0" i="0">
                <a:solidFill>
                  <a:srgbClr val="0D0804"/>
                </a:solidFill>
                <a:latin typeface="ING Me" panose="02000506040000020004" pitchFamily="2" charset="0"/>
                <a:cs typeface="ING Me" panose="02000506040000020004" pitchFamily="2" charset="0"/>
              </a:rPr>
              <a:t>option and set the transparency to 25% or to a level where your headline becomes well visible.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p:txBody>
      </p:sp>
      <p:sp>
        <p:nvSpPr>
          <p:cNvPr id="30" name="Title 29">
            <a:extLst>
              <a:ext uri="{FF2B5EF4-FFF2-40B4-BE49-F238E27FC236}">
                <a16:creationId xmlns:a16="http://schemas.microsoft.com/office/drawing/2014/main" id="{B64463CE-978D-BF01-8613-B2491AFED864}"/>
              </a:ext>
            </a:extLst>
          </p:cNvPr>
          <p:cNvSpPr>
            <a:spLocks noGrp="1" noRot="1" noMove="1" noResize="1" noEditPoints="1" noAdjustHandles="1" noChangeArrowheads="1" noChangeShapeType="1"/>
          </p:cNvSpPr>
          <p:nvPr>
            <p:ph type="title" hasCustomPrompt="1"/>
          </p:nvPr>
        </p:nvSpPr>
        <p:spPr>
          <a:xfrm>
            <a:off x="1597800" y="2269578"/>
            <a:ext cx="8996400" cy="2318844"/>
          </a:xfrm>
        </p:spPr>
        <p:txBody>
          <a:bodyPr anchor="ctr">
            <a:noAutofit/>
          </a:bodyPr>
          <a:lstStyle>
            <a:lvl1pPr algn="ctr">
              <a:defRPr sz="7200" b="0" i="0">
                <a:solidFill>
                  <a:schemeClr val="bg1"/>
                </a:solidFill>
                <a:latin typeface="ING display" panose="020B0603030508020203" pitchFamily="34" charset="77"/>
              </a:defRPr>
            </a:lvl1pPr>
          </a:lstStyle>
          <a:p>
            <a:r>
              <a:rPr lang="en-GB"/>
              <a:t>Optional title for this chapter divider</a:t>
            </a:r>
            <a:endParaRPr lang="en-NL"/>
          </a:p>
        </p:txBody>
      </p:sp>
      <p:sp>
        <p:nvSpPr>
          <p:cNvPr id="25" name="Rectangle 24">
            <a:extLst>
              <a:ext uri="{FF2B5EF4-FFF2-40B4-BE49-F238E27FC236}">
                <a16:creationId xmlns:a16="http://schemas.microsoft.com/office/drawing/2014/main" id="{11B49E94-83A3-0896-E68F-C0BF8DF889FF}"/>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Tree>
    <p:extLst>
      <p:ext uri="{BB962C8B-B14F-4D97-AF65-F5344CB8AC3E}">
        <p14:creationId xmlns:p14="http://schemas.microsoft.com/office/powerpoint/2010/main" val="28547982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ory 1 Colour + Image right">
    <p:bg>
      <p:bgPr>
        <a:solidFill>
          <a:schemeClr val="tx2"/>
        </a:solidFill>
        <a:effectLst/>
      </p:bgPr>
    </p:bg>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402BA70B-CB23-8629-2C4B-C0EEA47A0E16}"/>
              </a:ext>
            </a:extLst>
          </p:cNvPr>
          <p:cNvSpPr>
            <a:spLocks noGrp="1"/>
          </p:cNvSpPr>
          <p:nvPr>
            <p:ph type="pic" sz="quarter" idx="10"/>
          </p:nvPr>
        </p:nvSpPr>
        <p:spPr>
          <a:xfrm>
            <a:off x="6110288"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101780"/>
            <a:ext cx="5413354" cy="1401762"/>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1" name="Title 20">
            <a:extLst>
              <a:ext uri="{FF2B5EF4-FFF2-40B4-BE49-F238E27FC236}">
                <a16:creationId xmlns:a16="http://schemas.microsoft.com/office/drawing/2014/main" id="{F42603B3-D8E0-AAD6-6538-28CB1989C8B1}"/>
              </a:ext>
            </a:extLst>
          </p:cNvPr>
          <p:cNvSpPr>
            <a:spLocks noGrp="1"/>
          </p:cNvSpPr>
          <p:nvPr>
            <p:ph type="title" hasCustomPrompt="1"/>
          </p:nvPr>
        </p:nvSpPr>
        <p:spPr>
          <a:xfrm>
            <a:off x="300038" y="179798"/>
            <a:ext cx="5480830" cy="3733482"/>
          </a:xfrm>
        </p:spPr>
        <p:txBody>
          <a:bodyPr>
            <a:noAutofit/>
          </a:bodyPr>
          <a:lstStyle>
            <a:lvl1pPr>
              <a:defRPr sz="5400" b="0" i="0">
                <a:solidFill>
                  <a:schemeClr val="bg1"/>
                </a:solidFill>
                <a:latin typeface="ING display" panose="020B0603030508020203" pitchFamily="34" charset="77"/>
              </a:defRPr>
            </a:lvl1pPr>
          </a:lstStyle>
          <a:p>
            <a:pPr lvl="0"/>
            <a:r>
              <a:rPr lang="en-GB"/>
              <a:t>Use a big number or title here</a:t>
            </a:r>
          </a:p>
        </p:txBody>
      </p:sp>
      <p:sp>
        <p:nvSpPr>
          <p:cNvPr id="25" name="Rectangle 24">
            <a:extLst>
              <a:ext uri="{FF2B5EF4-FFF2-40B4-BE49-F238E27FC236}">
                <a16:creationId xmlns:a16="http://schemas.microsoft.com/office/drawing/2014/main" id="{3C941E55-23BD-525F-719C-7C3B6B838241}"/>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 name="Rectangle 1">
            <a:extLst>
              <a:ext uri="{FF2B5EF4-FFF2-40B4-BE49-F238E27FC236}">
                <a16:creationId xmlns:a16="http://schemas.microsoft.com/office/drawing/2014/main" id="{55231955-8765-E527-5630-CD602F9FD14A}"/>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53A04E4E-666C-D49B-421D-5C53A9F4282E}"/>
              </a:ext>
            </a:extLst>
          </p:cNvPr>
          <p:cNvGrpSpPr/>
          <p:nvPr userDrawn="1"/>
        </p:nvGrpSpPr>
        <p:grpSpPr>
          <a:xfrm>
            <a:off x="-2579659" y="3714818"/>
            <a:ext cx="2144619" cy="2625866"/>
            <a:chOff x="-2608729" y="1272988"/>
            <a:chExt cx="2064454" cy="3585883"/>
          </a:xfrm>
        </p:grpSpPr>
        <p:sp>
          <p:nvSpPr>
            <p:cNvPr id="4" name="Rectangle 3">
              <a:extLst>
                <a:ext uri="{FF2B5EF4-FFF2-40B4-BE49-F238E27FC236}">
                  <a16:creationId xmlns:a16="http://schemas.microsoft.com/office/drawing/2014/main" id="{9614AD34-165B-1A47-B2CB-7149C3C5478C}"/>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BADCFB22-BCF4-178F-D32E-C80258056F6A}"/>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6" name="Rectangle 5">
              <a:extLst>
                <a:ext uri="{FF2B5EF4-FFF2-40B4-BE49-F238E27FC236}">
                  <a16:creationId xmlns:a16="http://schemas.microsoft.com/office/drawing/2014/main" id="{0B0A58ED-4CFB-57E9-ECC9-1EB88AB1856E}"/>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7" name="Rectangle 6">
              <a:extLst>
                <a:ext uri="{FF2B5EF4-FFF2-40B4-BE49-F238E27FC236}">
                  <a16:creationId xmlns:a16="http://schemas.microsoft.com/office/drawing/2014/main" id="{ABB9A639-DEC3-E10A-1850-D3684818A196}"/>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8" name="Rectangle 7">
              <a:extLst>
                <a:ext uri="{FF2B5EF4-FFF2-40B4-BE49-F238E27FC236}">
                  <a16:creationId xmlns:a16="http://schemas.microsoft.com/office/drawing/2014/main" id="{35A60FFD-E0A1-507D-F80E-13619312A54D}"/>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8D295C8B-7349-1094-7F18-89D0890FA415}"/>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F81EB18F-D9DA-B030-A27F-C3E5A6AF5788}"/>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42AD9E36-4F9B-8FF0-CEBC-9E789C9F51D0}"/>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296225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ory 1 White + image right">
    <p:bg>
      <p:bgPr>
        <a:solidFill>
          <a:schemeClr val="bg1"/>
        </a:solidFill>
        <a:effectLst/>
      </p:bgPr>
    </p:bg>
    <p:spTree>
      <p:nvGrpSpPr>
        <p:cNvPr id="1" name=""/>
        <p:cNvGrpSpPr/>
        <p:nvPr/>
      </p:nvGrpSpPr>
      <p:grpSpPr>
        <a:xfrm>
          <a:off x="0" y="0"/>
          <a:ext cx="0" cy="0"/>
          <a:chOff x="0" y="0"/>
          <a:chExt cx="0" cy="0"/>
        </a:xfrm>
      </p:grpSpPr>
      <p:sp>
        <p:nvSpPr>
          <p:cNvPr id="15" name="Picture Placeholder 6">
            <a:extLst>
              <a:ext uri="{FF2B5EF4-FFF2-40B4-BE49-F238E27FC236}">
                <a16:creationId xmlns:a16="http://schemas.microsoft.com/office/drawing/2014/main" id="{85DF34CC-C871-02B6-2B98-C921866F9FCD}"/>
              </a:ext>
            </a:extLst>
          </p:cNvPr>
          <p:cNvSpPr>
            <a:spLocks noGrp="1"/>
          </p:cNvSpPr>
          <p:nvPr>
            <p:ph type="pic" sz="quarter" idx="10"/>
          </p:nvPr>
        </p:nvSpPr>
        <p:spPr>
          <a:xfrm>
            <a:off x="6096000"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36" name="Rectangle 35">
            <a:extLst>
              <a:ext uri="{FF2B5EF4-FFF2-40B4-BE49-F238E27FC236}">
                <a16:creationId xmlns:a16="http://schemas.microsoft.com/office/drawing/2014/main" id="{E8786E0D-6B18-08A4-4A7B-412EDE87A381}"/>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37" name="Text Placeholder 16">
            <a:extLst>
              <a:ext uri="{FF2B5EF4-FFF2-40B4-BE49-F238E27FC236}">
                <a16:creationId xmlns:a16="http://schemas.microsoft.com/office/drawing/2014/main" id="{DF919E9C-1378-2C45-3866-AD5627FF6164}"/>
              </a:ext>
            </a:extLst>
          </p:cNvPr>
          <p:cNvSpPr>
            <a:spLocks noGrp="1"/>
          </p:cNvSpPr>
          <p:nvPr>
            <p:ph type="body" sz="quarter" idx="12"/>
          </p:nvPr>
        </p:nvSpPr>
        <p:spPr>
          <a:xfrm>
            <a:off x="363933" y="5101780"/>
            <a:ext cx="5413354" cy="1401762"/>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8" name="Title 20">
            <a:extLst>
              <a:ext uri="{FF2B5EF4-FFF2-40B4-BE49-F238E27FC236}">
                <a16:creationId xmlns:a16="http://schemas.microsoft.com/office/drawing/2014/main" id="{7CC04655-1856-17E7-4FE8-89B6CA38A05B}"/>
              </a:ext>
            </a:extLst>
          </p:cNvPr>
          <p:cNvSpPr>
            <a:spLocks noGrp="1"/>
          </p:cNvSpPr>
          <p:nvPr>
            <p:ph type="title" hasCustomPrompt="1"/>
          </p:nvPr>
        </p:nvSpPr>
        <p:spPr>
          <a:xfrm>
            <a:off x="300038" y="179798"/>
            <a:ext cx="5480830" cy="3733482"/>
          </a:xfrm>
        </p:spPr>
        <p:txBody>
          <a:bodyPr>
            <a:noAutofit/>
          </a:bodyPr>
          <a:lstStyle>
            <a:lvl1pPr>
              <a:defRPr sz="5400" b="0" i="0">
                <a:solidFill>
                  <a:schemeClr val="tx2"/>
                </a:solidFill>
                <a:latin typeface="ING display" panose="020B0603030508020203" pitchFamily="34" charset="77"/>
              </a:defRPr>
            </a:lvl1pPr>
          </a:lstStyle>
          <a:p>
            <a:pPr lvl="0"/>
            <a:r>
              <a:rPr lang="en-GB"/>
              <a:t>Use a big number or title here</a:t>
            </a:r>
          </a:p>
        </p:txBody>
      </p:sp>
      <p:sp>
        <p:nvSpPr>
          <p:cNvPr id="2" name="Rectangle 1">
            <a:extLst>
              <a:ext uri="{FF2B5EF4-FFF2-40B4-BE49-F238E27FC236}">
                <a16:creationId xmlns:a16="http://schemas.microsoft.com/office/drawing/2014/main" id="{8175C436-1B3B-8F5A-9FC5-8277ED225D21}"/>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BEEB9B59-8208-B7EE-448A-9C524733812D}"/>
              </a:ext>
            </a:extLst>
          </p:cNvPr>
          <p:cNvGrpSpPr/>
          <p:nvPr userDrawn="1"/>
        </p:nvGrpSpPr>
        <p:grpSpPr>
          <a:xfrm>
            <a:off x="-2579659" y="3714818"/>
            <a:ext cx="2144619" cy="2625866"/>
            <a:chOff x="-2608729" y="1272988"/>
            <a:chExt cx="2064454" cy="3585883"/>
          </a:xfrm>
        </p:grpSpPr>
        <p:sp>
          <p:nvSpPr>
            <p:cNvPr id="4" name="Rectangle 3">
              <a:extLst>
                <a:ext uri="{FF2B5EF4-FFF2-40B4-BE49-F238E27FC236}">
                  <a16:creationId xmlns:a16="http://schemas.microsoft.com/office/drawing/2014/main" id="{314E005D-8696-B215-1703-ADD1B51157E5}"/>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088AF856-1526-3E3C-4520-2F2A61123D52}"/>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6" name="Rectangle 5">
              <a:extLst>
                <a:ext uri="{FF2B5EF4-FFF2-40B4-BE49-F238E27FC236}">
                  <a16:creationId xmlns:a16="http://schemas.microsoft.com/office/drawing/2014/main" id="{B73E4092-CF22-62F7-6423-05C72ACDC8DF}"/>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7" name="Rectangle 6">
              <a:extLst>
                <a:ext uri="{FF2B5EF4-FFF2-40B4-BE49-F238E27FC236}">
                  <a16:creationId xmlns:a16="http://schemas.microsoft.com/office/drawing/2014/main" id="{95E31CF2-DCAE-AA93-4293-DC5D10A892F6}"/>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8" name="Rectangle 7">
              <a:extLst>
                <a:ext uri="{FF2B5EF4-FFF2-40B4-BE49-F238E27FC236}">
                  <a16:creationId xmlns:a16="http://schemas.microsoft.com/office/drawing/2014/main" id="{67334D99-3E7B-E521-3AD0-968B53E2B492}"/>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82444E38-BB18-65DA-D944-5B6236E5FEED}"/>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BB63022D-F9E0-148B-4853-C8972F4333D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4CD7291C-FA1F-76AA-CE6B-EF4CC1375AE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4210219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ory 1 Colour + image left">
    <p:bg>
      <p:bgPr>
        <a:solidFill>
          <a:schemeClr val="tx2"/>
        </a:solidFill>
        <a:effectLst/>
      </p:bgPr>
    </p:bg>
    <p:spTree>
      <p:nvGrpSpPr>
        <p:cNvPr id="1" name=""/>
        <p:cNvGrpSpPr/>
        <p:nvPr/>
      </p:nvGrpSpPr>
      <p:grpSpPr>
        <a:xfrm>
          <a:off x="0" y="0"/>
          <a:ext cx="0" cy="0"/>
          <a:chOff x="0" y="0"/>
          <a:chExt cx="0" cy="0"/>
        </a:xfrm>
      </p:grpSpPr>
      <p:sp>
        <p:nvSpPr>
          <p:cNvPr id="26" name="Picture Placeholder 6">
            <a:extLst>
              <a:ext uri="{FF2B5EF4-FFF2-40B4-BE49-F238E27FC236}">
                <a16:creationId xmlns:a16="http://schemas.microsoft.com/office/drawing/2014/main" id="{E203EE4B-543F-A82D-04D2-5A63B0B12EAD}"/>
              </a:ext>
            </a:extLst>
          </p:cNvPr>
          <p:cNvSpPr>
            <a:spLocks noGrp="1"/>
          </p:cNvSpPr>
          <p:nvPr>
            <p:ph type="pic" sz="quarter" idx="10"/>
          </p:nvPr>
        </p:nvSpPr>
        <p:spPr>
          <a:xfrm>
            <a:off x="0"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5" name="Rectangle 24">
            <a:extLst>
              <a:ext uri="{FF2B5EF4-FFF2-40B4-BE49-F238E27FC236}">
                <a16:creationId xmlns:a16="http://schemas.microsoft.com/office/drawing/2014/main" id="{1A600DAA-D213-097C-8F2A-7AA3204132CB}"/>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7" name="Text Placeholder 16">
            <a:extLst>
              <a:ext uri="{FF2B5EF4-FFF2-40B4-BE49-F238E27FC236}">
                <a16:creationId xmlns:a16="http://schemas.microsoft.com/office/drawing/2014/main" id="{BA998479-AD58-7DB0-E563-A8B587A1BCC8}"/>
              </a:ext>
            </a:extLst>
          </p:cNvPr>
          <p:cNvSpPr>
            <a:spLocks noGrp="1"/>
          </p:cNvSpPr>
          <p:nvPr>
            <p:ph type="body" sz="quarter" idx="12"/>
          </p:nvPr>
        </p:nvSpPr>
        <p:spPr>
          <a:xfrm>
            <a:off x="6366332" y="5086539"/>
            <a:ext cx="5368877" cy="1417003"/>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8" name="Title 20">
            <a:extLst>
              <a:ext uri="{FF2B5EF4-FFF2-40B4-BE49-F238E27FC236}">
                <a16:creationId xmlns:a16="http://schemas.microsoft.com/office/drawing/2014/main" id="{BDF547DE-79B3-275D-BD3B-C55C59ED877E}"/>
              </a:ext>
            </a:extLst>
          </p:cNvPr>
          <p:cNvSpPr>
            <a:spLocks noGrp="1"/>
          </p:cNvSpPr>
          <p:nvPr>
            <p:ph type="title" hasCustomPrompt="1"/>
          </p:nvPr>
        </p:nvSpPr>
        <p:spPr>
          <a:xfrm>
            <a:off x="6366332" y="210794"/>
            <a:ext cx="5368877" cy="3748722"/>
          </a:xfrm>
        </p:spPr>
        <p:txBody>
          <a:bodyPr>
            <a:noAutofit/>
          </a:bodyPr>
          <a:lstStyle>
            <a:lvl1pPr>
              <a:defRPr sz="5400" b="0" i="0">
                <a:solidFill>
                  <a:schemeClr val="bg1"/>
                </a:solidFill>
                <a:latin typeface="ING display" panose="020B0603030508020203" pitchFamily="34" charset="77"/>
              </a:defRPr>
            </a:lvl1pPr>
          </a:lstStyle>
          <a:p>
            <a:pPr lvl="0"/>
            <a:r>
              <a:rPr lang="en-GB"/>
              <a:t>Use a big number or title here</a:t>
            </a:r>
          </a:p>
        </p:txBody>
      </p:sp>
      <p:sp>
        <p:nvSpPr>
          <p:cNvPr id="2" name="Rectangle 1">
            <a:extLst>
              <a:ext uri="{FF2B5EF4-FFF2-40B4-BE49-F238E27FC236}">
                <a16:creationId xmlns:a16="http://schemas.microsoft.com/office/drawing/2014/main" id="{5C84C88E-925D-7434-28AB-E93C75D7972D}"/>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67FCAB66-5310-A1A5-BBF3-E7E84A11549E}"/>
              </a:ext>
            </a:extLst>
          </p:cNvPr>
          <p:cNvGrpSpPr/>
          <p:nvPr userDrawn="1"/>
        </p:nvGrpSpPr>
        <p:grpSpPr>
          <a:xfrm>
            <a:off x="-2579659" y="3714818"/>
            <a:ext cx="2144619" cy="2625866"/>
            <a:chOff x="-2608729" y="1272988"/>
            <a:chExt cx="2064454" cy="3585883"/>
          </a:xfrm>
        </p:grpSpPr>
        <p:sp>
          <p:nvSpPr>
            <p:cNvPr id="4" name="Rectangle 3">
              <a:extLst>
                <a:ext uri="{FF2B5EF4-FFF2-40B4-BE49-F238E27FC236}">
                  <a16:creationId xmlns:a16="http://schemas.microsoft.com/office/drawing/2014/main" id="{E0E0C828-10E8-B9C2-53D1-3E350832B13A}"/>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51DAE1B2-B340-56AA-5918-419E0F8A883A}"/>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6" name="Rectangle 5">
              <a:extLst>
                <a:ext uri="{FF2B5EF4-FFF2-40B4-BE49-F238E27FC236}">
                  <a16:creationId xmlns:a16="http://schemas.microsoft.com/office/drawing/2014/main" id="{D1A0C4AF-4977-A4A9-816E-4BEAA1D66BE4}"/>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7" name="Rectangle 6">
              <a:extLst>
                <a:ext uri="{FF2B5EF4-FFF2-40B4-BE49-F238E27FC236}">
                  <a16:creationId xmlns:a16="http://schemas.microsoft.com/office/drawing/2014/main" id="{978F5256-6CCC-8207-0F87-5D5C02B001FF}"/>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8" name="Rectangle 7">
              <a:extLst>
                <a:ext uri="{FF2B5EF4-FFF2-40B4-BE49-F238E27FC236}">
                  <a16:creationId xmlns:a16="http://schemas.microsoft.com/office/drawing/2014/main" id="{CE8847B3-3A27-076E-1E9A-718C2D408E25}"/>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77422653-53A9-0934-482E-A07D6C978D05}"/>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81111800-2A1C-5D1A-618C-AA5A4FFE963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8FDC80A0-E851-6DE7-3535-72BE3004617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38885527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ory  1 White + image left">
    <p:bg>
      <p:bgPr>
        <a:solidFill>
          <a:schemeClr val="bg1"/>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9CA19AA-D149-4845-3459-797DEC014766}"/>
              </a:ext>
            </a:extLst>
          </p:cNvPr>
          <p:cNvSpPr>
            <a:spLocks noGrp="1"/>
          </p:cNvSpPr>
          <p:nvPr>
            <p:ph type="pic" sz="quarter" idx="10"/>
          </p:nvPr>
        </p:nvSpPr>
        <p:spPr>
          <a:xfrm>
            <a:off x="0"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4" name="Rectangle 23">
            <a:extLst>
              <a:ext uri="{FF2B5EF4-FFF2-40B4-BE49-F238E27FC236}">
                <a16:creationId xmlns:a16="http://schemas.microsoft.com/office/drawing/2014/main" id="{E494F3F9-F083-4A74-689F-CF3072213C93}"/>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30" name="Text Placeholder 16">
            <a:extLst>
              <a:ext uri="{FF2B5EF4-FFF2-40B4-BE49-F238E27FC236}">
                <a16:creationId xmlns:a16="http://schemas.microsoft.com/office/drawing/2014/main" id="{52820AC0-78B2-2FAD-DD0B-763AD0CDFA45}"/>
              </a:ext>
            </a:extLst>
          </p:cNvPr>
          <p:cNvSpPr>
            <a:spLocks noGrp="1"/>
          </p:cNvSpPr>
          <p:nvPr>
            <p:ph type="body" sz="quarter" idx="12"/>
          </p:nvPr>
        </p:nvSpPr>
        <p:spPr>
          <a:xfrm>
            <a:off x="6366332" y="5086539"/>
            <a:ext cx="5368877" cy="1417003"/>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1" name="Title 20">
            <a:extLst>
              <a:ext uri="{FF2B5EF4-FFF2-40B4-BE49-F238E27FC236}">
                <a16:creationId xmlns:a16="http://schemas.microsoft.com/office/drawing/2014/main" id="{768F4FB2-54F1-3AFC-2B5F-C17A2AD6CD47}"/>
              </a:ext>
            </a:extLst>
          </p:cNvPr>
          <p:cNvSpPr>
            <a:spLocks noGrp="1"/>
          </p:cNvSpPr>
          <p:nvPr>
            <p:ph type="title" hasCustomPrompt="1"/>
          </p:nvPr>
        </p:nvSpPr>
        <p:spPr>
          <a:xfrm>
            <a:off x="6366332" y="210794"/>
            <a:ext cx="5368877" cy="3748722"/>
          </a:xfrm>
        </p:spPr>
        <p:txBody>
          <a:bodyPr>
            <a:noAutofit/>
          </a:bodyPr>
          <a:lstStyle>
            <a:lvl1pPr>
              <a:defRPr sz="5400" b="1" i="0">
                <a:solidFill>
                  <a:schemeClr val="tx2"/>
                </a:solidFill>
                <a:latin typeface="ING display" panose="020B0603030508020203" pitchFamily="34" charset="77"/>
              </a:defRPr>
            </a:lvl1pPr>
          </a:lstStyle>
          <a:p>
            <a:pPr lvl="0"/>
            <a:r>
              <a:rPr lang="en-GB"/>
              <a:t>Use a big number or title here</a:t>
            </a:r>
          </a:p>
        </p:txBody>
      </p:sp>
      <p:sp>
        <p:nvSpPr>
          <p:cNvPr id="2" name="Rectangle 1">
            <a:extLst>
              <a:ext uri="{FF2B5EF4-FFF2-40B4-BE49-F238E27FC236}">
                <a16:creationId xmlns:a16="http://schemas.microsoft.com/office/drawing/2014/main" id="{302514C7-1427-9A85-4EBC-05F161C7ABA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5" name="Group 4">
            <a:extLst>
              <a:ext uri="{FF2B5EF4-FFF2-40B4-BE49-F238E27FC236}">
                <a16:creationId xmlns:a16="http://schemas.microsoft.com/office/drawing/2014/main" id="{9DB514C0-EA9D-332C-4AD7-C3A3B06CC356}"/>
              </a:ext>
            </a:extLst>
          </p:cNvPr>
          <p:cNvGrpSpPr/>
          <p:nvPr userDrawn="1"/>
        </p:nvGrpSpPr>
        <p:grpSpPr>
          <a:xfrm>
            <a:off x="-2579659" y="3714818"/>
            <a:ext cx="2144619" cy="2625866"/>
            <a:chOff x="-2608729" y="1272988"/>
            <a:chExt cx="2064454" cy="3585883"/>
          </a:xfrm>
        </p:grpSpPr>
        <p:sp>
          <p:nvSpPr>
            <p:cNvPr id="6" name="Rectangle 5">
              <a:extLst>
                <a:ext uri="{FF2B5EF4-FFF2-40B4-BE49-F238E27FC236}">
                  <a16:creationId xmlns:a16="http://schemas.microsoft.com/office/drawing/2014/main" id="{1CDC7EE2-9FD4-0838-399E-81865D8A4717}"/>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7" name="Rectangle 6">
              <a:extLst>
                <a:ext uri="{FF2B5EF4-FFF2-40B4-BE49-F238E27FC236}">
                  <a16:creationId xmlns:a16="http://schemas.microsoft.com/office/drawing/2014/main" id="{623DCA41-E3C2-B8B3-497D-FA5EB7052C24}"/>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8" name="Rectangle 7">
              <a:extLst>
                <a:ext uri="{FF2B5EF4-FFF2-40B4-BE49-F238E27FC236}">
                  <a16:creationId xmlns:a16="http://schemas.microsoft.com/office/drawing/2014/main" id="{ADD4DC9F-A38B-42D5-B1B4-D96C79164A4A}"/>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83379F76-C95A-3253-B3ED-8D4435B24CA9}"/>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A7DDA985-8DB3-6D40-B66C-F6D6657B9FA2}"/>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8C9DCFA4-9450-2C4A-0D82-33752F060A63}"/>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91FDA3A3-D78A-C564-2A72-7BE1E93BF585}"/>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3" name="Rectangle 12">
              <a:extLst>
                <a:ext uri="{FF2B5EF4-FFF2-40B4-BE49-F238E27FC236}">
                  <a16:creationId xmlns:a16="http://schemas.microsoft.com/office/drawing/2014/main" id="{5E25BAEB-A953-0D7B-E815-7A4E58CE95FF}"/>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6539150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ories 2 Mixed">
    <p:bg>
      <p:bgPr>
        <a:solidFill>
          <a:schemeClr val="tx2"/>
        </a:solidFill>
        <a:effectLst/>
      </p:bgPr>
    </p:bg>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98868361-EE97-415D-2016-A8A5D1792CCD}"/>
              </a:ext>
            </a:extLst>
          </p:cNvPr>
          <p:cNvSpPr>
            <a:spLocks noGrp="1" noRot="1" noMove="1" noResize="1" noEditPoints="1" noAdjustHandles="1" noChangeArrowheads="1" noChangeShapeType="1"/>
          </p:cNvSpPr>
          <p:nvPr>
            <p:ph type="body" sz="quarter" idx="16" hasCustomPrompt="1"/>
          </p:nvPr>
        </p:nvSpPr>
        <p:spPr>
          <a:xfrm>
            <a:off x="6095999" y="0"/>
            <a:ext cx="6095999" cy="6858000"/>
          </a:xfrm>
          <a:solidFill>
            <a:schemeClr val="accent2"/>
          </a:solidFill>
        </p:spPr>
        <p:txBody>
          <a:bodyPr lIns="360000" tIns="251999" rIns="360000" bIns="360000" anchor="t" anchorCtr="0">
            <a:noAutofit/>
          </a:bodyPr>
          <a:lstStyle>
            <a:lvl1pPr marL="0" indent="0">
              <a:lnSpc>
                <a:spcPct val="100000"/>
              </a:lnSpc>
              <a:buNone/>
              <a:defRPr sz="54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hasCustomPrompt="1"/>
          </p:nvPr>
        </p:nvSpPr>
        <p:spPr>
          <a:xfrm>
            <a:off x="0" y="0"/>
            <a:ext cx="6095999" cy="6858000"/>
          </a:xfrm>
        </p:spPr>
        <p:txBody>
          <a:bodyPr lIns="360000" tIns="251999" rIns="360000" bIns="360000" anchor="t" anchorCtr="0">
            <a:noAutofit/>
          </a:bodyPr>
          <a:lstStyle>
            <a:lvl1pPr marL="0" indent="0">
              <a:lnSpc>
                <a:spcPct val="100000"/>
              </a:lnSpc>
              <a:buNone/>
              <a:defRPr sz="54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7" name="Rectangle 16">
            <a:extLst>
              <a:ext uri="{FF2B5EF4-FFF2-40B4-BE49-F238E27FC236}">
                <a16:creationId xmlns:a16="http://schemas.microsoft.com/office/drawing/2014/main" id="{6C6F5108-9F1E-C626-E9F1-09E440968272}"/>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50" name="Text Placeholder 16">
            <a:extLst>
              <a:ext uri="{FF2B5EF4-FFF2-40B4-BE49-F238E27FC236}">
                <a16:creationId xmlns:a16="http://schemas.microsoft.com/office/drawing/2014/main" id="{DECE133A-3D59-8839-75C6-71919625CFB1}"/>
              </a:ext>
            </a:extLst>
          </p:cNvPr>
          <p:cNvSpPr>
            <a:spLocks noGrp="1"/>
          </p:cNvSpPr>
          <p:nvPr>
            <p:ph type="body" sz="quarter" idx="17"/>
          </p:nvPr>
        </p:nvSpPr>
        <p:spPr>
          <a:xfrm>
            <a:off x="6366332" y="5086539"/>
            <a:ext cx="5368877" cy="1417003"/>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673D98F3-1FC0-D28C-F718-33DDBFF9E769}"/>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4" name="Group 3">
            <a:extLst>
              <a:ext uri="{FF2B5EF4-FFF2-40B4-BE49-F238E27FC236}">
                <a16:creationId xmlns:a16="http://schemas.microsoft.com/office/drawing/2014/main" id="{3002DFAD-BAAB-9E35-B8AD-FDBE82F8B074}"/>
              </a:ext>
            </a:extLst>
          </p:cNvPr>
          <p:cNvGrpSpPr/>
          <p:nvPr userDrawn="1"/>
        </p:nvGrpSpPr>
        <p:grpSpPr>
          <a:xfrm>
            <a:off x="-2579659" y="3714818"/>
            <a:ext cx="2144619" cy="2625866"/>
            <a:chOff x="-2608729" y="1272988"/>
            <a:chExt cx="2064454" cy="3585883"/>
          </a:xfrm>
        </p:grpSpPr>
        <p:sp>
          <p:nvSpPr>
            <p:cNvPr id="5" name="Rectangle 4">
              <a:extLst>
                <a:ext uri="{FF2B5EF4-FFF2-40B4-BE49-F238E27FC236}">
                  <a16:creationId xmlns:a16="http://schemas.microsoft.com/office/drawing/2014/main" id="{5A69939A-3FA1-B8A2-3968-04AE30FE2FB2}"/>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6" name="Rectangle 5">
              <a:extLst>
                <a:ext uri="{FF2B5EF4-FFF2-40B4-BE49-F238E27FC236}">
                  <a16:creationId xmlns:a16="http://schemas.microsoft.com/office/drawing/2014/main" id="{2D833AB5-5E0B-C783-546E-D8767D4CAD30}"/>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8" name="Rectangle 7">
              <a:extLst>
                <a:ext uri="{FF2B5EF4-FFF2-40B4-BE49-F238E27FC236}">
                  <a16:creationId xmlns:a16="http://schemas.microsoft.com/office/drawing/2014/main" id="{79CDBB83-D423-3096-C546-3EBFDDCA8E56}"/>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F4AC7A90-4019-4634-7EA9-F4010B9CF121}"/>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E8C78F00-D9BC-0891-29A4-1F6141F6E464}"/>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2FB74BC9-BB5E-D799-49AF-FC0299708D63}"/>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832BFC66-333C-9204-81C9-F36B5E8A4BC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3" name="Rectangle 12">
              <a:extLst>
                <a:ext uri="{FF2B5EF4-FFF2-40B4-BE49-F238E27FC236}">
                  <a16:creationId xmlns:a16="http://schemas.microsoft.com/office/drawing/2014/main" id="{E630D0BC-33EA-DFAB-4AE1-F78264E8B585}"/>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8115270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ories 2 White">
    <p:bg>
      <p:bgPr>
        <a:solidFill>
          <a:schemeClr val="bg1"/>
        </a:solidFill>
        <a:effectLst/>
      </p:bgPr>
    </p:bg>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98868361-EE97-415D-2016-A8A5D1792CCD}"/>
              </a:ext>
            </a:extLst>
          </p:cNvPr>
          <p:cNvSpPr>
            <a:spLocks noGrp="1" noRot="1" noMove="1" noResize="1" noEditPoints="1" noAdjustHandles="1" noChangeArrowheads="1" noChangeShapeType="1"/>
          </p:cNvSpPr>
          <p:nvPr>
            <p:ph type="body" sz="quarter" idx="16" hasCustomPrompt="1"/>
          </p:nvPr>
        </p:nvSpPr>
        <p:spPr>
          <a:xfrm>
            <a:off x="6095999" y="0"/>
            <a:ext cx="6095999" cy="6858000"/>
          </a:xfrm>
          <a:solidFill>
            <a:schemeClr val="bg1"/>
          </a:solidFill>
        </p:spPr>
        <p:txBody>
          <a:bodyPr lIns="360000" tIns="251999" rIns="360000" bIns="360000" anchor="t" anchorCtr="0">
            <a:noAutofit/>
          </a:bodyPr>
          <a:lstStyle>
            <a:lvl1pPr marL="0" indent="0">
              <a:lnSpc>
                <a:spcPct val="100000"/>
              </a:lnSpc>
              <a:buNone/>
              <a:defRPr sz="5400" b="1" i="0">
                <a:solidFill>
                  <a:srgbClr val="FF6200"/>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hasCustomPrompt="1"/>
          </p:nvPr>
        </p:nvSpPr>
        <p:spPr>
          <a:xfrm>
            <a:off x="0" y="0"/>
            <a:ext cx="6095999" cy="6858000"/>
          </a:xfrm>
        </p:spPr>
        <p:txBody>
          <a:bodyPr lIns="360000" tIns="251999" rIns="360000" bIns="360000" anchor="t" anchorCtr="0">
            <a:noAutofit/>
          </a:bodyPr>
          <a:lstStyle>
            <a:lvl1pPr marL="0" indent="0">
              <a:lnSpc>
                <a:spcPct val="100000"/>
              </a:lnSpc>
              <a:buNone/>
              <a:defRPr sz="5400" b="1" i="0">
                <a:solidFill>
                  <a:srgbClr val="FF6200"/>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6" name="Text Placeholder 16">
            <a:extLst>
              <a:ext uri="{FF2B5EF4-FFF2-40B4-BE49-F238E27FC236}">
                <a16:creationId xmlns:a16="http://schemas.microsoft.com/office/drawing/2014/main" id="{0BD2D0C2-500A-AB53-23AB-932B088F0560}"/>
              </a:ext>
            </a:extLst>
          </p:cNvPr>
          <p:cNvSpPr>
            <a:spLocks noGrp="1"/>
          </p:cNvSpPr>
          <p:nvPr>
            <p:ph type="body" sz="quarter" idx="17"/>
          </p:nvPr>
        </p:nvSpPr>
        <p:spPr>
          <a:xfrm>
            <a:off x="6366332" y="5086539"/>
            <a:ext cx="5368877" cy="1417003"/>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D42791A5-0820-EFC0-A90C-36F4DB548C9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6" name="Group 5">
            <a:extLst>
              <a:ext uri="{FF2B5EF4-FFF2-40B4-BE49-F238E27FC236}">
                <a16:creationId xmlns:a16="http://schemas.microsoft.com/office/drawing/2014/main" id="{9BB0319B-2F3F-B9D6-DF36-8B5BBDC38DEE}"/>
              </a:ext>
            </a:extLst>
          </p:cNvPr>
          <p:cNvGrpSpPr/>
          <p:nvPr userDrawn="1"/>
        </p:nvGrpSpPr>
        <p:grpSpPr>
          <a:xfrm>
            <a:off x="-2579659" y="3714818"/>
            <a:ext cx="2144619" cy="2625866"/>
            <a:chOff x="-2608729" y="1272988"/>
            <a:chExt cx="2064454" cy="3585883"/>
          </a:xfrm>
        </p:grpSpPr>
        <p:sp>
          <p:nvSpPr>
            <p:cNvPr id="15" name="Rectangle 14">
              <a:extLst>
                <a:ext uri="{FF2B5EF4-FFF2-40B4-BE49-F238E27FC236}">
                  <a16:creationId xmlns:a16="http://schemas.microsoft.com/office/drawing/2014/main" id="{F889A8A0-305D-C000-2B7E-DC930C262758}"/>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7" name="Rectangle 16">
              <a:extLst>
                <a:ext uri="{FF2B5EF4-FFF2-40B4-BE49-F238E27FC236}">
                  <a16:creationId xmlns:a16="http://schemas.microsoft.com/office/drawing/2014/main" id="{5BEFC7F6-D85C-AC4E-942E-F08487D5EC2D}"/>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9" name="Rectangle 18">
              <a:extLst>
                <a:ext uri="{FF2B5EF4-FFF2-40B4-BE49-F238E27FC236}">
                  <a16:creationId xmlns:a16="http://schemas.microsoft.com/office/drawing/2014/main" id="{3284E6B7-6629-6E57-F52B-76FD68D86731}"/>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0" name="Rectangle 19">
              <a:extLst>
                <a:ext uri="{FF2B5EF4-FFF2-40B4-BE49-F238E27FC236}">
                  <a16:creationId xmlns:a16="http://schemas.microsoft.com/office/drawing/2014/main" id="{15D56C95-2DB2-0BEC-21B5-49F359F78118}"/>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1" name="Rectangle 20">
              <a:extLst>
                <a:ext uri="{FF2B5EF4-FFF2-40B4-BE49-F238E27FC236}">
                  <a16:creationId xmlns:a16="http://schemas.microsoft.com/office/drawing/2014/main" id="{5EDAADE9-6AF8-485E-7296-F89890676124}"/>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B3F70B19-1E64-34B6-0AFC-83A038C099D1}"/>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4C619CFF-027B-5532-9772-A1F9E72B0FB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4" name="Rectangle 23">
              <a:extLst>
                <a:ext uri="{FF2B5EF4-FFF2-40B4-BE49-F238E27FC236}">
                  <a16:creationId xmlns:a16="http://schemas.microsoft.com/office/drawing/2014/main" id="{26B1EA76-8A4D-4977-3B73-91E4FDACA927}"/>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9990522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ories 4 Colour">
    <p:bg>
      <p:bgPr>
        <a:solidFill>
          <a:schemeClr val="accent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B889C89A-B221-1C96-B140-6733E951054B}"/>
              </a:ext>
            </a:extLst>
          </p:cNvPr>
          <p:cNvSpPr>
            <a:spLocks noChangeArrowheads="1"/>
          </p:cNvSpPr>
          <p:nvPr userDrawn="1"/>
        </p:nvSpPr>
        <p:spPr bwMode="gray">
          <a:xfrm>
            <a:off x="-8153498" y="14287"/>
            <a:ext cx="2551524" cy="6858000"/>
          </a:xfrm>
          <a:prstGeom prst="rect">
            <a:avLst/>
          </a:prstGeom>
          <a:solidFill>
            <a:srgbClr val="F7F4F1"/>
          </a:solidFill>
          <a:ln>
            <a:noFill/>
          </a:ln>
          <a:effectLst/>
        </p:spPr>
        <p:txBody>
          <a:bodyPr wrap="square" lIns="180000" tIns="180000" rIns="180000" bIns="180000" anchor="t">
            <a:noAutofit/>
          </a:bodyPr>
          <a:lstStyle/>
          <a:p>
            <a:pPr marL="0" algn="l" defTabSz="457200" rtl="0" eaLnBrk="1" latinLnBrk="0" hangingPunct="1">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20" name="Rectangle 19">
            <a:extLst>
              <a:ext uri="{FF2B5EF4-FFF2-40B4-BE49-F238E27FC236}">
                <a16:creationId xmlns:a16="http://schemas.microsoft.com/office/drawing/2014/main" id="{E95501B4-9967-526D-798F-9E310B181857}"/>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1" name="Picture Placeholder 6">
            <a:extLst>
              <a:ext uri="{FF2B5EF4-FFF2-40B4-BE49-F238E27FC236}">
                <a16:creationId xmlns:a16="http://schemas.microsoft.com/office/drawing/2014/main" id="{5F011317-4DD4-C598-FADD-3CFE6122596E}"/>
              </a:ext>
            </a:extLst>
          </p:cNvPr>
          <p:cNvSpPr>
            <a:spLocks noGrp="1" noRot="1" noMove="1" noResize="1" noEditPoints="1" noAdjustHandles="1" noChangeArrowheads="1" noChangeShapeType="1"/>
          </p:cNvSpPr>
          <p:nvPr>
            <p:ph type="pic" sz="quarter" idx="10"/>
          </p:nvPr>
        </p:nvSpPr>
        <p:spPr>
          <a:xfrm>
            <a:off x="8124000" y="0"/>
            <a:ext cx="4104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6" name="Text Placeholder 16">
            <a:extLst>
              <a:ext uri="{FF2B5EF4-FFF2-40B4-BE49-F238E27FC236}">
                <a16:creationId xmlns:a16="http://schemas.microsoft.com/office/drawing/2014/main" id="{BF2E8697-0EDE-5A9D-900E-13662A467496}"/>
              </a:ext>
            </a:extLst>
          </p:cNvPr>
          <p:cNvSpPr>
            <a:spLocks noGrp="1" noRot="1" noMove="1" noResize="1" noEditPoints="1" noAdjustHandles="1" noChangeArrowheads="1" noChangeShapeType="1"/>
          </p:cNvSpPr>
          <p:nvPr>
            <p:ph type="body" sz="quarter" idx="19" hasCustomPrompt="1"/>
          </p:nvPr>
        </p:nvSpPr>
        <p:spPr>
          <a:xfrm>
            <a:off x="-6000" y="3434990"/>
            <a:ext cx="4068399" cy="3438000"/>
          </a:xfrm>
          <a:solidFill>
            <a:srgbClr val="FFE100"/>
          </a:solidFill>
        </p:spPr>
        <p:txBody>
          <a:bodyPr lIns="360000" tIns="251999" rIns="360000" bIns="360000" anchor="t" anchorCtr="0">
            <a:noAutofit/>
          </a:bodyPr>
          <a:lstStyle>
            <a:lvl1pPr marL="0" indent="0">
              <a:lnSpc>
                <a:spcPct val="100000"/>
              </a:lnSpc>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28" name="Text Placeholder 16">
            <a:extLst>
              <a:ext uri="{FF2B5EF4-FFF2-40B4-BE49-F238E27FC236}">
                <a16:creationId xmlns:a16="http://schemas.microsoft.com/office/drawing/2014/main" id="{85327C96-231B-1393-5D9E-E1249E160730}"/>
              </a:ext>
            </a:extLst>
          </p:cNvPr>
          <p:cNvSpPr>
            <a:spLocks noGrp="1" noRot="1" noMove="1" noResize="1" noEditPoints="1" noAdjustHandles="1" noChangeArrowheads="1" noChangeShapeType="1"/>
          </p:cNvSpPr>
          <p:nvPr>
            <p:ph type="body" sz="quarter" idx="21" hasCustomPrompt="1"/>
          </p:nvPr>
        </p:nvSpPr>
        <p:spPr>
          <a:xfrm>
            <a:off x="4061801" y="3434990"/>
            <a:ext cx="4068399" cy="3438000"/>
          </a:xfrm>
          <a:solidFill>
            <a:schemeClr val="accent5"/>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29" name="Text Placeholder 16">
            <a:extLst>
              <a:ext uri="{FF2B5EF4-FFF2-40B4-BE49-F238E27FC236}">
                <a16:creationId xmlns:a16="http://schemas.microsoft.com/office/drawing/2014/main" id="{BCE3822F-7C01-DEA3-9F59-C04606FF6676}"/>
              </a:ext>
            </a:extLst>
          </p:cNvPr>
          <p:cNvSpPr>
            <a:spLocks noGrp="1" noRot="1" noMove="1" noResize="1" noEditPoints="1" noAdjustHandles="1" noChangeArrowheads="1" noChangeShapeType="1"/>
          </p:cNvSpPr>
          <p:nvPr>
            <p:ph type="body" sz="quarter" idx="15" hasCustomPrompt="1"/>
          </p:nvPr>
        </p:nvSpPr>
        <p:spPr>
          <a:xfrm>
            <a:off x="4065401" y="0"/>
            <a:ext cx="4065999" cy="3438000"/>
          </a:xfrm>
          <a:solidFill>
            <a:srgbClr val="89D6FD"/>
          </a:solidFill>
        </p:spPr>
        <p:txBody>
          <a:bodyPr lIns="360000" tIns="251999" rIns="360000" bIns="360000" anchor="t" anchorCtr="0">
            <a:noAutofit/>
          </a:bodyPr>
          <a:lstStyle>
            <a:lvl1pPr marL="0" indent="0">
              <a:lnSpc>
                <a:spcPct val="100000"/>
              </a:lnSpc>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1" name="Text Placeholder 16">
            <a:extLst>
              <a:ext uri="{FF2B5EF4-FFF2-40B4-BE49-F238E27FC236}">
                <a16:creationId xmlns:a16="http://schemas.microsoft.com/office/drawing/2014/main" id="{4C48E623-A1D5-4118-FB51-854EACECEE1C}"/>
              </a:ext>
            </a:extLst>
          </p:cNvPr>
          <p:cNvSpPr>
            <a:spLocks noGrp="1" noRot="1" noMove="1" noResize="1" noEditPoints="1" noAdjustHandles="1" noChangeArrowheads="1" noChangeShapeType="1"/>
          </p:cNvSpPr>
          <p:nvPr>
            <p:ph type="body" sz="quarter" idx="13" hasCustomPrompt="1"/>
          </p:nvPr>
        </p:nvSpPr>
        <p:spPr>
          <a:xfrm>
            <a:off x="0" y="0"/>
            <a:ext cx="4065999" cy="3438000"/>
          </a:xfrm>
          <a:solidFill>
            <a:schemeClr val="accent3"/>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2" name="Text Placeholder 16">
            <a:extLst>
              <a:ext uri="{FF2B5EF4-FFF2-40B4-BE49-F238E27FC236}">
                <a16:creationId xmlns:a16="http://schemas.microsoft.com/office/drawing/2014/main" id="{1C1611CC-D6C0-EC88-DF8D-D63ABD42C77B}"/>
              </a:ext>
            </a:extLst>
          </p:cNvPr>
          <p:cNvSpPr>
            <a:spLocks noGrp="1"/>
          </p:cNvSpPr>
          <p:nvPr>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5" name="Text Placeholder 16">
            <a:extLst>
              <a:ext uri="{FF2B5EF4-FFF2-40B4-BE49-F238E27FC236}">
                <a16:creationId xmlns:a16="http://schemas.microsoft.com/office/drawing/2014/main" id="{A286A7A5-CB5C-0033-449C-218B4E70AA81}"/>
              </a:ext>
            </a:extLst>
          </p:cNvPr>
          <p:cNvSpPr>
            <a:spLocks noGrp="1"/>
          </p:cNvSpPr>
          <p:nvPr>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6" name="Text Placeholder 16">
            <a:extLst>
              <a:ext uri="{FF2B5EF4-FFF2-40B4-BE49-F238E27FC236}">
                <a16:creationId xmlns:a16="http://schemas.microsoft.com/office/drawing/2014/main" id="{8BD0623F-A0E8-A268-0A69-717EF189DD4D}"/>
              </a:ext>
            </a:extLst>
          </p:cNvPr>
          <p:cNvSpPr>
            <a:spLocks noGrp="1"/>
          </p:cNvSpPr>
          <p:nvPr>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 name="Text Placeholder 16">
            <a:extLst>
              <a:ext uri="{FF2B5EF4-FFF2-40B4-BE49-F238E27FC236}">
                <a16:creationId xmlns:a16="http://schemas.microsoft.com/office/drawing/2014/main" id="{659F2CF6-0431-E899-09F8-6E35768D7180}"/>
              </a:ext>
            </a:extLst>
          </p:cNvPr>
          <p:cNvSpPr>
            <a:spLocks noGrp="1"/>
          </p:cNvSpPr>
          <p:nvPr>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4" name="Rectangle 3">
            <a:extLst>
              <a:ext uri="{FF2B5EF4-FFF2-40B4-BE49-F238E27FC236}">
                <a16:creationId xmlns:a16="http://schemas.microsoft.com/office/drawing/2014/main" id="{DE0BD260-6B89-8931-E65C-B70D6B354464}"/>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5" name="Group 4">
            <a:extLst>
              <a:ext uri="{FF2B5EF4-FFF2-40B4-BE49-F238E27FC236}">
                <a16:creationId xmlns:a16="http://schemas.microsoft.com/office/drawing/2014/main" id="{D1D9D5C9-2C12-DD4A-82BB-F8A6DFC89533}"/>
              </a:ext>
            </a:extLst>
          </p:cNvPr>
          <p:cNvGrpSpPr/>
          <p:nvPr userDrawn="1"/>
        </p:nvGrpSpPr>
        <p:grpSpPr>
          <a:xfrm>
            <a:off x="-2579659" y="3714818"/>
            <a:ext cx="2144619" cy="2625866"/>
            <a:chOff x="-2608729" y="1272988"/>
            <a:chExt cx="2064454" cy="3585883"/>
          </a:xfrm>
        </p:grpSpPr>
        <p:sp>
          <p:nvSpPr>
            <p:cNvPr id="8" name="Rectangle 7">
              <a:extLst>
                <a:ext uri="{FF2B5EF4-FFF2-40B4-BE49-F238E27FC236}">
                  <a16:creationId xmlns:a16="http://schemas.microsoft.com/office/drawing/2014/main" id="{1A8BDCDF-1A7F-CB82-B357-B2D77E713B21}"/>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1" name="Rectangle 10">
              <a:extLst>
                <a:ext uri="{FF2B5EF4-FFF2-40B4-BE49-F238E27FC236}">
                  <a16:creationId xmlns:a16="http://schemas.microsoft.com/office/drawing/2014/main" id="{ADB19CD4-0F09-98E1-E288-8CE152EFD4B6}"/>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2" name="Rectangle 11">
              <a:extLst>
                <a:ext uri="{FF2B5EF4-FFF2-40B4-BE49-F238E27FC236}">
                  <a16:creationId xmlns:a16="http://schemas.microsoft.com/office/drawing/2014/main" id="{328994E0-BC6C-884B-03C5-C2C3F44AC8E1}"/>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3" name="Rectangle 12">
              <a:extLst>
                <a:ext uri="{FF2B5EF4-FFF2-40B4-BE49-F238E27FC236}">
                  <a16:creationId xmlns:a16="http://schemas.microsoft.com/office/drawing/2014/main" id="{B0E21B12-6E48-1C0F-4E2D-9C39C75B92C7}"/>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4" name="Rectangle 13">
              <a:extLst>
                <a:ext uri="{FF2B5EF4-FFF2-40B4-BE49-F238E27FC236}">
                  <a16:creationId xmlns:a16="http://schemas.microsoft.com/office/drawing/2014/main" id="{3CB6453D-90D1-5FDA-B1DB-4C070944BD63}"/>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8" name="Rectangle 17">
              <a:extLst>
                <a:ext uri="{FF2B5EF4-FFF2-40B4-BE49-F238E27FC236}">
                  <a16:creationId xmlns:a16="http://schemas.microsoft.com/office/drawing/2014/main" id="{3FBDD981-B2F2-CBF0-63BB-4E4BC89C78AC}"/>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2D9E9A31-FE9B-5DAD-7E0C-80C8F0EABFEB}"/>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DBEC0B5A-BB43-D73D-B33A-409258D1A2DF}"/>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3160593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ories 4 White">
    <p:bg>
      <p:bgPr>
        <a:solidFill>
          <a:schemeClr val="bg1"/>
        </a:solidFill>
        <a:effectLst/>
      </p:bgPr>
    </p:bg>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3EF541C7-7172-8D92-7265-D7EB1979766A}"/>
              </a:ext>
            </a:extLst>
          </p:cNvPr>
          <p:cNvSpPr>
            <a:spLocks noGrp="1"/>
          </p:cNvSpPr>
          <p:nvPr>
            <p:ph type="body" sz="quarter" idx="21" hasCustomPrompt="1"/>
          </p:nvPr>
        </p:nvSpPr>
        <p:spPr>
          <a:xfrm>
            <a:off x="4061641" y="3443990"/>
            <a:ext cx="4068717"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9" name="Text Placeholder 16">
            <a:extLst>
              <a:ext uri="{FF2B5EF4-FFF2-40B4-BE49-F238E27FC236}">
                <a16:creationId xmlns:a16="http://schemas.microsoft.com/office/drawing/2014/main" id="{2EDD4684-9C9B-AC34-8E2A-33E30E99A0A6}"/>
              </a:ext>
            </a:extLst>
          </p:cNvPr>
          <p:cNvSpPr>
            <a:spLocks noGrp="1"/>
          </p:cNvSpPr>
          <p:nvPr>
            <p:ph type="body" sz="quarter" idx="19" hasCustomPrompt="1"/>
          </p:nvPr>
        </p:nvSpPr>
        <p:spPr>
          <a:xfrm>
            <a:off x="-2400" y="3443990"/>
            <a:ext cx="4068717"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8" name="Text Placeholder 16">
            <a:extLst>
              <a:ext uri="{FF2B5EF4-FFF2-40B4-BE49-F238E27FC236}">
                <a16:creationId xmlns:a16="http://schemas.microsoft.com/office/drawing/2014/main" id="{FE9401FD-CC63-0A70-9191-E083BA72770F}"/>
              </a:ext>
            </a:extLst>
          </p:cNvPr>
          <p:cNvSpPr>
            <a:spLocks noGrp="1" noRot="1" noMove="1" noResize="1" noEditPoints="1" noAdjustHandles="1" noChangeArrowheads="1" noChangeShapeType="1"/>
          </p:cNvSpPr>
          <p:nvPr>
            <p:ph type="body" sz="quarter" idx="15" hasCustomPrompt="1"/>
          </p:nvPr>
        </p:nvSpPr>
        <p:spPr>
          <a:xfrm>
            <a:off x="4057651" y="0"/>
            <a:ext cx="4067116"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 name="Text Placeholder 16">
            <a:extLst>
              <a:ext uri="{FF2B5EF4-FFF2-40B4-BE49-F238E27FC236}">
                <a16:creationId xmlns:a16="http://schemas.microsoft.com/office/drawing/2014/main" id="{136FED91-06F3-7636-3A1A-3F0A275E22C7}"/>
              </a:ext>
            </a:extLst>
          </p:cNvPr>
          <p:cNvSpPr>
            <a:spLocks noGrp="1" noRot="1" noMove="1" noResize="1" noEditPoints="1" noAdjustHandles="1" noChangeArrowheads="1" noChangeShapeType="1"/>
          </p:cNvSpPr>
          <p:nvPr>
            <p:ph type="body" sz="quarter" idx="13" hasCustomPrompt="1"/>
          </p:nvPr>
        </p:nvSpPr>
        <p:spPr>
          <a:xfrm>
            <a:off x="1" y="0"/>
            <a:ext cx="4067116"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5" name="Text Placeholder 16">
            <a:extLst>
              <a:ext uri="{FF2B5EF4-FFF2-40B4-BE49-F238E27FC236}">
                <a16:creationId xmlns:a16="http://schemas.microsoft.com/office/drawing/2014/main" id="{4237589B-DD01-A40D-9C37-78DB7A75755E}"/>
              </a:ext>
            </a:extLst>
          </p:cNvPr>
          <p:cNvSpPr>
            <a:spLocks noGrp="1"/>
          </p:cNvSpPr>
          <p:nvPr>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1" name="Text Placeholder 16">
            <a:extLst>
              <a:ext uri="{FF2B5EF4-FFF2-40B4-BE49-F238E27FC236}">
                <a16:creationId xmlns:a16="http://schemas.microsoft.com/office/drawing/2014/main" id="{C93E5847-2CA4-3CBD-3453-F89204655698}"/>
              </a:ext>
            </a:extLst>
          </p:cNvPr>
          <p:cNvSpPr>
            <a:spLocks noGrp="1"/>
          </p:cNvSpPr>
          <p:nvPr>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3" name="Text Placeholder 16">
            <a:extLst>
              <a:ext uri="{FF2B5EF4-FFF2-40B4-BE49-F238E27FC236}">
                <a16:creationId xmlns:a16="http://schemas.microsoft.com/office/drawing/2014/main" id="{9242A159-BA4A-B2CE-6DD9-DF5029CDAFA3}"/>
              </a:ext>
            </a:extLst>
          </p:cNvPr>
          <p:cNvSpPr>
            <a:spLocks noGrp="1"/>
          </p:cNvSpPr>
          <p:nvPr>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1" name="Rectangle 30">
            <a:extLst>
              <a:ext uri="{FF2B5EF4-FFF2-40B4-BE49-F238E27FC236}">
                <a16:creationId xmlns:a16="http://schemas.microsoft.com/office/drawing/2014/main" id="{9503FF52-FFDD-C4E8-70AF-5116F708C65E}"/>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4" name="Picture Placeholder 6">
            <a:extLst>
              <a:ext uri="{FF2B5EF4-FFF2-40B4-BE49-F238E27FC236}">
                <a16:creationId xmlns:a16="http://schemas.microsoft.com/office/drawing/2014/main" id="{41D997D3-5CC4-BB05-A834-26822991E9F2}"/>
              </a:ext>
            </a:extLst>
          </p:cNvPr>
          <p:cNvSpPr>
            <a:spLocks noGrp="1"/>
          </p:cNvSpPr>
          <p:nvPr>
            <p:ph type="pic" sz="quarter" idx="10"/>
          </p:nvPr>
        </p:nvSpPr>
        <p:spPr>
          <a:xfrm>
            <a:off x="8124000" y="0"/>
            <a:ext cx="4104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Rectangle 1">
            <a:extLst>
              <a:ext uri="{FF2B5EF4-FFF2-40B4-BE49-F238E27FC236}">
                <a16:creationId xmlns:a16="http://schemas.microsoft.com/office/drawing/2014/main" id="{2A5FD939-ABCD-24A3-4080-4F5C99660220}"/>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6" name="Group 5">
            <a:extLst>
              <a:ext uri="{FF2B5EF4-FFF2-40B4-BE49-F238E27FC236}">
                <a16:creationId xmlns:a16="http://schemas.microsoft.com/office/drawing/2014/main" id="{4494B5F4-9D35-9A5F-B5A2-06FAB9463FD0}"/>
              </a:ext>
            </a:extLst>
          </p:cNvPr>
          <p:cNvGrpSpPr/>
          <p:nvPr userDrawn="1"/>
        </p:nvGrpSpPr>
        <p:grpSpPr>
          <a:xfrm>
            <a:off x="-2579659" y="3714818"/>
            <a:ext cx="2144619" cy="2625866"/>
            <a:chOff x="-2608729" y="1272988"/>
            <a:chExt cx="2064454" cy="3585883"/>
          </a:xfrm>
        </p:grpSpPr>
        <p:sp>
          <p:nvSpPr>
            <p:cNvPr id="10" name="Rectangle 9">
              <a:extLst>
                <a:ext uri="{FF2B5EF4-FFF2-40B4-BE49-F238E27FC236}">
                  <a16:creationId xmlns:a16="http://schemas.microsoft.com/office/drawing/2014/main" id="{906AF7B4-37A8-19D5-C1A0-CD89BC895CF3}"/>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2" name="Rectangle 11">
              <a:extLst>
                <a:ext uri="{FF2B5EF4-FFF2-40B4-BE49-F238E27FC236}">
                  <a16:creationId xmlns:a16="http://schemas.microsoft.com/office/drawing/2014/main" id="{9AD96B56-AED5-6EE7-86FC-8D92A37B7467}"/>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4" name="Rectangle 13">
              <a:extLst>
                <a:ext uri="{FF2B5EF4-FFF2-40B4-BE49-F238E27FC236}">
                  <a16:creationId xmlns:a16="http://schemas.microsoft.com/office/drawing/2014/main" id="{55638BE0-2DAC-0FE6-4530-9EDED0C1F2A3}"/>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5" name="Rectangle 14">
              <a:extLst>
                <a:ext uri="{FF2B5EF4-FFF2-40B4-BE49-F238E27FC236}">
                  <a16:creationId xmlns:a16="http://schemas.microsoft.com/office/drawing/2014/main" id="{2F2FCB52-8235-AA92-C117-C9385ECDD7F8}"/>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6" name="Rectangle 15">
              <a:extLst>
                <a:ext uri="{FF2B5EF4-FFF2-40B4-BE49-F238E27FC236}">
                  <a16:creationId xmlns:a16="http://schemas.microsoft.com/office/drawing/2014/main" id="{5C63AF4B-7E85-3E37-ACE9-10F174BBCB23}"/>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7" name="Rectangle 16">
              <a:extLst>
                <a:ext uri="{FF2B5EF4-FFF2-40B4-BE49-F238E27FC236}">
                  <a16:creationId xmlns:a16="http://schemas.microsoft.com/office/drawing/2014/main" id="{DED073B0-3C55-951D-A12D-B75B92277299}"/>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9" name="Rectangle 18">
              <a:extLst>
                <a:ext uri="{FF2B5EF4-FFF2-40B4-BE49-F238E27FC236}">
                  <a16:creationId xmlns:a16="http://schemas.microsoft.com/office/drawing/2014/main" id="{19B26013-5E32-5308-224D-A91F543F80BC}"/>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0EBB4975-F26E-7A60-DD9B-63FBEC4A192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6564692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ories 6 Colour">
    <p:bg>
      <p:bgPr>
        <a:solidFill>
          <a:schemeClr val="accent1"/>
        </a:solidFill>
        <a:effectLst/>
      </p:bgPr>
    </p:bg>
    <p:spTree>
      <p:nvGrpSpPr>
        <p:cNvPr id="1" name=""/>
        <p:cNvGrpSpPr/>
        <p:nvPr/>
      </p:nvGrpSpPr>
      <p:grpSpPr>
        <a:xfrm>
          <a:off x="0" y="0"/>
          <a:ext cx="0" cy="0"/>
          <a:chOff x="0" y="0"/>
          <a:chExt cx="0" cy="0"/>
        </a:xfrm>
      </p:grpSpPr>
      <p:sp>
        <p:nvSpPr>
          <p:cNvPr id="12" name="Text Placeholder 16">
            <a:extLst>
              <a:ext uri="{FF2B5EF4-FFF2-40B4-BE49-F238E27FC236}">
                <a16:creationId xmlns:a16="http://schemas.microsoft.com/office/drawing/2014/main" id="{0A47EDF2-49FE-E4BE-4A90-E633CA0E9A75}"/>
              </a:ext>
            </a:extLst>
          </p:cNvPr>
          <p:cNvSpPr>
            <a:spLocks noGrp="1" noRot="1" noMove="1" noResize="1" noEditPoints="1" noAdjustHandles="1" noChangeArrowheads="1" noChangeShapeType="1"/>
          </p:cNvSpPr>
          <p:nvPr>
            <p:ph type="body" sz="quarter" idx="19" hasCustomPrompt="1"/>
          </p:nvPr>
        </p:nvSpPr>
        <p:spPr>
          <a:xfrm>
            <a:off x="-6000" y="3434990"/>
            <a:ext cx="4068399" cy="3438000"/>
          </a:xfrm>
          <a:solidFill>
            <a:srgbClr val="FFE100"/>
          </a:solid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6" name="Text Placeholder 16">
            <a:extLst>
              <a:ext uri="{FF2B5EF4-FFF2-40B4-BE49-F238E27FC236}">
                <a16:creationId xmlns:a16="http://schemas.microsoft.com/office/drawing/2014/main" id="{1CB40A4F-94D5-FDAE-7D86-A9BE51BF59A7}"/>
              </a:ext>
            </a:extLst>
          </p:cNvPr>
          <p:cNvSpPr>
            <a:spLocks noGrp="1" noRot="1" noMove="1" noResize="1" noEditPoints="1" noAdjustHandles="1" noChangeArrowheads="1" noChangeShapeType="1"/>
          </p:cNvSpPr>
          <p:nvPr>
            <p:ph type="body" sz="quarter" idx="23" hasCustomPrompt="1"/>
          </p:nvPr>
        </p:nvSpPr>
        <p:spPr>
          <a:xfrm>
            <a:off x="8129601" y="3434990"/>
            <a:ext cx="4068399" cy="3438000"/>
          </a:xfrm>
          <a:solidFill>
            <a:srgbClr val="7724FF"/>
          </a:solid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4" name="Text Placeholder 16">
            <a:extLst>
              <a:ext uri="{FF2B5EF4-FFF2-40B4-BE49-F238E27FC236}">
                <a16:creationId xmlns:a16="http://schemas.microsoft.com/office/drawing/2014/main" id="{8DBE487F-B90D-85D2-B2F2-4A052AAFEFC8}"/>
              </a:ext>
            </a:extLst>
          </p:cNvPr>
          <p:cNvSpPr>
            <a:spLocks noGrp="1" noRot="1" noMove="1" noResize="1" noEditPoints="1" noAdjustHandles="1" noChangeArrowheads="1" noChangeShapeType="1"/>
          </p:cNvSpPr>
          <p:nvPr>
            <p:ph type="body" sz="quarter" idx="21" hasCustomPrompt="1"/>
          </p:nvPr>
        </p:nvSpPr>
        <p:spPr>
          <a:xfrm>
            <a:off x="4061801" y="3434990"/>
            <a:ext cx="4068399" cy="3438000"/>
          </a:xfrm>
          <a:solidFill>
            <a:schemeClr val="accent5"/>
          </a:solid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8" name="Text Placeholder 16">
            <a:extLst>
              <a:ext uri="{FF2B5EF4-FFF2-40B4-BE49-F238E27FC236}">
                <a16:creationId xmlns:a16="http://schemas.microsoft.com/office/drawing/2014/main" id="{FE9401FD-CC63-0A70-9191-E083BA72770F}"/>
              </a:ext>
            </a:extLst>
          </p:cNvPr>
          <p:cNvSpPr>
            <a:spLocks noGrp="1" noRot="1" noMove="1" noResize="1" noEditPoints="1" noAdjustHandles="1" noChangeArrowheads="1" noChangeShapeType="1"/>
          </p:cNvSpPr>
          <p:nvPr userDrawn="1">
            <p:ph type="body" sz="quarter" idx="15" hasCustomPrompt="1"/>
          </p:nvPr>
        </p:nvSpPr>
        <p:spPr>
          <a:xfrm>
            <a:off x="4063001" y="0"/>
            <a:ext cx="4065999" cy="3438000"/>
          </a:xfrm>
          <a:solidFill>
            <a:srgbClr val="89D6FD"/>
          </a:solidFill>
        </p:spPr>
        <p:txBody>
          <a:bodyPr lIns="360000" tIns="251999" rIns="360000" bIns="360000" anchor="t" anchorCtr="0">
            <a:noAutofit/>
          </a:bodyPr>
          <a:lstStyle>
            <a:lvl1pPr marL="0" indent="0">
              <a:lnSpc>
                <a:spcPct val="100000"/>
              </a:lnSpc>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0" name="Text Placeholder 16">
            <a:extLst>
              <a:ext uri="{FF2B5EF4-FFF2-40B4-BE49-F238E27FC236}">
                <a16:creationId xmlns:a16="http://schemas.microsoft.com/office/drawing/2014/main" id="{B02955D5-8DC4-D7F6-02F8-998D0353AEA0}"/>
              </a:ext>
            </a:extLst>
          </p:cNvPr>
          <p:cNvSpPr>
            <a:spLocks noGrp="1" noRot="1" noMove="1" noResize="1" noEditPoints="1" noAdjustHandles="1" noChangeArrowheads="1" noChangeShapeType="1"/>
          </p:cNvSpPr>
          <p:nvPr userDrawn="1">
            <p:ph type="body" sz="quarter" idx="17" hasCustomPrompt="1"/>
          </p:nvPr>
        </p:nvSpPr>
        <p:spPr>
          <a:xfrm>
            <a:off x="8128401" y="0"/>
            <a:ext cx="4065999" cy="3438000"/>
          </a:xfrm>
          <a:solidFill>
            <a:schemeClr val="accent1"/>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 name="Text Placeholder 16">
            <a:extLst>
              <a:ext uri="{FF2B5EF4-FFF2-40B4-BE49-F238E27FC236}">
                <a16:creationId xmlns:a16="http://schemas.microsoft.com/office/drawing/2014/main" id="{136FED91-06F3-7636-3A1A-3F0A275E22C7}"/>
              </a:ext>
            </a:extLst>
          </p:cNvPr>
          <p:cNvSpPr>
            <a:spLocks noGrp="1" noRot="1" noMove="1" noResize="1" noEditPoints="1" noAdjustHandles="1" noChangeArrowheads="1" noChangeShapeType="1"/>
          </p:cNvSpPr>
          <p:nvPr userDrawn="1">
            <p:ph type="body" sz="quarter" idx="13" hasCustomPrompt="1"/>
          </p:nvPr>
        </p:nvSpPr>
        <p:spPr>
          <a:xfrm>
            <a:off x="-2400" y="0"/>
            <a:ext cx="4065999" cy="3438000"/>
          </a:xfrm>
          <a:solidFill>
            <a:schemeClr val="accent3"/>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5" name="Text Placeholder 16">
            <a:extLst>
              <a:ext uri="{FF2B5EF4-FFF2-40B4-BE49-F238E27FC236}">
                <a16:creationId xmlns:a16="http://schemas.microsoft.com/office/drawing/2014/main" id="{4237589B-DD01-A40D-9C37-78DB7A75755E}"/>
              </a:ext>
            </a:extLst>
          </p:cNvPr>
          <p:cNvSpPr>
            <a:spLocks noGrp="1"/>
          </p:cNvSpPr>
          <p:nvPr userDrawn="1">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1" name="Text Placeholder 16">
            <a:extLst>
              <a:ext uri="{FF2B5EF4-FFF2-40B4-BE49-F238E27FC236}">
                <a16:creationId xmlns:a16="http://schemas.microsoft.com/office/drawing/2014/main" id="{C93E5847-2CA4-3CBD-3453-F89204655698}"/>
              </a:ext>
            </a:extLst>
          </p:cNvPr>
          <p:cNvSpPr>
            <a:spLocks noGrp="1"/>
          </p:cNvSpPr>
          <p:nvPr userDrawn="1">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9" name="Text Placeholder 16">
            <a:extLst>
              <a:ext uri="{FF2B5EF4-FFF2-40B4-BE49-F238E27FC236}">
                <a16:creationId xmlns:a16="http://schemas.microsoft.com/office/drawing/2014/main" id="{EC21CA4E-FC63-2FA9-4248-5ED07BBD9DA1}"/>
              </a:ext>
            </a:extLst>
          </p:cNvPr>
          <p:cNvSpPr>
            <a:spLocks noGrp="1"/>
          </p:cNvSpPr>
          <p:nvPr userDrawn="1">
            <p:ph type="body" sz="quarter" idx="16"/>
          </p:nvPr>
        </p:nvSpPr>
        <p:spPr>
          <a:xfrm>
            <a:off x="84487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userDrawn="1">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3" name="Text Placeholder 16">
            <a:extLst>
              <a:ext uri="{FF2B5EF4-FFF2-40B4-BE49-F238E27FC236}">
                <a16:creationId xmlns:a16="http://schemas.microsoft.com/office/drawing/2014/main" id="{9242A159-BA4A-B2CE-6DD9-DF5029CDAFA3}"/>
              </a:ext>
            </a:extLst>
          </p:cNvPr>
          <p:cNvSpPr>
            <a:spLocks noGrp="1"/>
          </p:cNvSpPr>
          <p:nvPr userDrawn="1">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5" name="Text Placeholder 16">
            <a:extLst>
              <a:ext uri="{FF2B5EF4-FFF2-40B4-BE49-F238E27FC236}">
                <a16:creationId xmlns:a16="http://schemas.microsoft.com/office/drawing/2014/main" id="{A2AA0D06-3BAC-8E62-9183-40F7D2A9A040}"/>
              </a:ext>
            </a:extLst>
          </p:cNvPr>
          <p:cNvSpPr>
            <a:spLocks noGrp="1"/>
          </p:cNvSpPr>
          <p:nvPr userDrawn="1">
            <p:ph type="body" sz="quarter" idx="22"/>
          </p:nvPr>
        </p:nvSpPr>
        <p:spPr>
          <a:xfrm>
            <a:off x="844875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A3E4F749-B2A6-7BE9-0325-74AB22F701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7" name="Rectangle 6">
            <a:extLst>
              <a:ext uri="{FF2B5EF4-FFF2-40B4-BE49-F238E27FC236}">
                <a16:creationId xmlns:a16="http://schemas.microsoft.com/office/drawing/2014/main" id="{B9D22CD8-1B76-FD6F-6E70-F771A5683A72}"/>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17" name="Group 16">
            <a:extLst>
              <a:ext uri="{FF2B5EF4-FFF2-40B4-BE49-F238E27FC236}">
                <a16:creationId xmlns:a16="http://schemas.microsoft.com/office/drawing/2014/main" id="{F392E115-7F37-1119-7F72-53FC6D6CCA94}"/>
              </a:ext>
            </a:extLst>
          </p:cNvPr>
          <p:cNvGrpSpPr/>
          <p:nvPr userDrawn="1"/>
        </p:nvGrpSpPr>
        <p:grpSpPr>
          <a:xfrm>
            <a:off x="-2579659" y="3714818"/>
            <a:ext cx="2144619" cy="2625866"/>
            <a:chOff x="-2608729" y="1272988"/>
            <a:chExt cx="2064454" cy="3585883"/>
          </a:xfrm>
        </p:grpSpPr>
        <p:sp>
          <p:nvSpPr>
            <p:cNvPr id="19" name="Rectangle 18">
              <a:extLst>
                <a:ext uri="{FF2B5EF4-FFF2-40B4-BE49-F238E27FC236}">
                  <a16:creationId xmlns:a16="http://schemas.microsoft.com/office/drawing/2014/main" id="{5B7DE6CE-4C3B-FC5F-1BEC-D0BA6DA9E591}"/>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20" name="Rectangle 19">
              <a:extLst>
                <a:ext uri="{FF2B5EF4-FFF2-40B4-BE49-F238E27FC236}">
                  <a16:creationId xmlns:a16="http://schemas.microsoft.com/office/drawing/2014/main" id="{272C1793-19A9-6CA3-09E8-83D2108AC2FE}"/>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21" name="Rectangle 20">
              <a:extLst>
                <a:ext uri="{FF2B5EF4-FFF2-40B4-BE49-F238E27FC236}">
                  <a16:creationId xmlns:a16="http://schemas.microsoft.com/office/drawing/2014/main" id="{6726DDA9-FC92-61A1-EDD2-948FEF6575AD}"/>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40A94D51-0E09-C480-8E07-0AA9F47C6956}"/>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D0964C60-0F06-2AC0-AB07-5514A27A40D9}"/>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31" name="Rectangle 30">
              <a:extLst>
                <a:ext uri="{FF2B5EF4-FFF2-40B4-BE49-F238E27FC236}">
                  <a16:creationId xmlns:a16="http://schemas.microsoft.com/office/drawing/2014/main" id="{DB8D9241-3EA0-F8C4-B179-B0CE316C3F3F}"/>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32" name="Rectangle 31">
              <a:extLst>
                <a:ext uri="{FF2B5EF4-FFF2-40B4-BE49-F238E27FC236}">
                  <a16:creationId xmlns:a16="http://schemas.microsoft.com/office/drawing/2014/main" id="{C0B9B569-2BA1-4140-DF0B-3B4DB0A448B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33" name="Rectangle 32">
              <a:extLst>
                <a:ext uri="{FF2B5EF4-FFF2-40B4-BE49-F238E27FC236}">
                  <a16:creationId xmlns:a16="http://schemas.microsoft.com/office/drawing/2014/main" id="{657353C9-0F88-EC32-84A1-95D58BD65A24}"/>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3702361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ories 6 White">
    <p:bg>
      <p:bgPr>
        <a:solidFill>
          <a:schemeClr val="bg1"/>
        </a:solidFill>
        <a:effectLst/>
      </p:bgPr>
    </p:bg>
    <p:spTree>
      <p:nvGrpSpPr>
        <p:cNvPr id="1" name=""/>
        <p:cNvGrpSpPr/>
        <p:nvPr/>
      </p:nvGrpSpPr>
      <p:grpSpPr>
        <a:xfrm>
          <a:off x="0" y="0"/>
          <a:ext cx="0" cy="0"/>
          <a:chOff x="0" y="0"/>
          <a:chExt cx="0" cy="0"/>
        </a:xfrm>
      </p:grpSpPr>
      <p:sp>
        <p:nvSpPr>
          <p:cNvPr id="12" name="Text Placeholder 16">
            <a:extLst>
              <a:ext uri="{FF2B5EF4-FFF2-40B4-BE49-F238E27FC236}">
                <a16:creationId xmlns:a16="http://schemas.microsoft.com/office/drawing/2014/main" id="{0A47EDF2-49FE-E4BE-4A90-E633CA0E9A75}"/>
              </a:ext>
            </a:extLst>
          </p:cNvPr>
          <p:cNvSpPr>
            <a:spLocks noGrp="1"/>
          </p:cNvSpPr>
          <p:nvPr>
            <p:ph type="body" sz="quarter" idx="19" hasCustomPrompt="1"/>
          </p:nvPr>
        </p:nvSpPr>
        <p:spPr>
          <a:xfrm>
            <a:off x="-6000" y="3434990"/>
            <a:ext cx="4068399" cy="3438000"/>
          </a:xfrm>
          <a:no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6" name="Text Placeholder 16">
            <a:extLst>
              <a:ext uri="{FF2B5EF4-FFF2-40B4-BE49-F238E27FC236}">
                <a16:creationId xmlns:a16="http://schemas.microsoft.com/office/drawing/2014/main" id="{1CB40A4F-94D5-FDAE-7D86-A9BE51BF59A7}"/>
              </a:ext>
            </a:extLst>
          </p:cNvPr>
          <p:cNvSpPr>
            <a:spLocks noGrp="1"/>
          </p:cNvSpPr>
          <p:nvPr>
            <p:ph type="body" sz="quarter" idx="23" hasCustomPrompt="1"/>
          </p:nvPr>
        </p:nvSpPr>
        <p:spPr>
          <a:xfrm>
            <a:off x="8129601" y="3434990"/>
            <a:ext cx="4068399" cy="3438000"/>
          </a:xfrm>
          <a:no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4" name="Text Placeholder 16">
            <a:extLst>
              <a:ext uri="{FF2B5EF4-FFF2-40B4-BE49-F238E27FC236}">
                <a16:creationId xmlns:a16="http://schemas.microsoft.com/office/drawing/2014/main" id="{8DBE487F-B90D-85D2-B2F2-4A052AAFEFC8}"/>
              </a:ext>
            </a:extLst>
          </p:cNvPr>
          <p:cNvSpPr>
            <a:spLocks noGrp="1"/>
          </p:cNvSpPr>
          <p:nvPr>
            <p:ph type="body" sz="quarter" idx="21" hasCustomPrompt="1"/>
          </p:nvPr>
        </p:nvSpPr>
        <p:spPr>
          <a:xfrm>
            <a:off x="4061800" y="3434990"/>
            <a:ext cx="4068399" cy="3438000"/>
          </a:xfrm>
          <a:no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8" name="Text Placeholder 16">
            <a:extLst>
              <a:ext uri="{FF2B5EF4-FFF2-40B4-BE49-F238E27FC236}">
                <a16:creationId xmlns:a16="http://schemas.microsoft.com/office/drawing/2014/main" id="{FE9401FD-CC63-0A70-9191-E083BA72770F}"/>
              </a:ext>
            </a:extLst>
          </p:cNvPr>
          <p:cNvSpPr>
            <a:spLocks noGrp="1"/>
          </p:cNvSpPr>
          <p:nvPr userDrawn="1">
            <p:ph type="body" sz="quarter" idx="15" hasCustomPrompt="1"/>
          </p:nvPr>
        </p:nvSpPr>
        <p:spPr>
          <a:xfrm>
            <a:off x="4063000" y="0"/>
            <a:ext cx="4065999" cy="3438000"/>
          </a:xfrm>
          <a:no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0" name="Text Placeholder 16">
            <a:extLst>
              <a:ext uri="{FF2B5EF4-FFF2-40B4-BE49-F238E27FC236}">
                <a16:creationId xmlns:a16="http://schemas.microsoft.com/office/drawing/2014/main" id="{B02955D5-8DC4-D7F6-02F8-998D0353AEA0}"/>
              </a:ext>
            </a:extLst>
          </p:cNvPr>
          <p:cNvSpPr>
            <a:spLocks noGrp="1"/>
          </p:cNvSpPr>
          <p:nvPr userDrawn="1">
            <p:ph type="body" sz="quarter" idx="17" hasCustomPrompt="1"/>
          </p:nvPr>
        </p:nvSpPr>
        <p:spPr>
          <a:xfrm>
            <a:off x="8128401" y="0"/>
            <a:ext cx="4065999" cy="3438000"/>
          </a:xfrm>
          <a:no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 name="Text Placeholder 16">
            <a:extLst>
              <a:ext uri="{FF2B5EF4-FFF2-40B4-BE49-F238E27FC236}">
                <a16:creationId xmlns:a16="http://schemas.microsoft.com/office/drawing/2014/main" id="{136FED91-06F3-7636-3A1A-3F0A275E22C7}"/>
              </a:ext>
            </a:extLst>
          </p:cNvPr>
          <p:cNvSpPr>
            <a:spLocks noGrp="1"/>
          </p:cNvSpPr>
          <p:nvPr userDrawn="1">
            <p:ph type="body" sz="quarter" idx="13" hasCustomPrompt="1"/>
          </p:nvPr>
        </p:nvSpPr>
        <p:spPr>
          <a:xfrm>
            <a:off x="-2400" y="0"/>
            <a:ext cx="4065999" cy="3438000"/>
          </a:xfrm>
          <a:no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5" name="Text Placeholder 16">
            <a:extLst>
              <a:ext uri="{FF2B5EF4-FFF2-40B4-BE49-F238E27FC236}">
                <a16:creationId xmlns:a16="http://schemas.microsoft.com/office/drawing/2014/main" id="{4237589B-DD01-A40D-9C37-78DB7A75755E}"/>
              </a:ext>
            </a:extLst>
          </p:cNvPr>
          <p:cNvSpPr>
            <a:spLocks noGrp="1"/>
          </p:cNvSpPr>
          <p:nvPr userDrawn="1">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1" name="Text Placeholder 16">
            <a:extLst>
              <a:ext uri="{FF2B5EF4-FFF2-40B4-BE49-F238E27FC236}">
                <a16:creationId xmlns:a16="http://schemas.microsoft.com/office/drawing/2014/main" id="{C93E5847-2CA4-3CBD-3453-F89204655698}"/>
              </a:ext>
            </a:extLst>
          </p:cNvPr>
          <p:cNvSpPr>
            <a:spLocks noGrp="1"/>
          </p:cNvSpPr>
          <p:nvPr userDrawn="1">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9" name="Text Placeholder 16">
            <a:extLst>
              <a:ext uri="{FF2B5EF4-FFF2-40B4-BE49-F238E27FC236}">
                <a16:creationId xmlns:a16="http://schemas.microsoft.com/office/drawing/2014/main" id="{EC21CA4E-FC63-2FA9-4248-5ED07BBD9DA1}"/>
              </a:ext>
            </a:extLst>
          </p:cNvPr>
          <p:cNvSpPr>
            <a:spLocks noGrp="1"/>
          </p:cNvSpPr>
          <p:nvPr userDrawn="1">
            <p:ph type="body" sz="quarter" idx="16"/>
          </p:nvPr>
        </p:nvSpPr>
        <p:spPr>
          <a:xfrm>
            <a:off x="844875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userDrawn="1">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3" name="Text Placeholder 16">
            <a:extLst>
              <a:ext uri="{FF2B5EF4-FFF2-40B4-BE49-F238E27FC236}">
                <a16:creationId xmlns:a16="http://schemas.microsoft.com/office/drawing/2014/main" id="{9242A159-BA4A-B2CE-6DD9-DF5029CDAFA3}"/>
              </a:ext>
            </a:extLst>
          </p:cNvPr>
          <p:cNvSpPr>
            <a:spLocks noGrp="1"/>
          </p:cNvSpPr>
          <p:nvPr userDrawn="1">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5" name="Text Placeholder 16">
            <a:extLst>
              <a:ext uri="{FF2B5EF4-FFF2-40B4-BE49-F238E27FC236}">
                <a16:creationId xmlns:a16="http://schemas.microsoft.com/office/drawing/2014/main" id="{A2AA0D06-3BAC-8E62-9183-40F7D2A9A040}"/>
              </a:ext>
            </a:extLst>
          </p:cNvPr>
          <p:cNvSpPr>
            <a:spLocks noGrp="1"/>
          </p:cNvSpPr>
          <p:nvPr userDrawn="1">
            <p:ph type="body" sz="quarter" idx="22"/>
          </p:nvPr>
        </p:nvSpPr>
        <p:spPr>
          <a:xfrm>
            <a:off x="84487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A3E4F749-B2A6-7BE9-0325-74AB22F701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7" name="Rectangle 6">
            <a:extLst>
              <a:ext uri="{FF2B5EF4-FFF2-40B4-BE49-F238E27FC236}">
                <a16:creationId xmlns:a16="http://schemas.microsoft.com/office/drawing/2014/main" id="{3F41DC5F-0AB3-996B-1714-AACD8F12A3E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17" name="Group 16">
            <a:extLst>
              <a:ext uri="{FF2B5EF4-FFF2-40B4-BE49-F238E27FC236}">
                <a16:creationId xmlns:a16="http://schemas.microsoft.com/office/drawing/2014/main" id="{0099EDCC-DABB-09ED-9977-84694FB33403}"/>
              </a:ext>
            </a:extLst>
          </p:cNvPr>
          <p:cNvGrpSpPr/>
          <p:nvPr userDrawn="1"/>
        </p:nvGrpSpPr>
        <p:grpSpPr>
          <a:xfrm>
            <a:off x="-2579659" y="3714818"/>
            <a:ext cx="2144619" cy="2625866"/>
            <a:chOff x="-2608729" y="1272988"/>
            <a:chExt cx="2064454" cy="3585883"/>
          </a:xfrm>
        </p:grpSpPr>
        <p:sp>
          <p:nvSpPr>
            <p:cNvPr id="19" name="Rectangle 18">
              <a:extLst>
                <a:ext uri="{FF2B5EF4-FFF2-40B4-BE49-F238E27FC236}">
                  <a16:creationId xmlns:a16="http://schemas.microsoft.com/office/drawing/2014/main" id="{A1D8EB7B-CCAD-6980-E706-47660EA43854}"/>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20" name="Rectangle 19">
              <a:extLst>
                <a:ext uri="{FF2B5EF4-FFF2-40B4-BE49-F238E27FC236}">
                  <a16:creationId xmlns:a16="http://schemas.microsoft.com/office/drawing/2014/main" id="{A7E6FE9C-2D04-3B19-2CEB-4F3364CBFFE3}"/>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21" name="Rectangle 20">
              <a:extLst>
                <a:ext uri="{FF2B5EF4-FFF2-40B4-BE49-F238E27FC236}">
                  <a16:creationId xmlns:a16="http://schemas.microsoft.com/office/drawing/2014/main" id="{7DFD0C28-5A75-EF06-9242-ED14A877C61E}"/>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C76518F8-D3FC-E912-17B8-B8BC75D2CF88}"/>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DCD1EB3B-D483-3C26-B3C3-AC3D01BE369B}"/>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31" name="Rectangle 30">
              <a:extLst>
                <a:ext uri="{FF2B5EF4-FFF2-40B4-BE49-F238E27FC236}">
                  <a16:creationId xmlns:a16="http://schemas.microsoft.com/office/drawing/2014/main" id="{8C4A81BE-2CAD-AE73-65C0-8428CBFB1D7C}"/>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32" name="Rectangle 31">
              <a:extLst>
                <a:ext uri="{FF2B5EF4-FFF2-40B4-BE49-F238E27FC236}">
                  <a16:creationId xmlns:a16="http://schemas.microsoft.com/office/drawing/2014/main" id="{F84F9C3B-78EA-3889-EF09-E78725020750}"/>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33" name="Rectangle 32">
              <a:extLst>
                <a:ext uri="{FF2B5EF4-FFF2-40B4-BE49-F238E27FC236}">
                  <a16:creationId xmlns:a16="http://schemas.microsoft.com/office/drawing/2014/main" id="{5337469D-BBC6-AE3E-8FBF-A8BBE0E7F714}"/>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3581248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6" name="Content Placeholder 5">
            <a:extLst>
              <a:ext uri="{FF2B5EF4-FFF2-40B4-BE49-F238E27FC236}">
                <a16:creationId xmlns:a16="http://schemas.microsoft.com/office/drawing/2014/main" id="{53407E13-9DAB-4217-B395-585F1772376B}"/>
              </a:ext>
            </a:extLst>
          </p:cNvPr>
          <p:cNvSpPr>
            <a:spLocks noGrp="1"/>
          </p:cNvSpPr>
          <p:nvPr>
            <p:ph sz="quarter" idx="11"/>
          </p:nvPr>
        </p:nvSpPr>
        <p:spPr>
          <a:xfrm>
            <a:off x="273899" y="1638301"/>
            <a:ext cx="11606844" cy="4538662"/>
          </a:xfrm>
        </p:spPr>
        <p:txBody>
          <a:bodyPr/>
          <a:lstStyle/>
          <a:p>
            <a:pPr lvl="0"/>
            <a:r>
              <a:rPr lang="en-US"/>
              <a:t>Click to edit Master text styles</a:t>
            </a:r>
          </a:p>
        </p:txBody>
      </p:sp>
    </p:spTree>
    <p:extLst>
      <p:ext uri="{BB962C8B-B14F-4D97-AF65-F5344CB8AC3E}">
        <p14:creationId xmlns:p14="http://schemas.microsoft.com/office/powerpoint/2010/main" val="21960707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Bullet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4" name="Text Placeholder 25">
            <a:extLst>
              <a:ext uri="{FF2B5EF4-FFF2-40B4-BE49-F238E27FC236}">
                <a16:creationId xmlns:a16="http://schemas.microsoft.com/office/drawing/2014/main" id="{25CC08E0-3CAE-0BBF-F8AB-3640D8189CBE}"/>
              </a:ext>
            </a:extLst>
          </p:cNvPr>
          <p:cNvSpPr>
            <a:spLocks noGrp="1"/>
          </p:cNvSpPr>
          <p:nvPr>
            <p:ph type="body" sz="quarter" idx="14" hasCustomPrompt="1"/>
          </p:nvPr>
        </p:nvSpPr>
        <p:spPr>
          <a:xfrm>
            <a:off x="273898" y="1638301"/>
            <a:ext cx="11606843" cy="4538662"/>
          </a:xfrm>
        </p:spPr>
        <p:txBody>
          <a:bodyPr>
            <a:noAutofit/>
          </a:bodyPr>
          <a:lstStyle>
            <a:lvl1pPr marL="342900" indent="-342900">
              <a:lnSpc>
                <a:spcPct val="100000"/>
              </a:lnSpc>
              <a:spcBef>
                <a:spcPts val="1000"/>
              </a:spcBef>
              <a:buFont typeface="Arial" panose="020B0604020202020204" pitchFamily="34" charset="0"/>
              <a:buChar char="•"/>
              <a:defRPr sz="1400"/>
            </a:lvl1pPr>
            <a:lvl2pPr marL="800100" indent="-342900">
              <a:buFont typeface="Arial" panose="020B0604020202020204" pitchFamily="34" charset="0"/>
              <a:buChar char="•"/>
              <a:defRPr sz="1400"/>
            </a:lvl2pPr>
            <a:lvl3pPr marL="1200150" indent="-285750">
              <a:buFont typeface="Arial" panose="020B0604020202020204" pitchFamily="34" charset="0"/>
              <a:buChar char="•"/>
              <a:defRPr sz="14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a:lvl5pPr>
            <a:lvl6pPr>
              <a:defRPr sz="1400"/>
            </a:lvl6pPr>
            <a:lvl7pPr>
              <a:defRPr sz="1400"/>
            </a:lvl7pPr>
            <a:lvl8pPr>
              <a:defRPr sz="1400"/>
            </a:lvl8pPr>
            <a:lvl9pPr>
              <a:defRPr sz="1400"/>
            </a:lvl9pPr>
          </a:lstStyle>
          <a:p>
            <a:pPr lvl="0"/>
            <a:r>
              <a:rPr lang="en-GB"/>
              <a:t>Chapter titles goes here</a:t>
            </a:r>
          </a:p>
          <a:p>
            <a:pPr lvl="0"/>
            <a:endParaRPr lang="en-GB"/>
          </a:p>
          <a:p>
            <a:pPr lvl="0"/>
            <a:endParaRPr lang="en-NL"/>
          </a:p>
        </p:txBody>
      </p:sp>
    </p:spTree>
    <p:extLst>
      <p:ext uri="{BB962C8B-B14F-4D97-AF65-F5344CB8AC3E}">
        <p14:creationId xmlns:p14="http://schemas.microsoft.com/office/powerpoint/2010/main" val="28535929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2 Columns Full">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11" name="Title 6">
            <a:extLst>
              <a:ext uri="{FF2B5EF4-FFF2-40B4-BE49-F238E27FC236}">
                <a16:creationId xmlns:a16="http://schemas.microsoft.com/office/drawing/2014/main" id="{514AB93A-DFCD-DE6F-A311-FB26E1E4D2CD}"/>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2" name="Rectangle 1">
            <a:extLst>
              <a:ext uri="{FF2B5EF4-FFF2-40B4-BE49-F238E27FC236}">
                <a16:creationId xmlns:a16="http://schemas.microsoft.com/office/drawing/2014/main" id="{8507F84D-D31D-16CF-D1B8-EF8FB9835A9B}"/>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5" name="Content Placeholder 5">
            <a:extLst>
              <a:ext uri="{FF2B5EF4-FFF2-40B4-BE49-F238E27FC236}">
                <a16:creationId xmlns:a16="http://schemas.microsoft.com/office/drawing/2014/main" id="{E063C1DB-DEB0-33FD-8D62-1D640A8EF369}"/>
              </a:ext>
            </a:extLst>
          </p:cNvPr>
          <p:cNvSpPr>
            <a:spLocks noGrp="1"/>
          </p:cNvSpPr>
          <p:nvPr>
            <p:ph sz="quarter" idx="11"/>
          </p:nvPr>
        </p:nvSpPr>
        <p:spPr>
          <a:xfrm>
            <a:off x="273899" y="1638301"/>
            <a:ext cx="5717648" cy="4538662"/>
          </a:xfrm>
        </p:spPr>
        <p:txBody>
          <a:bodyPr/>
          <a:lstStyle/>
          <a:p>
            <a:pPr lvl="0"/>
            <a:r>
              <a:rPr lang="en-US"/>
              <a:t>Click to edit Master text styles</a:t>
            </a:r>
          </a:p>
        </p:txBody>
      </p:sp>
      <p:sp>
        <p:nvSpPr>
          <p:cNvPr id="6" name="Content Placeholder 5">
            <a:extLst>
              <a:ext uri="{FF2B5EF4-FFF2-40B4-BE49-F238E27FC236}">
                <a16:creationId xmlns:a16="http://schemas.microsoft.com/office/drawing/2014/main" id="{E93BC94D-039E-7936-A938-F287FBACDEB4}"/>
              </a:ext>
            </a:extLst>
          </p:cNvPr>
          <p:cNvSpPr>
            <a:spLocks noGrp="1"/>
          </p:cNvSpPr>
          <p:nvPr>
            <p:ph sz="quarter" idx="17"/>
          </p:nvPr>
        </p:nvSpPr>
        <p:spPr>
          <a:xfrm>
            <a:off x="6265305" y="1638301"/>
            <a:ext cx="5615438" cy="4538662"/>
          </a:xfrm>
        </p:spPr>
        <p:txBody>
          <a:bodyPr/>
          <a:lstStyle/>
          <a:p>
            <a:pPr lvl="0"/>
            <a:r>
              <a:rPr lang="en-US"/>
              <a:t>Click to edit Master text styles</a:t>
            </a:r>
          </a:p>
        </p:txBody>
      </p:sp>
    </p:spTree>
    <p:extLst>
      <p:ext uri="{BB962C8B-B14F-4D97-AF65-F5344CB8AC3E}">
        <p14:creationId xmlns:p14="http://schemas.microsoft.com/office/powerpoint/2010/main" val="41679502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5" name="Rectangle 4">
            <a:extLst>
              <a:ext uri="{FF2B5EF4-FFF2-40B4-BE49-F238E27FC236}">
                <a16:creationId xmlns:a16="http://schemas.microsoft.com/office/drawing/2014/main" id="{6803C7C5-AF04-9B4A-E5D3-9C466711C313}"/>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10" name="Content Placeholder 5">
            <a:extLst>
              <a:ext uri="{FF2B5EF4-FFF2-40B4-BE49-F238E27FC236}">
                <a16:creationId xmlns:a16="http://schemas.microsoft.com/office/drawing/2014/main" id="{F978CC39-CC25-E218-6ADA-81087515E395}"/>
              </a:ext>
            </a:extLst>
          </p:cNvPr>
          <p:cNvSpPr>
            <a:spLocks noGrp="1"/>
          </p:cNvSpPr>
          <p:nvPr>
            <p:ph sz="quarter" idx="11"/>
          </p:nvPr>
        </p:nvSpPr>
        <p:spPr>
          <a:xfrm>
            <a:off x="1797801" y="2014775"/>
            <a:ext cx="4298199" cy="4224177"/>
          </a:xfrm>
        </p:spPr>
        <p:txBody>
          <a:bodyPr/>
          <a:lstStyle/>
          <a:p>
            <a:pPr lvl="0"/>
            <a:r>
              <a:rPr lang="en-US"/>
              <a:t>Click to edit Master text styles</a:t>
            </a:r>
          </a:p>
        </p:txBody>
      </p:sp>
      <p:sp>
        <p:nvSpPr>
          <p:cNvPr id="12" name="Content Placeholder 5">
            <a:extLst>
              <a:ext uri="{FF2B5EF4-FFF2-40B4-BE49-F238E27FC236}">
                <a16:creationId xmlns:a16="http://schemas.microsoft.com/office/drawing/2014/main" id="{B8290A51-607A-D068-1BB1-A06A0C6B15A0}"/>
              </a:ext>
            </a:extLst>
          </p:cNvPr>
          <p:cNvSpPr>
            <a:spLocks noGrp="1"/>
          </p:cNvSpPr>
          <p:nvPr>
            <p:ph sz="quarter" idx="18"/>
          </p:nvPr>
        </p:nvSpPr>
        <p:spPr>
          <a:xfrm>
            <a:off x="6803754" y="2014774"/>
            <a:ext cx="4298199" cy="4224177"/>
          </a:xfrm>
        </p:spPr>
        <p:txBody>
          <a:bodyPr/>
          <a:lstStyle/>
          <a:p>
            <a:pPr lvl="0"/>
            <a:r>
              <a:rPr lang="en-US"/>
              <a:t>Click to edit Master text styles</a:t>
            </a:r>
          </a:p>
        </p:txBody>
      </p:sp>
      <p:sp>
        <p:nvSpPr>
          <p:cNvPr id="13" name="Title 6">
            <a:extLst>
              <a:ext uri="{FF2B5EF4-FFF2-40B4-BE49-F238E27FC236}">
                <a16:creationId xmlns:a16="http://schemas.microsoft.com/office/drawing/2014/main" id="{ADFC6319-4CDF-563B-0524-FE3744FF0915}"/>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Tree>
    <p:extLst>
      <p:ext uri="{BB962C8B-B14F-4D97-AF65-F5344CB8AC3E}">
        <p14:creationId xmlns:p14="http://schemas.microsoft.com/office/powerpoint/2010/main" val="41081711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6" name="Title 6">
            <a:extLst>
              <a:ext uri="{FF2B5EF4-FFF2-40B4-BE49-F238E27FC236}">
                <a16:creationId xmlns:a16="http://schemas.microsoft.com/office/drawing/2014/main" id="{F6AEC3BC-AAA7-72DF-3C94-E9ABBC6E7AC3}"/>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5" name="Rectangle 4">
            <a:extLst>
              <a:ext uri="{FF2B5EF4-FFF2-40B4-BE49-F238E27FC236}">
                <a16:creationId xmlns:a16="http://schemas.microsoft.com/office/drawing/2014/main" id="{B442D5AF-CC26-2E9B-8B46-6E48874456CA}"/>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7" name="Content Placeholder 5">
            <a:extLst>
              <a:ext uri="{FF2B5EF4-FFF2-40B4-BE49-F238E27FC236}">
                <a16:creationId xmlns:a16="http://schemas.microsoft.com/office/drawing/2014/main" id="{0AA84896-5DA7-F1F8-8359-C8CDC985B5C5}"/>
              </a:ext>
            </a:extLst>
          </p:cNvPr>
          <p:cNvSpPr>
            <a:spLocks noGrp="1"/>
          </p:cNvSpPr>
          <p:nvPr>
            <p:ph sz="quarter" idx="11"/>
          </p:nvPr>
        </p:nvSpPr>
        <p:spPr>
          <a:xfrm>
            <a:off x="1048642" y="3134532"/>
            <a:ext cx="3182400" cy="2966400"/>
          </a:xfrm>
        </p:spPr>
        <p:txBody>
          <a:bodyPr/>
          <a:lstStyle/>
          <a:p>
            <a:pPr lvl="0"/>
            <a:r>
              <a:rPr lang="en-US"/>
              <a:t>Click to edit Master text styles</a:t>
            </a:r>
          </a:p>
        </p:txBody>
      </p:sp>
      <p:sp>
        <p:nvSpPr>
          <p:cNvPr id="9" name="Content Placeholder 5">
            <a:extLst>
              <a:ext uri="{FF2B5EF4-FFF2-40B4-BE49-F238E27FC236}">
                <a16:creationId xmlns:a16="http://schemas.microsoft.com/office/drawing/2014/main" id="{BCD5E543-E29F-C517-AE54-7315046AEB29}"/>
              </a:ext>
            </a:extLst>
          </p:cNvPr>
          <p:cNvSpPr>
            <a:spLocks noGrp="1"/>
          </p:cNvSpPr>
          <p:nvPr>
            <p:ph sz="quarter" idx="16"/>
          </p:nvPr>
        </p:nvSpPr>
        <p:spPr>
          <a:xfrm>
            <a:off x="4504800" y="3134531"/>
            <a:ext cx="3182400" cy="2966400"/>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F7ED2E4F-4147-4C7F-466C-B0E639EB9832}"/>
              </a:ext>
            </a:extLst>
          </p:cNvPr>
          <p:cNvSpPr>
            <a:spLocks noGrp="1"/>
          </p:cNvSpPr>
          <p:nvPr>
            <p:ph sz="quarter" idx="17"/>
          </p:nvPr>
        </p:nvSpPr>
        <p:spPr>
          <a:xfrm>
            <a:off x="7960958" y="3134531"/>
            <a:ext cx="3182400" cy="2966400"/>
          </a:xfrm>
        </p:spPr>
        <p:txBody>
          <a:bodyPr/>
          <a:lstStyle/>
          <a:p>
            <a:pPr lvl="0"/>
            <a:r>
              <a:rPr lang="en-US"/>
              <a:t>Click to edit Master text styles</a:t>
            </a:r>
          </a:p>
        </p:txBody>
      </p:sp>
    </p:spTree>
    <p:extLst>
      <p:ext uri="{BB962C8B-B14F-4D97-AF65-F5344CB8AC3E}">
        <p14:creationId xmlns:p14="http://schemas.microsoft.com/office/powerpoint/2010/main" val="140004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11" name="Title 6">
            <a:extLst>
              <a:ext uri="{FF2B5EF4-FFF2-40B4-BE49-F238E27FC236}">
                <a16:creationId xmlns:a16="http://schemas.microsoft.com/office/drawing/2014/main" id="{ACBC7F43-DF8E-0106-2D63-F79AA24F830E}"/>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7" name="Rectangle 6">
            <a:extLst>
              <a:ext uri="{FF2B5EF4-FFF2-40B4-BE49-F238E27FC236}">
                <a16:creationId xmlns:a16="http://schemas.microsoft.com/office/drawing/2014/main" id="{794F8CF4-EACE-26DE-6C75-C5F51D993687}"/>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8" name="Content Placeholder 5">
            <a:extLst>
              <a:ext uri="{FF2B5EF4-FFF2-40B4-BE49-F238E27FC236}">
                <a16:creationId xmlns:a16="http://schemas.microsoft.com/office/drawing/2014/main" id="{11DC7563-C20E-F44E-4DC9-5076D38C97A5}"/>
              </a:ext>
            </a:extLst>
          </p:cNvPr>
          <p:cNvSpPr>
            <a:spLocks noGrp="1"/>
          </p:cNvSpPr>
          <p:nvPr>
            <p:ph sz="quarter" idx="11"/>
          </p:nvPr>
        </p:nvSpPr>
        <p:spPr>
          <a:xfrm>
            <a:off x="273898" y="2014778"/>
            <a:ext cx="5578181" cy="1906294"/>
          </a:xfrm>
        </p:spPr>
        <p:txBody>
          <a:bodyPr/>
          <a:lstStyle/>
          <a:p>
            <a:pPr lvl="0"/>
            <a:r>
              <a:rPr lang="en-US"/>
              <a:t>Click to edit Master text styles</a:t>
            </a:r>
          </a:p>
        </p:txBody>
      </p:sp>
      <p:sp>
        <p:nvSpPr>
          <p:cNvPr id="9" name="Content Placeholder 5">
            <a:extLst>
              <a:ext uri="{FF2B5EF4-FFF2-40B4-BE49-F238E27FC236}">
                <a16:creationId xmlns:a16="http://schemas.microsoft.com/office/drawing/2014/main" id="{17C3E3FD-90A1-3FCC-2379-5D1C393A37AC}"/>
              </a:ext>
            </a:extLst>
          </p:cNvPr>
          <p:cNvSpPr>
            <a:spLocks noGrp="1"/>
          </p:cNvSpPr>
          <p:nvPr>
            <p:ph sz="quarter" idx="17"/>
          </p:nvPr>
        </p:nvSpPr>
        <p:spPr>
          <a:xfrm>
            <a:off x="6301659" y="2014778"/>
            <a:ext cx="5578181" cy="1906294"/>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7F341017-D1DB-6C58-D356-677822A28718}"/>
              </a:ext>
            </a:extLst>
          </p:cNvPr>
          <p:cNvSpPr>
            <a:spLocks noGrp="1"/>
          </p:cNvSpPr>
          <p:nvPr>
            <p:ph sz="quarter" idx="18"/>
          </p:nvPr>
        </p:nvSpPr>
        <p:spPr>
          <a:xfrm>
            <a:off x="273897" y="4391219"/>
            <a:ext cx="5578181" cy="1906294"/>
          </a:xfrm>
        </p:spPr>
        <p:txBody>
          <a:bodyPr/>
          <a:lstStyle/>
          <a:p>
            <a:pPr lvl="0"/>
            <a:r>
              <a:rPr lang="en-US"/>
              <a:t>Click to edit Master text styles</a:t>
            </a:r>
          </a:p>
        </p:txBody>
      </p:sp>
      <p:sp>
        <p:nvSpPr>
          <p:cNvPr id="12" name="Content Placeholder 5">
            <a:extLst>
              <a:ext uri="{FF2B5EF4-FFF2-40B4-BE49-F238E27FC236}">
                <a16:creationId xmlns:a16="http://schemas.microsoft.com/office/drawing/2014/main" id="{BB96E5F9-F8EF-2D35-971E-05042FE54137}"/>
              </a:ext>
            </a:extLst>
          </p:cNvPr>
          <p:cNvSpPr>
            <a:spLocks noGrp="1"/>
          </p:cNvSpPr>
          <p:nvPr>
            <p:ph sz="quarter" idx="19"/>
          </p:nvPr>
        </p:nvSpPr>
        <p:spPr>
          <a:xfrm>
            <a:off x="6301659" y="4391219"/>
            <a:ext cx="5578181" cy="1906294"/>
          </a:xfrm>
        </p:spPr>
        <p:txBody>
          <a:bodyPr/>
          <a:lstStyle/>
          <a:p>
            <a:pPr lvl="0"/>
            <a:r>
              <a:rPr lang="en-US"/>
              <a:t>Click to edit Master text styles</a:t>
            </a:r>
          </a:p>
        </p:txBody>
      </p:sp>
    </p:spTree>
    <p:extLst>
      <p:ext uri="{BB962C8B-B14F-4D97-AF65-F5344CB8AC3E}">
        <p14:creationId xmlns:p14="http://schemas.microsoft.com/office/powerpoint/2010/main" val="5156545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ory + Content">
    <p:bg>
      <p:bgPr>
        <a:solidFill>
          <a:schemeClr val="bg1"/>
        </a:solidFill>
        <a:effectLst/>
      </p:bgPr>
    </p:bg>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p:nvPr>
        </p:nvSpPr>
        <p:spPr>
          <a:xfrm>
            <a:off x="0" y="0"/>
            <a:ext cx="6095999" cy="6858000"/>
          </a:xfrm>
          <a:solidFill>
            <a:schemeClr val="tx2"/>
          </a:solidFill>
        </p:spPr>
        <p:txBody>
          <a:bodyPr lIns="360000" tIns="251999" rIns="360000" bIns="360000" anchor="t" anchorCtr="0">
            <a:noAutofit/>
          </a:bodyPr>
          <a:lstStyle>
            <a:lvl1pPr marL="0" indent="0">
              <a:lnSpc>
                <a:spcPct val="100000"/>
              </a:lnSpc>
              <a:buNone/>
              <a:defRPr sz="36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4" name="Rectangle 3">
            <a:extLst>
              <a:ext uri="{FF2B5EF4-FFF2-40B4-BE49-F238E27FC236}">
                <a16:creationId xmlns:a16="http://schemas.microsoft.com/office/drawing/2014/main" id="{650175F0-46C9-D5CC-7B81-0675ACFCB72C}"/>
              </a:ext>
            </a:extLst>
          </p:cNvPr>
          <p:cNvSpPr>
            <a:spLocks noChangeArrowheads="1"/>
          </p:cNvSpPr>
          <p:nvPr userDrawn="1"/>
        </p:nvSpPr>
        <p:spPr bwMode="gray">
          <a:xfrm>
            <a:off x="-5464495"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5" name="Rectangle 4">
            <a:extLst>
              <a:ext uri="{FF2B5EF4-FFF2-40B4-BE49-F238E27FC236}">
                <a16:creationId xmlns:a16="http://schemas.microsoft.com/office/drawing/2014/main" id="{8BCC0D2A-EC69-C8D6-7468-CCA6988C067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sp>
        <p:nvSpPr>
          <p:cNvPr id="8" name="Content Placeholder 5">
            <a:extLst>
              <a:ext uri="{FF2B5EF4-FFF2-40B4-BE49-F238E27FC236}">
                <a16:creationId xmlns:a16="http://schemas.microsoft.com/office/drawing/2014/main" id="{6CEDECA3-3866-2D96-0C73-8B83F2938229}"/>
              </a:ext>
            </a:extLst>
          </p:cNvPr>
          <p:cNvSpPr>
            <a:spLocks noGrp="1"/>
          </p:cNvSpPr>
          <p:nvPr>
            <p:ph sz="quarter" idx="11"/>
          </p:nvPr>
        </p:nvSpPr>
        <p:spPr>
          <a:xfrm>
            <a:off x="6633273" y="635431"/>
            <a:ext cx="5067945" cy="5643132"/>
          </a:xfrm>
        </p:spPr>
        <p:txBody>
          <a:bodyPr/>
          <a:lstStyle/>
          <a:p>
            <a:pPr lvl="0"/>
            <a:r>
              <a:rPr lang="en-US"/>
              <a:t>Click to edit Master text styles</a:t>
            </a:r>
          </a:p>
        </p:txBody>
      </p:sp>
      <p:grpSp>
        <p:nvGrpSpPr>
          <p:cNvPr id="6" name="Group 5">
            <a:extLst>
              <a:ext uri="{FF2B5EF4-FFF2-40B4-BE49-F238E27FC236}">
                <a16:creationId xmlns:a16="http://schemas.microsoft.com/office/drawing/2014/main" id="{C771E2B5-A083-B402-DE86-109E1BF30D9B}"/>
              </a:ext>
            </a:extLst>
          </p:cNvPr>
          <p:cNvGrpSpPr/>
          <p:nvPr userDrawn="1"/>
        </p:nvGrpSpPr>
        <p:grpSpPr>
          <a:xfrm>
            <a:off x="-2579659" y="3714818"/>
            <a:ext cx="2144619" cy="2625866"/>
            <a:chOff x="-2608729" y="1272988"/>
            <a:chExt cx="2064454" cy="3585883"/>
          </a:xfrm>
        </p:grpSpPr>
        <p:sp>
          <p:nvSpPr>
            <p:cNvPr id="7" name="Rectangle 6">
              <a:extLst>
                <a:ext uri="{FF2B5EF4-FFF2-40B4-BE49-F238E27FC236}">
                  <a16:creationId xmlns:a16="http://schemas.microsoft.com/office/drawing/2014/main" id="{25645724-5F01-BB89-07F5-192766A6E04E}"/>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6" name="Rectangle 15">
              <a:extLst>
                <a:ext uri="{FF2B5EF4-FFF2-40B4-BE49-F238E27FC236}">
                  <a16:creationId xmlns:a16="http://schemas.microsoft.com/office/drawing/2014/main" id="{F87B8DF5-8109-E9AC-BD83-8D34B3581D8B}"/>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7" name="Rectangle 16">
              <a:extLst>
                <a:ext uri="{FF2B5EF4-FFF2-40B4-BE49-F238E27FC236}">
                  <a16:creationId xmlns:a16="http://schemas.microsoft.com/office/drawing/2014/main" id="{53482CE0-987A-93F3-F4C9-C81888ED44FE}"/>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AF00CB7C-1FCA-F8BC-CB0B-BD087547FF07}"/>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72EAA96B-A805-5AB2-DC0B-1D0ED6FD033A}"/>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EC2B981E-D1F7-5386-ECE5-0A882147D79B}"/>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3CEBD277-7AA7-4DB2-49DC-370970CC902A}"/>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4" name="Rectangle 23">
              <a:extLst>
                <a:ext uri="{FF2B5EF4-FFF2-40B4-BE49-F238E27FC236}">
                  <a16:creationId xmlns:a16="http://schemas.microsoft.com/office/drawing/2014/main" id="{81FDC59E-8C9F-CA18-DD9F-611145D0E6D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6429302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left + Title + Copy">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B702AF4A-94F9-2BE8-C30E-5C86CDDBE6B7}"/>
              </a:ext>
            </a:extLst>
          </p:cNvPr>
          <p:cNvSpPr>
            <a:spLocks noGrp="1"/>
          </p:cNvSpPr>
          <p:nvPr>
            <p:ph type="pic" sz="quarter" idx="10"/>
          </p:nvPr>
        </p:nvSpPr>
        <p:spPr>
          <a:xfrm>
            <a:off x="0"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Rectangle 1">
            <a:extLst>
              <a:ext uri="{FF2B5EF4-FFF2-40B4-BE49-F238E27FC236}">
                <a16:creationId xmlns:a16="http://schemas.microsoft.com/office/drawing/2014/main" id="{125A7168-23E6-E38C-3D1C-630FCF807E96}"/>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9FDBBE93-EBC9-64C8-B589-CAA157472CF2}"/>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Text Placeholder 2">
            <a:extLst>
              <a:ext uri="{FF2B5EF4-FFF2-40B4-BE49-F238E27FC236}">
                <a16:creationId xmlns:a16="http://schemas.microsoft.com/office/drawing/2014/main" id="{19082F9D-F548-48BC-2820-4D8706FEBD49}"/>
              </a:ext>
            </a:extLst>
          </p:cNvPr>
          <p:cNvSpPr>
            <a:spLocks noGrp="1"/>
          </p:cNvSpPr>
          <p:nvPr>
            <p:ph idx="1" hasCustomPrompt="1"/>
          </p:nvPr>
        </p:nvSpPr>
        <p:spPr>
          <a:xfrm>
            <a:off x="4567935" y="1638301"/>
            <a:ext cx="7312807" cy="4538662"/>
          </a:xfrm>
          <a:prstGeom prst="rect">
            <a:avLst/>
          </a:prstGeom>
        </p:spPr>
        <p:txBody>
          <a:bodyPr vert="horz" lIns="91440" tIns="45720" rIns="91440" bIns="45720" rtlCol="0">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here</a:t>
            </a:r>
          </a:p>
        </p:txBody>
      </p:sp>
      <p:sp>
        <p:nvSpPr>
          <p:cNvPr id="10" name="Title 6">
            <a:extLst>
              <a:ext uri="{FF2B5EF4-FFF2-40B4-BE49-F238E27FC236}">
                <a16:creationId xmlns:a16="http://schemas.microsoft.com/office/drawing/2014/main" id="{38175FCA-615C-D68F-52BD-D6FE3A22F4A4}"/>
              </a:ext>
            </a:extLst>
          </p:cNvPr>
          <p:cNvSpPr>
            <a:spLocks noGrp="1"/>
          </p:cNvSpPr>
          <p:nvPr>
            <p:ph type="title" hasCustomPrompt="1"/>
          </p:nvPr>
        </p:nvSpPr>
        <p:spPr>
          <a:xfrm>
            <a:off x="4567935" y="249333"/>
            <a:ext cx="7312808"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13" name="Slide Number Placeholder 12">
            <a:extLst>
              <a:ext uri="{FF2B5EF4-FFF2-40B4-BE49-F238E27FC236}">
                <a16:creationId xmlns:a16="http://schemas.microsoft.com/office/drawing/2014/main" id="{369D51F5-DC29-C6E4-F1EF-3A4EBB5463D3}"/>
              </a:ext>
            </a:extLst>
          </p:cNvPr>
          <p:cNvSpPr>
            <a:spLocks noGrp="1"/>
          </p:cNvSpPr>
          <p:nvPr>
            <p:ph type="sldNum" sz="quarter" idx="13"/>
          </p:nvPr>
        </p:nvSpPr>
        <p:spPr/>
        <p:txBody>
          <a:bodyPr/>
          <a:lstStyle/>
          <a:p>
            <a:fld id="{A56DC5C3-3BE5-034A-8352-A8E8F559C4F3}" type="slidenum">
              <a:rPr lang="en-NL" smtClean="0"/>
              <a:pPr/>
              <a:t>‹#›</a:t>
            </a:fld>
            <a:endParaRPr lang="en-NL"/>
          </a:p>
        </p:txBody>
      </p:sp>
    </p:spTree>
    <p:extLst>
      <p:ext uri="{BB962C8B-B14F-4D97-AF65-F5344CB8AC3E}">
        <p14:creationId xmlns:p14="http://schemas.microsoft.com/office/powerpoint/2010/main" val="27669376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mage right + Title + Cop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2549DD-87EE-CD1D-BAE3-5602F26E44CA}"/>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D2608D4C-0627-C371-10F0-3EFA3A210F14}"/>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5" name="Picture Placeholder 6">
            <a:extLst>
              <a:ext uri="{FF2B5EF4-FFF2-40B4-BE49-F238E27FC236}">
                <a16:creationId xmlns:a16="http://schemas.microsoft.com/office/drawing/2014/main" id="{74674ED3-06B3-7887-FEC8-B264530D948A}"/>
              </a:ext>
            </a:extLst>
          </p:cNvPr>
          <p:cNvSpPr>
            <a:spLocks noGrp="1"/>
          </p:cNvSpPr>
          <p:nvPr>
            <p:ph type="pic" sz="quarter" idx="10"/>
          </p:nvPr>
        </p:nvSpPr>
        <p:spPr>
          <a:xfrm>
            <a:off x="8152677"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6" name="Text Placeholder 2">
            <a:extLst>
              <a:ext uri="{FF2B5EF4-FFF2-40B4-BE49-F238E27FC236}">
                <a16:creationId xmlns:a16="http://schemas.microsoft.com/office/drawing/2014/main" id="{0F017574-AEEE-146D-22D3-0A954FAB17B0}"/>
              </a:ext>
            </a:extLst>
          </p:cNvPr>
          <p:cNvSpPr>
            <a:spLocks noGrp="1"/>
          </p:cNvSpPr>
          <p:nvPr>
            <p:ph idx="1" hasCustomPrompt="1"/>
          </p:nvPr>
        </p:nvSpPr>
        <p:spPr>
          <a:xfrm>
            <a:off x="300736" y="1638301"/>
            <a:ext cx="7312807" cy="4538662"/>
          </a:xfrm>
          <a:prstGeom prst="rect">
            <a:avLst/>
          </a:prstGeom>
        </p:spPr>
        <p:txBody>
          <a:bodyPr vert="horz" lIns="91440" tIns="45720" rIns="91440" bIns="45720" rtlCol="0">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here</a:t>
            </a:r>
          </a:p>
        </p:txBody>
      </p:sp>
      <p:sp>
        <p:nvSpPr>
          <p:cNvPr id="10" name="Title 6">
            <a:extLst>
              <a:ext uri="{FF2B5EF4-FFF2-40B4-BE49-F238E27FC236}">
                <a16:creationId xmlns:a16="http://schemas.microsoft.com/office/drawing/2014/main" id="{A0A87380-D61B-D057-ACB5-29AB202B9DB2}"/>
              </a:ext>
            </a:extLst>
          </p:cNvPr>
          <p:cNvSpPr>
            <a:spLocks noGrp="1"/>
          </p:cNvSpPr>
          <p:nvPr>
            <p:ph type="title" hasCustomPrompt="1"/>
          </p:nvPr>
        </p:nvSpPr>
        <p:spPr>
          <a:xfrm>
            <a:off x="300735" y="249333"/>
            <a:ext cx="7312808"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Tree>
    <p:extLst>
      <p:ext uri="{BB962C8B-B14F-4D97-AF65-F5344CB8AC3E}">
        <p14:creationId xmlns:p14="http://schemas.microsoft.com/office/powerpoint/2010/main" val="19884448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Tree>
    <p:extLst>
      <p:ext uri="{BB962C8B-B14F-4D97-AF65-F5344CB8AC3E}">
        <p14:creationId xmlns:p14="http://schemas.microsoft.com/office/powerpoint/2010/main" val="18183252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a:xfrm>
            <a:off x="273899" y="249333"/>
            <a:ext cx="11606844" cy="646017"/>
          </a:xfrm>
        </p:spPr>
        <p:txBody>
          <a:bodyPr/>
          <a:lstStyle>
            <a:lvl1pPr>
              <a:defRPr b="1" i="0">
                <a:solidFill>
                  <a:srgbClr val="FF6200"/>
                </a:solidFill>
                <a:latin typeface="ING display" panose="020B0603030508020203" pitchFamily="34" charset="77"/>
              </a:defRPr>
            </a:lvl1pPr>
          </a:lstStyle>
          <a:p>
            <a:r>
              <a:rPr lang="en-GB"/>
              <a:t>Your title here</a:t>
            </a:r>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GB" smtClean="0"/>
              <a:t>‹#›</a:t>
            </a:fld>
            <a:endParaRPr lang="en-GB"/>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GB" sz="1000" b="0" i="0">
              <a:effectLst/>
              <a:latin typeface="ING Me" panose="02000506040000020004" pitchFamily="2" charset="0"/>
              <a:ea typeface="Times New Roman" panose="02020603050405020304" pitchFamily="18" charset="0"/>
            </a:endParaRPr>
          </a:p>
        </p:txBody>
      </p:sp>
      <p:sp>
        <p:nvSpPr>
          <p:cNvPr id="11" name="Text Placeholder 10">
            <a:extLst>
              <a:ext uri="{FF2B5EF4-FFF2-40B4-BE49-F238E27FC236}">
                <a16:creationId xmlns:a16="http://schemas.microsoft.com/office/drawing/2014/main" id="{FEE71307-FA48-995D-D709-CA187C6C5111}"/>
              </a:ext>
            </a:extLst>
          </p:cNvPr>
          <p:cNvSpPr>
            <a:spLocks noGrp="1"/>
          </p:cNvSpPr>
          <p:nvPr>
            <p:ph type="body" sz="quarter" idx="11" hasCustomPrompt="1"/>
          </p:nvPr>
        </p:nvSpPr>
        <p:spPr>
          <a:xfrm>
            <a:off x="274637" y="895352"/>
            <a:ext cx="11606105" cy="406400"/>
          </a:xfrm>
        </p:spPr>
        <p:txBody>
          <a:bodyPr>
            <a:noAutofit/>
          </a:bodyPr>
          <a:lstStyle>
            <a:lvl1pPr marL="0" indent="0">
              <a:buNone/>
              <a:defRPr sz="2000" b="1">
                <a:solidFill>
                  <a:srgbClr val="A69F98"/>
                </a:solidFill>
                <a:latin typeface="ING Me" panose="02000506040000020004" pitchFamily="50" charset="0"/>
                <a:cs typeface="ING Me" panose="02000506040000020004" pitchFamily="50" charset="0"/>
              </a:defRPr>
            </a:lvl1pPr>
          </a:lstStyle>
          <a:p>
            <a:pPr lvl="0"/>
            <a:r>
              <a:rPr lang="en-GB"/>
              <a:t>Place your subtitle here</a:t>
            </a:r>
          </a:p>
        </p:txBody>
      </p:sp>
    </p:spTree>
    <p:extLst>
      <p:ext uri="{BB962C8B-B14F-4D97-AF65-F5344CB8AC3E}">
        <p14:creationId xmlns:p14="http://schemas.microsoft.com/office/powerpoint/2010/main" val="386015863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GB" smtClean="0"/>
              <a:t>‹#›</a:t>
            </a:fld>
            <a:endParaRPr lang="en-GB"/>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GB" sz="1000" b="0" i="0">
              <a:effectLst/>
              <a:latin typeface="ING Me" panose="02000506040000020004" pitchFamily="2" charset="0"/>
              <a:ea typeface="Times New Roman" panose="02020603050405020304" pitchFamily="18" charset="0"/>
            </a:endParaRPr>
          </a:p>
        </p:txBody>
      </p:sp>
      <p:sp>
        <p:nvSpPr>
          <p:cNvPr id="4" name="Text Placeholder 2">
            <a:extLst>
              <a:ext uri="{FF2B5EF4-FFF2-40B4-BE49-F238E27FC236}">
                <a16:creationId xmlns:a16="http://schemas.microsoft.com/office/drawing/2014/main" id="{8A382E36-2D5B-4E26-8E80-02D618119856}"/>
              </a:ext>
            </a:extLst>
          </p:cNvPr>
          <p:cNvSpPr>
            <a:spLocks noGrp="1"/>
          </p:cNvSpPr>
          <p:nvPr>
            <p:ph idx="1"/>
          </p:nvPr>
        </p:nvSpPr>
        <p:spPr>
          <a:xfrm>
            <a:off x="273899" y="1638301"/>
            <a:ext cx="11606844" cy="4538662"/>
          </a:xfrm>
          <a:prstGeom prst="rect">
            <a:avLst/>
          </a:prstGeom>
        </p:spPr>
        <p:txBody>
          <a:bodyPr vert="horz" lIns="91440" tIns="45720" rIns="91440" bIns="45720" rtlCol="0">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Title 6">
            <a:extLst>
              <a:ext uri="{FF2B5EF4-FFF2-40B4-BE49-F238E27FC236}">
                <a16:creationId xmlns:a16="http://schemas.microsoft.com/office/drawing/2014/main" id="{F93258A8-4C01-9A3D-E3FC-6B9D7F3B7798}"/>
              </a:ext>
            </a:extLst>
          </p:cNvPr>
          <p:cNvSpPr>
            <a:spLocks noGrp="1"/>
          </p:cNvSpPr>
          <p:nvPr>
            <p:ph type="title" hasCustomPrompt="1"/>
          </p:nvPr>
        </p:nvSpPr>
        <p:spPr>
          <a:xfrm>
            <a:off x="273899" y="249333"/>
            <a:ext cx="11606844" cy="646017"/>
          </a:xfrm>
        </p:spPr>
        <p:txBody>
          <a:bodyPr/>
          <a:lstStyle>
            <a:lvl1pPr>
              <a:defRPr b="1" i="0">
                <a:solidFill>
                  <a:srgbClr val="FF6200"/>
                </a:solidFill>
                <a:latin typeface="ING display" panose="020B0603030508020203" pitchFamily="34" charset="77"/>
              </a:defRPr>
            </a:lvl1pPr>
          </a:lstStyle>
          <a:p>
            <a:r>
              <a:rPr lang="en-GB"/>
              <a:t>Your title here</a:t>
            </a:r>
          </a:p>
        </p:txBody>
      </p:sp>
      <p:sp>
        <p:nvSpPr>
          <p:cNvPr id="5" name="Text Placeholder 10">
            <a:extLst>
              <a:ext uri="{FF2B5EF4-FFF2-40B4-BE49-F238E27FC236}">
                <a16:creationId xmlns:a16="http://schemas.microsoft.com/office/drawing/2014/main" id="{6E1C11A9-CB22-A79A-9ABA-FCC8A821EC3E}"/>
              </a:ext>
            </a:extLst>
          </p:cNvPr>
          <p:cNvSpPr>
            <a:spLocks noGrp="1"/>
          </p:cNvSpPr>
          <p:nvPr>
            <p:ph type="body" sz="quarter" idx="11" hasCustomPrompt="1"/>
          </p:nvPr>
        </p:nvSpPr>
        <p:spPr>
          <a:xfrm>
            <a:off x="274637" y="895352"/>
            <a:ext cx="11606105" cy="406400"/>
          </a:xfrm>
        </p:spPr>
        <p:txBody>
          <a:bodyPr>
            <a:noAutofit/>
          </a:bodyPr>
          <a:lstStyle>
            <a:lvl1pPr marL="0" indent="0">
              <a:buNone/>
              <a:defRPr sz="2000" b="1">
                <a:solidFill>
                  <a:srgbClr val="A69F98"/>
                </a:solidFill>
                <a:latin typeface="ING Me" panose="02000506040000020004" pitchFamily="50" charset="0"/>
                <a:cs typeface="ING Me" panose="02000506040000020004" pitchFamily="50" charset="0"/>
              </a:defRPr>
            </a:lvl1pPr>
          </a:lstStyle>
          <a:p>
            <a:pPr lvl="0"/>
            <a:r>
              <a:rPr lang="en-GB"/>
              <a:t>Place your subtitle here</a:t>
            </a:r>
          </a:p>
        </p:txBody>
      </p:sp>
    </p:spTree>
    <p:extLst>
      <p:ext uri="{BB962C8B-B14F-4D97-AF65-F5344CB8AC3E}">
        <p14:creationId xmlns:p14="http://schemas.microsoft.com/office/powerpoint/2010/main" val="34014379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90568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hank You Identifier">
    <p:bg>
      <p:bgPr>
        <a:solidFill>
          <a:schemeClr val="accent1"/>
        </a:solidFill>
        <a:effectLst/>
      </p:bgPr>
    </p:bg>
    <p:spTree>
      <p:nvGrpSpPr>
        <p:cNvPr id="1" name=""/>
        <p:cNvGrpSpPr/>
        <p:nvPr/>
      </p:nvGrpSpPr>
      <p:grpSpPr>
        <a:xfrm>
          <a:off x="0" y="0"/>
          <a:ext cx="0" cy="0"/>
          <a:chOff x="0" y="0"/>
          <a:chExt cx="0" cy="0"/>
        </a:xfrm>
      </p:grpSpPr>
      <p:sp>
        <p:nvSpPr>
          <p:cNvPr id="4" name="Title 20">
            <a:extLst>
              <a:ext uri="{FF2B5EF4-FFF2-40B4-BE49-F238E27FC236}">
                <a16:creationId xmlns:a16="http://schemas.microsoft.com/office/drawing/2014/main" id="{D92E7DD8-17A3-4DE5-EDCE-5125439B85E2}"/>
              </a:ext>
            </a:extLst>
          </p:cNvPr>
          <p:cNvSpPr txBox="1">
            <a:spLocks/>
          </p:cNvSpPr>
          <p:nvPr userDrawn="1"/>
        </p:nvSpPr>
        <p:spPr>
          <a:xfrm>
            <a:off x="4633993" y="6292804"/>
            <a:ext cx="2929180" cy="258532"/>
          </a:xfrm>
          <a:prstGeom prst="rect">
            <a:avLst/>
          </a:prstGeom>
        </p:spPr>
        <p:txBody>
          <a:bodyPr vert="horz" lIns="91440" tIns="45720" rIns="91440" bIns="45720" rtlCol="0" anchor="b" anchorCtr="0">
            <a:spAutoFit/>
          </a:bodyPr>
          <a:lstStyle>
            <a:lvl1pPr algn="ctr" defTabSz="914400" rtl="0" eaLnBrk="1" latinLnBrk="0" hangingPunct="1">
              <a:lnSpc>
                <a:spcPct val="90000"/>
              </a:lnSpc>
              <a:spcBef>
                <a:spcPct val="0"/>
              </a:spcBef>
              <a:buNone/>
              <a:defRPr sz="7200" kern="1200">
                <a:solidFill>
                  <a:schemeClr val="bg1"/>
                </a:solidFill>
                <a:latin typeface="+mj-lt"/>
                <a:ea typeface="+mj-ea"/>
                <a:cs typeface="+mj-cs"/>
              </a:defRPr>
            </a:lvl1pPr>
          </a:lstStyle>
          <a:p>
            <a:r>
              <a:rPr lang="en-GB" sz="1200" b="1" i="0">
                <a:latin typeface="ING Me" panose="02000506040000020004" pitchFamily="2" charset="0"/>
                <a:cs typeface="ING Me" panose="02000506040000020004" pitchFamily="2" charset="0"/>
              </a:rPr>
              <a:t>www.ing.com</a:t>
            </a:r>
          </a:p>
        </p:txBody>
      </p:sp>
      <p:pic>
        <p:nvPicPr>
          <p:cNvPr id="3" name="Picture 2">
            <a:extLst>
              <a:ext uri="{FF2B5EF4-FFF2-40B4-BE49-F238E27FC236}">
                <a16:creationId xmlns:a16="http://schemas.microsoft.com/office/drawing/2014/main" id="{65F9F3CF-41AF-8032-F988-1B06CECFB8F3}"/>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8" name="Title 7">
            <a:extLst>
              <a:ext uri="{FF2B5EF4-FFF2-40B4-BE49-F238E27FC236}">
                <a16:creationId xmlns:a16="http://schemas.microsoft.com/office/drawing/2014/main" id="{B4333236-3387-B194-032C-4F24EB019236}"/>
              </a:ext>
            </a:extLst>
          </p:cNvPr>
          <p:cNvSpPr>
            <a:spLocks noGrp="1"/>
          </p:cNvSpPr>
          <p:nvPr>
            <p:ph type="title" hasCustomPrompt="1"/>
          </p:nvPr>
        </p:nvSpPr>
        <p:spPr>
          <a:xfrm>
            <a:off x="1738440" y="2819757"/>
            <a:ext cx="8715118" cy="1218485"/>
          </a:xfrm>
        </p:spPr>
        <p:txBody>
          <a:bodyPr>
            <a:noAutofit/>
          </a:bodyPr>
          <a:lstStyle>
            <a:lvl1pPr marL="0" algn="ctr" defTabSz="457200" rtl="0" eaLnBrk="1" latinLnBrk="0" hangingPunct="1">
              <a:defRPr lang="en-NL" sz="7200" b="1" i="0" kern="1200" dirty="0">
                <a:solidFill>
                  <a:schemeClr val="bg1"/>
                </a:solidFill>
                <a:latin typeface="ING display" panose="020B0603030508020203" pitchFamily="34" charset="77"/>
                <a:ea typeface="+mn-ea"/>
                <a:cs typeface="+mn-cs"/>
              </a:defRPr>
            </a:lvl1pPr>
          </a:lstStyle>
          <a:p>
            <a:r>
              <a:rPr lang="en-GB"/>
              <a:t>Thank you!</a:t>
            </a:r>
          </a:p>
        </p:txBody>
      </p:sp>
    </p:spTree>
    <p:extLst>
      <p:ext uri="{BB962C8B-B14F-4D97-AF65-F5344CB8AC3E}">
        <p14:creationId xmlns:p14="http://schemas.microsoft.com/office/powerpoint/2010/main" val="35597017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hank You Logo">
    <p:bg>
      <p:bgPr>
        <a:solidFill>
          <a:schemeClr val="accent1"/>
        </a:solidFill>
        <a:effectLst/>
      </p:bgPr>
    </p:bg>
    <p:spTree>
      <p:nvGrpSpPr>
        <p:cNvPr id="1" name=""/>
        <p:cNvGrpSpPr/>
        <p:nvPr/>
      </p:nvGrpSpPr>
      <p:grpSpPr>
        <a:xfrm>
          <a:off x="0" y="0"/>
          <a:ext cx="0" cy="0"/>
          <a:chOff x="0" y="0"/>
          <a:chExt cx="0" cy="0"/>
        </a:xfrm>
      </p:grpSpPr>
      <p:sp>
        <p:nvSpPr>
          <p:cNvPr id="6" name="Title 20">
            <a:extLst>
              <a:ext uri="{FF2B5EF4-FFF2-40B4-BE49-F238E27FC236}">
                <a16:creationId xmlns:a16="http://schemas.microsoft.com/office/drawing/2014/main" id="{E2D70D3D-0E14-6BA3-79E7-923F02BFBB6F}"/>
              </a:ext>
            </a:extLst>
          </p:cNvPr>
          <p:cNvSpPr txBox="1">
            <a:spLocks/>
          </p:cNvSpPr>
          <p:nvPr userDrawn="1"/>
        </p:nvSpPr>
        <p:spPr>
          <a:xfrm>
            <a:off x="4633993" y="6292804"/>
            <a:ext cx="2929180" cy="258532"/>
          </a:xfrm>
          <a:prstGeom prst="rect">
            <a:avLst/>
          </a:prstGeom>
        </p:spPr>
        <p:txBody>
          <a:bodyPr vert="horz" lIns="91440" tIns="45720" rIns="91440" bIns="45720" rtlCol="0" anchor="b" anchorCtr="0">
            <a:spAutoFit/>
          </a:bodyPr>
          <a:lstStyle>
            <a:lvl1pPr algn="ctr" defTabSz="914400" rtl="0" eaLnBrk="1" latinLnBrk="0" hangingPunct="1">
              <a:lnSpc>
                <a:spcPct val="90000"/>
              </a:lnSpc>
              <a:spcBef>
                <a:spcPct val="0"/>
              </a:spcBef>
              <a:buNone/>
              <a:defRPr sz="7200" kern="1200">
                <a:solidFill>
                  <a:schemeClr val="bg1"/>
                </a:solidFill>
                <a:latin typeface="+mj-lt"/>
                <a:ea typeface="+mj-ea"/>
                <a:cs typeface="+mj-cs"/>
              </a:defRPr>
            </a:lvl1pPr>
          </a:lstStyle>
          <a:p>
            <a:r>
              <a:rPr lang="en-GB" sz="1200" b="1" i="0">
                <a:latin typeface="ING Me" panose="02000506040000020004" pitchFamily="2" charset="0"/>
                <a:cs typeface="ING Me" panose="02000506040000020004" pitchFamily="2" charset="0"/>
              </a:rPr>
              <a:t>www.ing.com</a:t>
            </a:r>
            <a:endParaRPr lang="en-NL" sz="1200" b="1" i="0">
              <a:latin typeface="ING Me" panose="02000506040000020004" pitchFamily="2" charset="0"/>
              <a:cs typeface="ING Me" panose="02000506040000020004" pitchFamily="2" charset="0"/>
            </a:endParaRPr>
          </a:p>
        </p:txBody>
      </p:sp>
      <p:pic>
        <p:nvPicPr>
          <p:cNvPr id="4" name="Picture 3">
            <a:extLst>
              <a:ext uri="{FF2B5EF4-FFF2-40B4-BE49-F238E27FC236}">
                <a16:creationId xmlns:a16="http://schemas.microsoft.com/office/drawing/2014/main" id="{0F0803D6-6FA0-F2FA-998E-013CD7C9736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5" name="Title 7">
            <a:extLst>
              <a:ext uri="{FF2B5EF4-FFF2-40B4-BE49-F238E27FC236}">
                <a16:creationId xmlns:a16="http://schemas.microsoft.com/office/drawing/2014/main" id="{4AA3C1EC-8ADE-2ACA-562C-3275948DD0F4}"/>
              </a:ext>
            </a:extLst>
          </p:cNvPr>
          <p:cNvSpPr>
            <a:spLocks noGrp="1"/>
          </p:cNvSpPr>
          <p:nvPr>
            <p:ph type="title" hasCustomPrompt="1"/>
          </p:nvPr>
        </p:nvSpPr>
        <p:spPr>
          <a:xfrm>
            <a:off x="1738440" y="2819757"/>
            <a:ext cx="8715118" cy="1218485"/>
          </a:xfrm>
        </p:spPr>
        <p:txBody>
          <a:bodyPr>
            <a:noAutofit/>
          </a:bodyPr>
          <a:lstStyle>
            <a:lvl1pPr marL="0" algn="ctr" defTabSz="457200" rtl="0" eaLnBrk="1" latinLnBrk="0" hangingPunct="1">
              <a:defRPr lang="en-NL" sz="7200" b="1" i="0" kern="1200" dirty="0">
                <a:solidFill>
                  <a:schemeClr val="bg1"/>
                </a:solidFill>
                <a:latin typeface="ING display" panose="020B0603030508020203" pitchFamily="34" charset="77"/>
                <a:ea typeface="+mn-ea"/>
                <a:cs typeface="+mn-cs"/>
              </a:defRPr>
            </a:lvl1pPr>
          </a:lstStyle>
          <a:p>
            <a:r>
              <a:rPr lang="en-GB"/>
              <a:t>Thank you!</a:t>
            </a:r>
            <a:endParaRPr lang="en-NL"/>
          </a:p>
        </p:txBody>
      </p:sp>
    </p:spTree>
    <p:extLst>
      <p:ext uri="{BB962C8B-B14F-4D97-AF65-F5344CB8AC3E}">
        <p14:creationId xmlns:p14="http://schemas.microsoft.com/office/powerpoint/2010/main" val="10181298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End Identifier">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A515EE-46DE-23DB-1C25-5D060BD63B4C}"/>
              </a:ext>
            </a:extLst>
          </p:cNvPr>
          <p:cNvPicPr>
            <a:picLocks noChangeAspect="1"/>
          </p:cNvPicPr>
          <p:nvPr userDrawn="1"/>
        </p:nvPicPr>
        <p:blipFill>
          <a:blip r:embed="rId2"/>
          <a:stretch>
            <a:fillRect/>
          </a:stretch>
        </p:blipFill>
        <p:spPr>
          <a:xfrm>
            <a:off x="5200453" y="2414837"/>
            <a:ext cx="1791094" cy="2028326"/>
          </a:xfrm>
          <a:prstGeom prst="rect">
            <a:avLst/>
          </a:prstGeom>
        </p:spPr>
      </p:pic>
    </p:spTree>
    <p:extLst>
      <p:ext uri="{BB962C8B-B14F-4D97-AF65-F5344CB8AC3E}">
        <p14:creationId xmlns:p14="http://schemas.microsoft.com/office/powerpoint/2010/main" val="27242472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End Logo">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B8C555-4D48-7E79-098B-3526508A552B}"/>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355922" y="3701524"/>
            <a:ext cx="11480156" cy="2841484"/>
          </a:xfrm>
          <a:prstGeom prst="rect">
            <a:avLst/>
          </a:prstGeom>
        </p:spPr>
      </p:pic>
    </p:spTree>
    <p:extLst>
      <p:ext uri="{BB962C8B-B14F-4D97-AF65-F5344CB8AC3E}">
        <p14:creationId xmlns:p14="http://schemas.microsoft.com/office/powerpoint/2010/main" val="24808959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ext slid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3" name="Footer Placeholder 2">
            <a:extLst>
              <a:ext uri="{FF2B5EF4-FFF2-40B4-BE49-F238E27FC236}">
                <a16:creationId xmlns:a16="http://schemas.microsoft.com/office/drawing/2014/main" id="{519E7DA5-BC83-4857-870E-3AA1EAAAA941}"/>
              </a:ext>
            </a:extLst>
          </p:cNvPr>
          <p:cNvSpPr>
            <a:spLocks noGrp="1"/>
          </p:cNvSpPr>
          <p:nvPr>
            <p:ph type="ftr" sz="quarter" idx="12"/>
          </p:nvPr>
        </p:nvSpPr>
        <p:spPr/>
        <p:txBody>
          <a:bodyPr/>
          <a:lstStyle>
            <a:lvl1pPr>
              <a:defRPr/>
            </a:lvl1pPr>
          </a:lstStyle>
          <a:p>
            <a:endParaRPr lang="en-GB" noProof="0"/>
          </a:p>
        </p:txBody>
      </p:sp>
      <p:sp>
        <p:nvSpPr>
          <p:cNvPr id="10" name="Title 9">
            <a:extLst>
              <a:ext uri="{FF2B5EF4-FFF2-40B4-BE49-F238E27FC236}">
                <a16:creationId xmlns:a16="http://schemas.microsoft.com/office/drawing/2014/main" id="{0D3BE977-E73F-49D2-8BCD-3E16B685E53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19" name="Text Placeholder 2">
            <a:extLst>
              <a:ext uri="{FF2B5EF4-FFF2-40B4-BE49-F238E27FC236}">
                <a16:creationId xmlns:a16="http://schemas.microsoft.com/office/drawing/2014/main" id="{926D1722-3F77-4621-AAEA-90FFC6FD7C31}"/>
              </a:ext>
            </a:extLst>
          </p:cNvPr>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grpSp>
        <p:nvGrpSpPr>
          <p:cNvPr id="12" name="Group 11">
            <a:extLst>
              <a:ext uri="{FF2B5EF4-FFF2-40B4-BE49-F238E27FC236}">
                <a16:creationId xmlns:a16="http://schemas.microsoft.com/office/drawing/2014/main" id="{61503A1D-491A-E92D-7D67-CE988C8BBFBB}"/>
              </a:ext>
            </a:extLst>
          </p:cNvPr>
          <p:cNvGrpSpPr/>
          <p:nvPr userDrawn="1"/>
        </p:nvGrpSpPr>
        <p:grpSpPr>
          <a:xfrm>
            <a:off x="-4885325" y="0"/>
            <a:ext cx="4274443" cy="6828064"/>
            <a:chOff x="-4683445" y="29936"/>
            <a:chExt cx="4274443" cy="6828064"/>
          </a:xfrm>
        </p:grpSpPr>
        <p:sp>
          <p:nvSpPr>
            <p:cNvPr id="2" name="Rounded Rectangle 1">
              <a:extLst>
                <a:ext uri="{FF2B5EF4-FFF2-40B4-BE49-F238E27FC236}">
                  <a16:creationId xmlns:a16="http://schemas.microsoft.com/office/drawing/2014/main" id="{4C25199C-597B-6922-ACC4-2B7AD9ACB1C2}"/>
                </a:ext>
              </a:extLst>
            </p:cNvPr>
            <p:cNvSpPr/>
            <p:nvPr userDrawn="1"/>
          </p:nvSpPr>
          <p:spPr>
            <a:xfrm>
              <a:off x="-4683445" y="29936"/>
              <a:ext cx="4274443" cy="6828064"/>
            </a:xfrm>
            <a:prstGeom prst="roundRect">
              <a:avLst>
                <a:gd name="adj" fmla="val 214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grpSp>
          <p:nvGrpSpPr>
            <p:cNvPr id="16" name="Group 15">
              <a:extLst>
                <a:ext uri="{FF2B5EF4-FFF2-40B4-BE49-F238E27FC236}">
                  <a16:creationId xmlns:a16="http://schemas.microsoft.com/office/drawing/2014/main" id="{1F78D264-E011-418E-B02A-7C20E73D3DD5}"/>
                </a:ext>
              </a:extLst>
            </p:cNvPr>
            <p:cNvGrpSpPr/>
            <p:nvPr userDrawn="1"/>
          </p:nvGrpSpPr>
          <p:grpSpPr>
            <a:xfrm>
              <a:off x="-2236836" y="565110"/>
              <a:ext cx="1692000" cy="4188391"/>
              <a:chOff x="-1893936" y="155009"/>
              <a:chExt cx="1692000" cy="4188391"/>
            </a:xfrm>
          </p:grpSpPr>
          <p:grpSp>
            <p:nvGrpSpPr>
              <p:cNvPr id="18" name="Group 17">
                <a:extLst>
                  <a:ext uri="{FF2B5EF4-FFF2-40B4-BE49-F238E27FC236}">
                    <a16:creationId xmlns:a16="http://schemas.microsoft.com/office/drawing/2014/main" id="{697EB8BB-8E30-47E4-9F6A-B509810CBB42}"/>
                  </a:ext>
                </a:extLst>
              </p:cNvPr>
              <p:cNvGrpSpPr/>
              <p:nvPr userDrawn="1"/>
            </p:nvGrpSpPr>
            <p:grpSpPr>
              <a:xfrm>
                <a:off x="-1893936" y="155009"/>
                <a:ext cx="1692000" cy="4188391"/>
                <a:chOff x="-1893936" y="155009"/>
                <a:chExt cx="1692000" cy="4188391"/>
              </a:xfrm>
            </p:grpSpPr>
            <p:sp>
              <p:nvSpPr>
                <p:cNvPr id="32" name="Rectangle 113">
                  <a:extLst>
                    <a:ext uri="{FF2B5EF4-FFF2-40B4-BE49-F238E27FC236}">
                      <a16:creationId xmlns:a16="http://schemas.microsoft.com/office/drawing/2014/main" id="{9ECC4CD5-4A3A-4DF6-865D-4D99A243D607}"/>
                    </a:ext>
                  </a:extLst>
                </p:cNvPr>
                <p:cNvSpPr>
                  <a:spLocks noChangeArrowheads="1"/>
                </p:cNvSpPr>
                <p:nvPr userDrawn="1"/>
              </p:nvSpPr>
              <p:spPr bwMode="gray">
                <a:xfrm>
                  <a:off x="-1893936" y="155009"/>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100" b="1">
                      <a:solidFill>
                        <a:schemeClr val="bg2">
                          <a:lumMod val="50000"/>
                        </a:schemeClr>
                      </a:solidFill>
                    </a:rPr>
                    <a:t>Creating </a:t>
                  </a:r>
                  <a:br>
                    <a:rPr lang="en-GB" altLang="en-US" sz="1100" b="1">
                      <a:solidFill>
                        <a:schemeClr val="bg2">
                          <a:lumMod val="50000"/>
                        </a:schemeClr>
                      </a:solidFill>
                    </a:rPr>
                  </a:br>
                  <a:r>
                    <a:rPr lang="en-GB" altLang="en-US" sz="1100" b="1">
                      <a:solidFill>
                        <a:schemeClr val="bg2">
                          <a:lumMod val="50000"/>
                        </a:schemeClr>
                      </a:solidFill>
                    </a:rPr>
                    <a:t>ING branded graphs</a:t>
                  </a:r>
                </a:p>
              </p:txBody>
            </p:sp>
            <p:sp>
              <p:nvSpPr>
                <p:cNvPr id="30" name="Rectangle 106">
                  <a:extLst>
                    <a:ext uri="{FF2B5EF4-FFF2-40B4-BE49-F238E27FC236}">
                      <a16:creationId xmlns:a16="http://schemas.microsoft.com/office/drawing/2014/main" id="{10245D2E-CC77-4086-BCC3-A0197F2B00B6}"/>
                    </a:ext>
                  </a:extLst>
                </p:cNvPr>
                <p:cNvSpPr>
                  <a:spLocks noChangeArrowheads="1"/>
                </p:cNvSpPr>
                <p:nvPr/>
              </p:nvSpPr>
              <p:spPr bwMode="gray">
                <a:xfrm>
                  <a:off x="-1893936" y="671500"/>
                  <a:ext cx="1658513" cy="36719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solidFill>
                        <a:schemeClr val="bg2">
                          <a:lumMod val="50000"/>
                        </a:schemeClr>
                      </a:solidFill>
                    </a:rPr>
                    <a:t>Create your own graphs much easier and on brand by using graph templates.</a:t>
                  </a:r>
                </a:p>
                <a:p>
                  <a:pPr>
                    <a:spcBef>
                      <a:spcPct val="20000"/>
                    </a:spcBef>
                    <a:spcAft>
                      <a:spcPct val="20000"/>
                    </a:spcAft>
                  </a:pPr>
                  <a:endParaRPr lang="en-US" altLang="en-US" sz="1000" b="0">
                    <a:solidFill>
                      <a:schemeClr val="bg2">
                        <a:lumMod val="50000"/>
                      </a:schemeClr>
                    </a:solidFill>
                  </a:endParaRPr>
                </a:p>
                <a:p>
                  <a:pPr>
                    <a:spcBef>
                      <a:spcPct val="20000"/>
                    </a:spcBef>
                    <a:spcAft>
                      <a:spcPct val="20000"/>
                    </a:spcAft>
                  </a:pPr>
                  <a:r>
                    <a:rPr lang="en-US" altLang="en-US" sz="1000" b="0">
                      <a:solidFill>
                        <a:schemeClr val="bg2">
                          <a:lumMod val="50000"/>
                        </a:schemeClr>
                      </a:solidFill>
                    </a:rPr>
                    <a:t>Copy charts from the ‘Data </a:t>
                  </a:r>
                  <a:r>
                    <a:rPr lang="en-US" altLang="en-US" sz="1000" b="0" err="1">
                      <a:solidFill>
                        <a:schemeClr val="bg2">
                          <a:lumMod val="50000"/>
                        </a:schemeClr>
                      </a:solidFill>
                    </a:rPr>
                    <a:t>visualisation</a:t>
                  </a:r>
                  <a:r>
                    <a:rPr lang="en-US" altLang="en-US" sz="1000" b="0">
                      <a:solidFill>
                        <a:schemeClr val="bg2">
                          <a:lumMod val="50000"/>
                        </a:schemeClr>
                      </a:solidFill>
                    </a:rPr>
                    <a:t>’ section in this template, or click on the graph icon on your template slide:</a:t>
                  </a:r>
                  <a:br>
                    <a:rPr lang="en-US" altLang="en-US" sz="1000" b="0">
                      <a:solidFill>
                        <a:schemeClr val="bg2">
                          <a:lumMod val="50000"/>
                        </a:schemeClr>
                      </a:solidFill>
                    </a:rPr>
                  </a:br>
                  <a:br>
                    <a:rPr lang="en-US" altLang="en-US" sz="1000" b="0">
                      <a:solidFill>
                        <a:schemeClr val="bg2">
                          <a:lumMod val="50000"/>
                        </a:schemeClr>
                      </a:solidFill>
                    </a:rPr>
                  </a:br>
                  <a:br>
                    <a:rPr lang="en-US" altLang="en-US" sz="1000" b="0">
                      <a:solidFill>
                        <a:schemeClr val="bg2">
                          <a:lumMod val="50000"/>
                        </a:schemeClr>
                      </a:solidFill>
                    </a:rPr>
                  </a:br>
                  <a:br>
                    <a:rPr lang="en-US" altLang="en-US" sz="1000" b="0">
                      <a:solidFill>
                        <a:schemeClr val="bg2">
                          <a:lumMod val="50000"/>
                        </a:schemeClr>
                      </a:solidFill>
                    </a:rPr>
                  </a:br>
                  <a:br>
                    <a:rPr lang="en-US" altLang="en-US" sz="1000" b="0">
                      <a:solidFill>
                        <a:schemeClr val="bg2">
                          <a:lumMod val="50000"/>
                        </a:schemeClr>
                      </a:solidFill>
                    </a:rPr>
                  </a:br>
                  <a:br>
                    <a:rPr lang="en-US" altLang="en-US" sz="1000" b="0">
                      <a:solidFill>
                        <a:schemeClr val="bg2">
                          <a:lumMod val="50000"/>
                        </a:schemeClr>
                      </a:solidFill>
                    </a:rPr>
                  </a:br>
                  <a:br>
                    <a:rPr lang="en-US" altLang="en-US" sz="1000" b="0">
                      <a:solidFill>
                        <a:schemeClr val="bg2">
                          <a:lumMod val="50000"/>
                        </a:schemeClr>
                      </a:solidFill>
                    </a:rPr>
                  </a:br>
                  <a:br>
                    <a:rPr lang="en-US" altLang="en-US" sz="1000" b="0">
                      <a:solidFill>
                        <a:schemeClr val="bg2">
                          <a:lumMod val="50000"/>
                        </a:schemeClr>
                      </a:solidFill>
                    </a:rPr>
                  </a:br>
                  <a:br>
                    <a:rPr lang="en-US" altLang="en-US" sz="1000" b="0">
                      <a:solidFill>
                        <a:schemeClr val="bg2">
                          <a:lumMod val="50000"/>
                        </a:schemeClr>
                      </a:solidFill>
                    </a:rPr>
                  </a:br>
                  <a:r>
                    <a:rPr lang="en-US" altLang="en-US" sz="1000" b="0">
                      <a:solidFill>
                        <a:schemeClr val="bg2">
                          <a:lumMod val="50000"/>
                        </a:schemeClr>
                      </a:solidFill>
                    </a:rPr>
                    <a:t>click then on ‘Templates’ in the dialogue window that appears. There you can choose a graph template to create an ING branded graph.</a:t>
                  </a:r>
                </a:p>
              </p:txBody>
            </p:sp>
          </p:grpSp>
          <p:pic>
            <p:nvPicPr>
              <p:cNvPr id="28" name="Picture 27">
                <a:extLst>
                  <a:ext uri="{FF2B5EF4-FFF2-40B4-BE49-F238E27FC236}">
                    <a16:creationId xmlns:a16="http://schemas.microsoft.com/office/drawing/2014/main" id="{DCEB81F8-C688-45FA-85DD-6E8D11CB8C40}"/>
                  </a:ext>
                </a:extLst>
              </p:cNvPr>
              <p:cNvPicPr>
                <a:picLocks noChangeAspect="1"/>
              </p:cNvPicPr>
              <p:nvPr userDrawn="1"/>
            </p:nvPicPr>
            <p:blipFill>
              <a:blip r:embed="rId2"/>
              <a:srcRect/>
              <a:stretch/>
            </p:blipFill>
            <p:spPr>
              <a:xfrm>
                <a:off x="-1893936" y="2344566"/>
                <a:ext cx="1046211" cy="788945"/>
              </a:xfrm>
              <a:prstGeom prst="rect">
                <a:avLst/>
              </a:prstGeom>
            </p:spPr>
          </p:pic>
        </p:grpSp>
        <p:sp>
          <p:nvSpPr>
            <p:cNvPr id="17" name="Rectangle 16">
              <a:extLst>
                <a:ext uri="{FF2B5EF4-FFF2-40B4-BE49-F238E27FC236}">
                  <a16:creationId xmlns:a16="http://schemas.microsoft.com/office/drawing/2014/main" id="{370CB165-B0A0-4E1A-9D5E-123B279565A1}"/>
                </a:ext>
              </a:extLst>
            </p:cNvPr>
            <p:cNvSpPr/>
            <p:nvPr userDrawn="1"/>
          </p:nvSpPr>
          <p:spPr>
            <a:xfrm>
              <a:off x="-1869300" y="2821243"/>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err="1">
                <a:solidFill>
                  <a:schemeClr val="tx1"/>
                </a:solidFill>
              </a:endParaRPr>
            </a:p>
          </p:txBody>
        </p:sp>
        <p:sp>
          <p:nvSpPr>
            <p:cNvPr id="4" name="Text Placeholder 3">
              <a:extLst>
                <a:ext uri="{FF2B5EF4-FFF2-40B4-BE49-F238E27FC236}">
                  <a16:creationId xmlns:a16="http://schemas.microsoft.com/office/drawing/2014/main" id="{43FE95D0-F944-86F2-1EF0-5A5F9D7CEBDF}"/>
                </a:ext>
              </a:extLst>
            </p:cNvPr>
            <p:cNvSpPr txBox="1">
              <a:spLocks/>
            </p:cNvSpPr>
            <p:nvPr userDrawn="1"/>
          </p:nvSpPr>
          <p:spPr>
            <a:xfrm>
              <a:off x="-4532941" y="565110"/>
              <a:ext cx="1952915" cy="572766"/>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numCol="1"/>
            <a:lstStyle>
              <a:lvl1pPr marL="0" indent="0" algn="l" defTabSz="914400" rtl="0" eaLnBrk="1" latinLnBrk="0" hangingPunct="1">
                <a:lnSpc>
                  <a:spcPct val="90000"/>
                </a:lnSpc>
                <a:spcBef>
                  <a:spcPts val="0"/>
                </a:spcBef>
                <a:spcAft>
                  <a:spcPts val="300"/>
                </a:spcAft>
                <a:buFont typeface="Arial" panose="020B0604020202020204" pitchFamily="34" charset="0"/>
                <a:buNone/>
                <a:defRPr sz="2000" b="0" kern="1200" baseline="0">
                  <a:solidFill>
                    <a:schemeClr val="tx1"/>
                  </a:solidFill>
                  <a:latin typeface="+mn-lt"/>
                  <a:ea typeface="+mn-ea"/>
                  <a:cs typeface="ING Me" pitchFamily="2" charset="0"/>
                </a:defRPr>
              </a:lvl1pPr>
              <a:lvl2pPr marL="180000" indent="-180000" algn="l" defTabSz="914400" rtl="0" eaLnBrk="1" latinLnBrk="0" hangingPunct="1">
                <a:lnSpc>
                  <a:spcPct val="90000"/>
                </a:lnSpc>
                <a:spcBef>
                  <a:spcPts val="0"/>
                </a:spcBef>
                <a:spcAft>
                  <a:spcPts val="300"/>
                </a:spcAft>
                <a:buFontTx/>
                <a:buBlip>
                  <a:blip>
                    <a:extLst>
                      <a:ext uri="{96DAC541-7B7A-43D3-8B79-37D633B846F1}">
                        <asvg:svgBlip xmlns:asvg="http://schemas.microsoft.com/office/drawing/2016/SVG/main" r:embed="rId3"/>
                      </a:ext>
                    </a:extLst>
                  </a:blip>
                </a:buBlip>
                <a:defRPr sz="2000" kern="1200" baseline="0">
                  <a:solidFill>
                    <a:schemeClr val="tx1"/>
                  </a:solidFill>
                  <a:latin typeface="+mn-lt"/>
                  <a:ea typeface="+mn-ea"/>
                  <a:cs typeface="ING Me" pitchFamily="2" charset="0"/>
                </a:defRPr>
              </a:lvl2pPr>
              <a:lvl3pPr marL="360000" indent="-180000" algn="l" defTabSz="914400" rtl="0" eaLnBrk="1" latinLnBrk="0" hangingPunct="1">
                <a:lnSpc>
                  <a:spcPct val="90000"/>
                </a:lnSpc>
                <a:spcBef>
                  <a:spcPts val="0"/>
                </a:spcBef>
                <a:spcAft>
                  <a:spcPts val="300"/>
                </a:spcAft>
                <a:buClr>
                  <a:schemeClr val="tx2"/>
                </a:buClr>
                <a:buFontTx/>
                <a:buBlip>
                  <a:blip>
                    <a:extLst>
                      <a:ext uri="{96DAC541-7B7A-43D3-8B79-37D633B846F1}">
                        <asvg:svgBlip xmlns:asvg="http://schemas.microsoft.com/office/drawing/2016/SVG/main" r:embed="rId4"/>
                      </a:ext>
                    </a:extLst>
                  </a:blip>
                </a:buBlip>
                <a:defRPr sz="2000" kern="1200" baseline="0">
                  <a:solidFill>
                    <a:schemeClr val="tx1"/>
                  </a:solidFill>
                  <a:latin typeface="+mn-lt"/>
                  <a:ea typeface="+mn-ea"/>
                  <a:cs typeface="ING Me" pitchFamily="2" charset="0"/>
                </a:defRPr>
              </a:lvl3pPr>
              <a:lvl4pPr marL="540000" indent="-180000" algn="l" defTabSz="914400" rtl="0" eaLnBrk="1" latinLnBrk="0" hangingPunct="1">
                <a:lnSpc>
                  <a:spcPct val="90000"/>
                </a:lnSpc>
                <a:spcBef>
                  <a:spcPts val="0"/>
                </a:spcBef>
                <a:spcAft>
                  <a:spcPts val="300"/>
                </a:spcAft>
                <a:buClr>
                  <a:schemeClr val="bg2"/>
                </a:buClr>
                <a:buFontTx/>
                <a:buBlip>
                  <a:blip>
                    <a:extLst>
                      <a:ext uri="{96DAC541-7B7A-43D3-8B79-37D633B846F1}">
                        <asvg:svgBlip xmlns:asvg="http://schemas.microsoft.com/office/drawing/2016/SVG/main" r:embed="rId5"/>
                      </a:ext>
                    </a:extLst>
                  </a:blip>
                </a:buBlip>
                <a:defRPr sz="2000" kern="1200" baseline="0">
                  <a:solidFill>
                    <a:schemeClr val="tx1"/>
                  </a:solidFill>
                  <a:latin typeface="+mn-lt"/>
                  <a:ea typeface="+mn-ea"/>
                  <a:cs typeface="ING Me" pitchFamily="2" charset="0"/>
                </a:defRPr>
              </a:lvl4pPr>
              <a:lvl5pPr marL="720000" indent="-180000" algn="l" defTabSz="914400" rtl="0" eaLnBrk="1" latinLnBrk="0" hangingPunct="1">
                <a:lnSpc>
                  <a:spcPct val="90000"/>
                </a:lnSpc>
                <a:spcBef>
                  <a:spcPts val="0"/>
                </a:spcBef>
                <a:spcAft>
                  <a:spcPts val="300"/>
                </a:spcAft>
                <a:buClr>
                  <a:schemeClr val="accent3"/>
                </a:buClr>
                <a:buFontTx/>
                <a:buBlip>
                  <a:blip>
                    <a:extLst>
                      <a:ext uri="{96DAC541-7B7A-43D3-8B79-37D633B846F1}">
                        <asvg:svgBlip xmlns:asvg="http://schemas.microsoft.com/office/drawing/2016/SVG/main" r:embed="rId6"/>
                      </a:ext>
                    </a:extLst>
                  </a:blip>
                </a:buBlip>
                <a:defRPr sz="2000" kern="1200" baseline="0">
                  <a:solidFill>
                    <a:schemeClr val="tx1"/>
                  </a:solidFill>
                  <a:latin typeface="+mn-lt"/>
                  <a:ea typeface="+mn-ea"/>
                  <a:cs typeface="ING Me"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Tx/>
                <a:buNone/>
              </a:pPr>
              <a:r>
                <a:rPr lang="en-NL" sz="1100" b="1">
                  <a:solidFill>
                    <a:schemeClr val="bg2">
                      <a:lumMod val="50000"/>
                    </a:schemeClr>
                  </a:solidFill>
                </a:rPr>
                <a:t>Adding a new slide</a:t>
              </a:r>
              <a:br>
                <a:rPr lang="en-NL" sz="1100" b="1">
                  <a:solidFill>
                    <a:schemeClr val="bg2">
                      <a:lumMod val="50000"/>
                    </a:schemeClr>
                  </a:solidFill>
                </a:rPr>
              </a:br>
              <a:endParaRPr lang="en-GB" sz="1100" b="1">
                <a:solidFill>
                  <a:schemeClr val="bg2">
                    <a:lumMod val="50000"/>
                  </a:schemeClr>
                </a:solidFill>
              </a:endParaRPr>
            </a:p>
            <a:p>
              <a:pPr marL="0" lvl="1" indent="0">
                <a:buFontTx/>
                <a:buNone/>
              </a:pPr>
              <a:r>
                <a:rPr lang="en-NL" sz="1050">
                  <a:solidFill>
                    <a:schemeClr val="bg2">
                      <a:lumMod val="50000"/>
                    </a:schemeClr>
                  </a:solidFill>
                </a:rPr>
                <a:t>To add a new slide of your choice, expand the ‘New Slide’ drop-down menu and click on the layout you prefer to use.</a:t>
              </a:r>
            </a:p>
          </p:txBody>
        </p:sp>
        <p:pic>
          <p:nvPicPr>
            <p:cNvPr id="6" name="Picture 5" descr="A screenshot of a computer&#10;&#10;Description automatically generated">
              <a:extLst>
                <a:ext uri="{FF2B5EF4-FFF2-40B4-BE49-F238E27FC236}">
                  <a16:creationId xmlns:a16="http://schemas.microsoft.com/office/drawing/2014/main" id="{E4EEB039-B770-679D-55B1-7BB7EB6F9565}"/>
                </a:ext>
              </a:extLst>
            </p:cNvPr>
            <p:cNvPicPr>
              <a:picLocks noChangeAspect="1"/>
            </p:cNvPicPr>
            <p:nvPr userDrawn="1"/>
          </p:nvPicPr>
          <p:blipFill>
            <a:blip r:embed="rId7"/>
            <a:stretch>
              <a:fillRect/>
            </a:stretch>
          </p:blipFill>
          <p:spPr>
            <a:xfrm>
              <a:off x="-4449814" y="1739044"/>
              <a:ext cx="1748788" cy="1635682"/>
            </a:xfrm>
            <a:prstGeom prst="rect">
              <a:avLst/>
            </a:prstGeom>
          </p:spPr>
        </p:pic>
        <p:sp>
          <p:nvSpPr>
            <p:cNvPr id="7" name="TextBox 6">
              <a:extLst>
                <a:ext uri="{FF2B5EF4-FFF2-40B4-BE49-F238E27FC236}">
                  <a16:creationId xmlns:a16="http://schemas.microsoft.com/office/drawing/2014/main" id="{9CEC13C9-C4AE-E4F7-A26F-C3C8745698AD}"/>
                </a:ext>
              </a:extLst>
            </p:cNvPr>
            <p:cNvSpPr txBox="1"/>
            <p:nvPr userDrawn="1"/>
          </p:nvSpPr>
          <p:spPr>
            <a:xfrm>
              <a:off x="-4449814" y="196550"/>
              <a:ext cx="2074405" cy="257369"/>
            </a:xfrm>
            <a:prstGeom prst="rect">
              <a:avLst/>
            </a:prstGeom>
            <a:noFill/>
          </p:spPr>
          <p:txBody>
            <a:bodyPr wrap="none" lIns="36000" tIns="36000" rIns="36000" bIns="36000" rtlCol="0">
              <a:spAutoFit/>
            </a:bodyPr>
            <a:lstStyle/>
            <a:p>
              <a:r>
                <a:rPr lang="en-GB" sz="1200" b="1">
                  <a:solidFill>
                    <a:schemeClr val="bg2">
                      <a:lumMod val="50000"/>
                    </a:schemeClr>
                  </a:solidFill>
                </a:rPr>
                <a:t>Tips to use the ING template</a:t>
              </a:r>
            </a:p>
          </p:txBody>
        </p:sp>
        <p:sp>
          <p:nvSpPr>
            <p:cNvPr id="8" name="Text Placeholder 3">
              <a:extLst>
                <a:ext uri="{FF2B5EF4-FFF2-40B4-BE49-F238E27FC236}">
                  <a16:creationId xmlns:a16="http://schemas.microsoft.com/office/drawing/2014/main" id="{FBE383B1-5293-1F64-9B3C-AFBD84BD828E}"/>
                </a:ext>
              </a:extLst>
            </p:cNvPr>
            <p:cNvSpPr txBox="1">
              <a:spLocks/>
            </p:cNvSpPr>
            <p:nvPr userDrawn="1"/>
          </p:nvSpPr>
          <p:spPr bwMode="auto">
            <a:xfrm>
              <a:off x="-4541730" y="3698097"/>
              <a:ext cx="1952915" cy="967162"/>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vert="horz" wrap="square" lIns="0" tIns="0" rIns="0" bIns="0" numCol="1" rtlCol="0">
              <a:noAutofit/>
            </a:bodyPr>
            <a:lstStyle>
              <a:lvl1pPr marL="360000" indent="-360000" algn="l" defTabSz="914400" rtl="0" eaLnBrk="1" latinLnBrk="0" hangingPunct="1">
                <a:lnSpc>
                  <a:spcPct val="90000"/>
                </a:lnSpc>
                <a:spcBef>
                  <a:spcPts val="200"/>
                </a:spcBef>
                <a:spcAft>
                  <a:spcPts val="800"/>
                </a:spcAft>
                <a:buFont typeface="+mj-lt"/>
                <a:buAutoNum type="arabicPeriod"/>
                <a:defRPr sz="2000" b="0" kern="1200" baseline="0">
                  <a:solidFill>
                    <a:schemeClr val="tx1"/>
                  </a:solidFill>
                  <a:latin typeface="+mn-lt"/>
                  <a:ea typeface="+mn-ea"/>
                  <a:cs typeface="ING Me" pitchFamily="2" charset="0"/>
                </a:defRPr>
              </a:lvl1pPr>
              <a:lvl2pPr marL="180000" indent="-180000" algn="l" defTabSz="914400" rtl="0" eaLnBrk="1" latinLnBrk="0" hangingPunct="1">
                <a:lnSpc>
                  <a:spcPct val="90000"/>
                </a:lnSpc>
                <a:spcBef>
                  <a:spcPts val="0"/>
                </a:spcBef>
                <a:spcAft>
                  <a:spcPts val="300"/>
                </a:spcAft>
                <a:buFontTx/>
                <a:buBlip>
                  <a:blip>
                    <a:extLst>
                      <a:ext uri="{96DAC541-7B7A-43D3-8B79-37D633B846F1}">
                        <asvg:svgBlip xmlns:asvg="http://schemas.microsoft.com/office/drawing/2016/SVG/main" r:embed="rId3"/>
                      </a:ext>
                    </a:extLst>
                  </a:blip>
                </a:buBlip>
                <a:defRPr sz="2000" kern="1200" baseline="0">
                  <a:solidFill>
                    <a:schemeClr val="tx1"/>
                  </a:solidFill>
                  <a:latin typeface="+mn-lt"/>
                  <a:ea typeface="+mn-ea"/>
                  <a:cs typeface="ING Me" pitchFamily="2" charset="0"/>
                </a:defRPr>
              </a:lvl2pPr>
              <a:lvl3pPr marL="180000" indent="0" algn="l" defTabSz="914400" rtl="0" eaLnBrk="1" latinLnBrk="0" hangingPunct="1">
                <a:lnSpc>
                  <a:spcPct val="90000"/>
                </a:lnSpc>
                <a:spcBef>
                  <a:spcPts val="0"/>
                </a:spcBef>
                <a:spcAft>
                  <a:spcPts val="300"/>
                </a:spcAft>
                <a:buClr>
                  <a:schemeClr val="tx2"/>
                </a:buClr>
                <a:buFontTx/>
                <a:buNone/>
                <a:defRPr sz="2000" kern="1200" baseline="0">
                  <a:solidFill>
                    <a:schemeClr val="tx1"/>
                  </a:solidFill>
                  <a:latin typeface="+mn-lt"/>
                  <a:ea typeface="+mn-ea"/>
                  <a:cs typeface="ING Me" pitchFamily="2" charset="0"/>
                </a:defRPr>
              </a:lvl3pPr>
              <a:lvl4pPr marL="540000" indent="-180000" algn="l" defTabSz="914400" rtl="0" eaLnBrk="1" latinLnBrk="0" hangingPunct="1">
                <a:lnSpc>
                  <a:spcPct val="90000"/>
                </a:lnSpc>
                <a:spcBef>
                  <a:spcPts val="0"/>
                </a:spcBef>
                <a:spcAft>
                  <a:spcPts val="300"/>
                </a:spcAft>
                <a:buClr>
                  <a:schemeClr val="bg2"/>
                </a:buClr>
                <a:buFontTx/>
                <a:buBlip>
                  <a:blip>
                    <a:extLst>
                      <a:ext uri="{96DAC541-7B7A-43D3-8B79-37D633B846F1}">
                        <asvg:svgBlip xmlns:asvg="http://schemas.microsoft.com/office/drawing/2016/SVG/main" r:embed="rId5"/>
                      </a:ext>
                    </a:extLst>
                  </a:blip>
                </a:buBlip>
                <a:defRPr sz="2000" kern="1200" baseline="0">
                  <a:solidFill>
                    <a:schemeClr val="tx1"/>
                  </a:solidFill>
                  <a:latin typeface="+mn-lt"/>
                  <a:ea typeface="+mn-ea"/>
                  <a:cs typeface="ING Me" pitchFamily="2" charset="0"/>
                </a:defRPr>
              </a:lvl4pPr>
              <a:lvl5pPr marL="720000" indent="-180000" algn="l" defTabSz="914400" rtl="0" eaLnBrk="1" latinLnBrk="0" hangingPunct="1">
                <a:lnSpc>
                  <a:spcPct val="90000"/>
                </a:lnSpc>
                <a:spcBef>
                  <a:spcPts val="0"/>
                </a:spcBef>
                <a:spcAft>
                  <a:spcPts val="300"/>
                </a:spcAft>
                <a:buClr>
                  <a:schemeClr val="accent3"/>
                </a:buClr>
                <a:buFontTx/>
                <a:buBlip>
                  <a:blip>
                    <a:extLst>
                      <a:ext uri="{96DAC541-7B7A-43D3-8B79-37D633B846F1}">
                        <asvg:svgBlip xmlns:asvg="http://schemas.microsoft.com/office/drawing/2016/SVG/main" r:embed="rId6"/>
                      </a:ext>
                    </a:extLst>
                  </a:blip>
                </a:buBlip>
                <a:defRPr sz="2000" kern="1200" baseline="0">
                  <a:solidFill>
                    <a:schemeClr val="tx1"/>
                  </a:solidFill>
                  <a:latin typeface="+mn-lt"/>
                  <a:ea typeface="+mn-ea"/>
                  <a:cs typeface="ING Me"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Tx/>
                <a:buNone/>
              </a:pPr>
              <a:r>
                <a:rPr lang="en-US" sz="1100" b="1">
                  <a:solidFill>
                    <a:schemeClr val="bg2">
                      <a:lumMod val="50000"/>
                    </a:schemeClr>
                  </a:solidFill>
                </a:rPr>
                <a:t>Use ING-designed bullet points</a:t>
              </a:r>
              <a:br>
                <a:rPr lang="en-US" sz="1100" b="1">
                  <a:solidFill>
                    <a:schemeClr val="bg2">
                      <a:lumMod val="50000"/>
                    </a:schemeClr>
                  </a:solidFill>
                </a:rPr>
              </a:br>
              <a:endParaRPr lang="en-GB" sz="1100" b="1">
                <a:solidFill>
                  <a:schemeClr val="bg2">
                    <a:lumMod val="50000"/>
                  </a:schemeClr>
                </a:solidFill>
              </a:endParaRPr>
            </a:p>
            <a:p>
              <a:pPr marL="0" lvl="1" indent="0">
                <a:lnSpc>
                  <a:spcPct val="90000"/>
                </a:lnSpc>
                <a:spcAft>
                  <a:spcPts val="300"/>
                </a:spcAft>
                <a:buNone/>
              </a:pPr>
              <a:r>
                <a:rPr lang="en-US" sz="1050">
                  <a:solidFill>
                    <a:schemeClr val="bg2">
                      <a:lumMod val="50000"/>
                    </a:schemeClr>
                  </a:solidFill>
                  <a:cs typeface="ING Me" pitchFamily="2" charset="0"/>
                </a:rPr>
                <a:t>When writing your text, click on the indent button to create text levels with ING bullet</a:t>
              </a:r>
              <a:r>
                <a:rPr lang="en-US" sz="1000">
                  <a:solidFill>
                    <a:schemeClr val="bg2">
                      <a:lumMod val="50000"/>
                    </a:schemeClr>
                  </a:solidFill>
                </a:rPr>
                <a:t> points. </a:t>
              </a:r>
            </a:p>
            <a:p>
              <a:pPr marL="0" lvl="1" indent="0">
                <a:lnSpc>
                  <a:spcPct val="90000"/>
                </a:lnSpc>
                <a:spcAft>
                  <a:spcPts val="300"/>
                </a:spcAft>
                <a:buNone/>
              </a:pPr>
              <a:r>
                <a:rPr lang="en-US" sz="1000">
                  <a:solidFill>
                    <a:schemeClr val="bg2">
                      <a:lumMod val="50000"/>
                    </a:schemeClr>
                  </a:solidFill>
                </a:rPr>
                <a:t>See example:</a:t>
              </a:r>
            </a:p>
          </p:txBody>
        </p:sp>
        <p:pic>
          <p:nvPicPr>
            <p:cNvPr id="9" name="Picture 8" descr="A screenshot of a computer&#10;&#10;Description automatically generated">
              <a:extLst>
                <a:ext uri="{FF2B5EF4-FFF2-40B4-BE49-F238E27FC236}">
                  <a16:creationId xmlns:a16="http://schemas.microsoft.com/office/drawing/2014/main" id="{2C797AF6-98B5-2DFC-8D0C-4512743D1423}"/>
                </a:ext>
              </a:extLst>
            </p:cNvPr>
            <p:cNvPicPr>
              <a:picLocks noChangeAspect="1"/>
            </p:cNvPicPr>
            <p:nvPr userDrawn="1"/>
          </p:nvPicPr>
          <p:blipFill>
            <a:blip r:embed="rId8"/>
            <a:stretch>
              <a:fillRect/>
            </a:stretch>
          </p:blipFill>
          <p:spPr>
            <a:xfrm>
              <a:off x="-4491378" y="5659635"/>
              <a:ext cx="1831916" cy="1133092"/>
            </a:xfrm>
            <a:prstGeom prst="rect">
              <a:avLst/>
            </a:prstGeom>
          </p:spPr>
        </p:pic>
        <p:sp>
          <p:nvSpPr>
            <p:cNvPr id="11" name="Content Placeholder 1">
              <a:extLst>
                <a:ext uri="{FF2B5EF4-FFF2-40B4-BE49-F238E27FC236}">
                  <a16:creationId xmlns:a16="http://schemas.microsoft.com/office/drawing/2014/main" id="{19EFF902-8FD2-0945-4B23-3DB30BCCC0D5}"/>
                </a:ext>
              </a:extLst>
            </p:cNvPr>
            <p:cNvSpPr txBox="1">
              <a:spLocks/>
            </p:cNvSpPr>
            <p:nvPr userDrawn="1"/>
          </p:nvSpPr>
          <p:spPr>
            <a:xfrm>
              <a:off x="-4588445" y="4835440"/>
              <a:ext cx="1907367" cy="824195"/>
            </a:xfrm>
            <a:prstGeom prst="rect">
              <a:avLst/>
            </a:prstGeom>
          </p:spPr>
          <p:txBody>
            <a:bodyPr/>
            <a:lstStyle>
              <a:lvl1pPr marL="0" indent="0" algn="l" defTabSz="914400" rtl="0" eaLnBrk="1" latinLnBrk="0" hangingPunct="1">
                <a:lnSpc>
                  <a:spcPct val="90000"/>
                </a:lnSpc>
                <a:spcBef>
                  <a:spcPts val="0"/>
                </a:spcBef>
                <a:spcAft>
                  <a:spcPts val="300"/>
                </a:spcAft>
                <a:buFont typeface="Arial" panose="020B0604020202020204" pitchFamily="34" charset="0"/>
                <a:buNone/>
                <a:defRPr sz="2000" b="0" kern="1200" baseline="0">
                  <a:solidFill>
                    <a:schemeClr val="tx1"/>
                  </a:solidFill>
                  <a:latin typeface="+mn-lt"/>
                  <a:ea typeface="+mn-ea"/>
                  <a:cs typeface="ING Me" pitchFamily="2" charset="0"/>
                </a:defRPr>
              </a:lvl1pPr>
              <a:lvl2pPr marL="180000" indent="-180000" algn="l" defTabSz="914400" rtl="0" eaLnBrk="1" latinLnBrk="0" hangingPunct="1">
                <a:lnSpc>
                  <a:spcPct val="90000"/>
                </a:lnSpc>
                <a:spcBef>
                  <a:spcPts val="0"/>
                </a:spcBef>
                <a:spcAft>
                  <a:spcPts val="300"/>
                </a:spcAft>
                <a:buFontTx/>
                <a:buBlip>
                  <a:blip>
                    <a:extLst>
                      <a:ext uri="{96DAC541-7B7A-43D3-8B79-37D633B846F1}">
                        <asvg:svgBlip xmlns:asvg="http://schemas.microsoft.com/office/drawing/2016/SVG/main" r:embed="rId3"/>
                      </a:ext>
                    </a:extLst>
                  </a:blip>
                </a:buBlip>
                <a:defRPr sz="2000" kern="1200" baseline="0">
                  <a:solidFill>
                    <a:schemeClr val="tx1"/>
                  </a:solidFill>
                  <a:latin typeface="+mn-lt"/>
                  <a:ea typeface="+mn-ea"/>
                  <a:cs typeface="ING Me" pitchFamily="2" charset="0"/>
                </a:defRPr>
              </a:lvl2pPr>
              <a:lvl3pPr marL="360000" indent="-180000" algn="l" defTabSz="914400" rtl="0" eaLnBrk="1" latinLnBrk="0" hangingPunct="1">
                <a:lnSpc>
                  <a:spcPct val="90000"/>
                </a:lnSpc>
                <a:spcBef>
                  <a:spcPts val="0"/>
                </a:spcBef>
                <a:spcAft>
                  <a:spcPts val="300"/>
                </a:spcAft>
                <a:buClr>
                  <a:schemeClr val="tx2"/>
                </a:buClr>
                <a:buFontTx/>
                <a:buBlip>
                  <a:blip>
                    <a:extLst>
                      <a:ext uri="{96DAC541-7B7A-43D3-8B79-37D633B846F1}">
                        <asvg:svgBlip xmlns:asvg="http://schemas.microsoft.com/office/drawing/2016/SVG/main" r:embed="rId4"/>
                      </a:ext>
                    </a:extLst>
                  </a:blip>
                </a:buBlip>
                <a:defRPr sz="2000" kern="1200" baseline="0">
                  <a:solidFill>
                    <a:schemeClr val="tx1"/>
                  </a:solidFill>
                  <a:latin typeface="+mn-lt"/>
                  <a:ea typeface="+mn-ea"/>
                  <a:cs typeface="ING Me" pitchFamily="2" charset="0"/>
                </a:defRPr>
              </a:lvl3pPr>
              <a:lvl4pPr marL="540000" indent="-180000" algn="l" defTabSz="914400" rtl="0" eaLnBrk="1" latinLnBrk="0" hangingPunct="1">
                <a:lnSpc>
                  <a:spcPct val="90000"/>
                </a:lnSpc>
                <a:spcBef>
                  <a:spcPts val="0"/>
                </a:spcBef>
                <a:spcAft>
                  <a:spcPts val="300"/>
                </a:spcAft>
                <a:buClr>
                  <a:schemeClr val="bg2"/>
                </a:buClr>
                <a:buFontTx/>
                <a:buBlip>
                  <a:blip>
                    <a:extLst>
                      <a:ext uri="{96DAC541-7B7A-43D3-8B79-37D633B846F1}">
                        <asvg:svgBlip xmlns:asvg="http://schemas.microsoft.com/office/drawing/2016/SVG/main" r:embed="rId5"/>
                      </a:ext>
                    </a:extLst>
                  </a:blip>
                </a:buBlip>
                <a:defRPr sz="2000" kern="1200" baseline="0">
                  <a:solidFill>
                    <a:schemeClr val="tx1"/>
                  </a:solidFill>
                  <a:latin typeface="+mn-lt"/>
                  <a:ea typeface="+mn-ea"/>
                  <a:cs typeface="ING Me" pitchFamily="2" charset="0"/>
                </a:defRPr>
              </a:lvl4pPr>
              <a:lvl5pPr marL="720000" indent="-180000" algn="l" defTabSz="914400" rtl="0" eaLnBrk="1" latinLnBrk="0" hangingPunct="1">
                <a:lnSpc>
                  <a:spcPct val="90000"/>
                </a:lnSpc>
                <a:spcBef>
                  <a:spcPts val="0"/>
                </a:spcBef>
                <a:spcAft>
                  <a:spcPts val="300"/>
                </a:spcAft>
                <a:buClr>
                  <a:schemeClr val="accent3"/>
                </a:buClr>
                <a:buFontTx/>
                <a:buBlip>
                  <a:blip>
                    <a:extLst>
                      <a:ext uri="{96DAC541-7B7A-43D3-8B79-37D633B846F1}">
                        <asvg:svgBlip xmlns:asvg="http://schemas.microsoft.com/office/drawing/2016/SVG/main" r:embed="rId6"/>
                      </a:ext>
                    </a:extLst>
                  </a:blip>
                </a:buBlip>
                <a:defRPr sz="2000" kern="1200" baseline="0">
                  <a:solidFill>
                    <a:schemeClr val="tx1"/>
                  </a:solidFill>
                  <a:latin typeface="+mn-lt"/>
                  <a:ea typeface="+mn-ea"/>
                  <a:cs typeface="ING Me"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100">
                  <a:solidFill>
                    <a:schemeClr val="bg2">
                      <a:lumMod val="50000"/>
                    </a:schemeClr>
                  </a:solidFill>
                </a:rPr>
                <a:t>First level</a:t>
              </a:r>
            </a:p>
            <a:p>
              <a:pPr lvl="2"/>
              <a:r>
                <a:rPr lang="en-GB" sz="1100">
                  <a:solidFill>
                    <a:schemeClr val="bg2">
                      <a:lumMod val="50000"/>
                    </a:schemeClr>
                  </a:solidFill>
                </a:rPr>
                <a:t>Second level</a:t>
              </a:r>
            </a:p>
            <a:p>
              <a:pPr lvl="3"/>
              <a:r>
                <a:rPr lang="en-GB" sz="1100">
                  <a:solidFill>
                    <a:schemeClr val="bg2">
                      <a:lumMod val="50000"/>
                    </a:schemeClr>
                  </a:solidFill>
                </a:rPr>
                <a:t>Third level</a:t>
              </a:r>
            </a:p>
            <a:p>
              <a:pPr lvl="4"/>
              <a:r>
                <a:rPr lang="en-GB" sz="1100">
                  <a:solidFill>
                    <a:schemeClr val="bg2">
                      <a:lumMod val="50000"/>
                    </a:schemeClr>
                  </a:solidFill>
                </a:rPr>
                <a:t>Fourth level</a:t>
              </a:r>
            </a:p>
          </p:txBody>
        </p:sp>
      </p:grpSp>
    </p:spTree>
    <p:extLst>
      <p:ext uri="{BB962C8B-B14F-4D97-AF65-F5344CB8AC3E}">
        <p14:creationId xmlns:p14="http://schemas.microsoft.com/office/powerpoint/2010/main" val="1239770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slide_4_Identifier_Orange">
    <p:bg>
      <p:bgPr>
        <a:solidFill>
          <a:schemeClr val="accent1"/>
        </a:solidFill>
        <a:effectLst/>
      </p:bgPr>
    </p:bg>
    <p:spTree>
      <p:nvGrpSpPr>
        <p:cNvPr id="1" name=""/>
        <p:cNvGrpSpPr/>
        <p:nvPr/>
      </p:nvGrpSpPr>
      <p:grpSpPr>
        <a:xfrm>
          <a:off x="0" y="0"/>
          <a:ext cx="0" cy="0"/>
          <a:chOff x="0" y="0"/>
          <a:chExt cx="0" cy="0"/>
        </a:xfrm>
      </p:grpSpPr>
      <p:sp>
        <p:nvSpPr>
          <p:cNvPr id="24" name="Footer Placeholder 4">
            <a:extLst>
              <a:ext uri="{FF2B5EF4-FFF2-40B4-BE49-F238E27FC236}">
                <a16:creationId xmlns:a16="http://schemas.microsoft.com/office/drawing/2014/main" id="{731F0C64-6426-6B1D-39F4-DEE659318749}"/>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pic>
        <p:nvPicPr>
          <p:cNvPr id="13" name="Picture 12">
            <a:extLst>
              <a:ext uri="{FF2B5EF4-FFF2-40B4-BE49-F238E27FC236}">
                <a16:creationId xmlns:a16="http://schemas.microsoft.com/office/drawing/2014/main" id="{2C1869E5-C970-D2AF-DE33-2EA09E0B557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21" name="Title 1">
            <a:extLst>
              <a:ext uri="{FF2B5EF4-FFF2-40B4-BE49-F238E27FC236}">
                <a16:creationId xmlns:a16="http://schemas.microsoft.com/office/drawing/2014/main" id="{0D7CFDB8-C01C-B7A3-D2B5-D3AC6349C76D}"/>
              </a:ext>
            </a:extLst>
          </p:cNvPr>
          <p:cNvSpPr>
            <a:spLocks noGrp="1"/>
          </p:cNvSpPr>
          <p:nvPr>
            <p:ph type="ctrTitle" hasCustomPrompt="1"/>
          </p:nvPr>
        </p:nvSpPr>
        <p:spPr>
          <a:xfrm>
            <a:off x="300736" y="3729786"/>
            <a:ext cx="10837164" cy="923330"/>
          </a:xfrm>
          <a:prstGeom prst="rect">
            <a:avLst/>
          </a:prstGeom>
          <a:noFill/>
        </p:spPr>
        <p:txBody>
          <a:bodyPr wrap="square" rtlCol="0" anchor="t">
            <a:spAutoFit/>
          </a:bodyPr>
          <a:lstStyle>
            <a:lvl1pPr>
              <a:defRPr lang="en-US" sz="5400" b="0" dirty="0">
                <a:solidFill>
                  <a:schemeClr val="bg1"/>
                </a:solidFill>
                <a:ea typeface="+mn-ea"/>
                <a:cs typeface="+mn-cs"/>
              </a:defRPr>
            </a:lvl1pPr>
          </a:lstStyle>
          <a:p>
            <a:pPr marL="0" lvl="0" defTabSz="457200"/>
            <a:r>
              <a:rPr lang="en-GB"/>
              <a:t>Name your presentation</a:t>
            </a:r>
            <a:endParaRPr lang="en-US"/>
          </a:p>
        </p:txBody>
      </p:sp>
      <p:sp>
        <p:nvSpPr>
          <p:cNvPr id="22" name="Text Placeholder 10">
            <a:extLst>
              <a:ext uri="{FF2B5EF4-FFF2-40B4-BE49-F238E27FC236}">
                <a16:creationId xmlns:a16="http://schemas.microsoft.com/office/drawing/2014/main" id="{98B4A13B-E9B5-D06E-24C2-99AE3440C6BA}"/>
              </a:ext>
            </a:extLst>
          </p:cNvPr>
          <p:cNvSpPr>
            <a:spLocks noGrp="1"/>
          </p:cNvSpPr>
          <p:nvPr>
            <p:ph type="body" sz="quarter" idx="11" hasCustomPrompt="1"/>
          </p:nvPr>
        </p:nvSpPr>
        <p:spPr>
          <a:xfrm>
            <a:off x="979043" y="4516151"/>
            <a:ext cx="10158857" cy="923330"/>
          </a:xfrm>
          <a:noFill/>
        </p:spPr>
        <p:txBody>
          <a:bodyPr wrap="square" rtlCol="0" anchor="t">
            <a:spAutoFit/>
          </a:bodyPr>
          <a:lstStyle>
            <a:lvl1pPr marL="0" indent="0">
              <a:lnSpc>
                <a:spcPct val="100000"/>
              </a:lnSpc>
              <a:buNone/>
              <a:defRPr lang="en-GB" sz="5400" b="0" i="0" dirty="0" smtClean="0">
                <a:solidFill>
                  <a:schemeClr val="bg1"/>
                </a:solidFill>
                <a:latin typeface="ING display" panose="020B0803030508020203" pitchFamily="34" charset="77"/>
              </a:defRPr>
            </a:lvl1pPr>
          </a:lstStyle>
          <a:p>
            <a:pPr marL="0" lvl="0" defTabSz="457200"/>
            <a:r>
              <a:rPr lang="en-GB"/>
              <a:t>and a second line if you want</a:t>
            </a:r>
          </a:p>
        </p:txBody>
      </p:sp>
      <p:sp>
        <p:nvSpPr>
          <p:cNvPr id="6" name="Rectangle 5">
            <a:extLst>
              <a:ext uri="{FF2B5EF4-FFF2-40B4-BE49-F238E27FC236}">
                <a16:creationId xmlns:a16="http://schemas.microsoft.com/office/drawing/2014/main" id="{3F2A4502-10EB-B18E-E437-C75F2960718F}"/>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573D0641-5AD5-83F9-E01A-A30C23F34E8E}"/>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8" name="Rectangle 7">
            <a:extLst>
              <a:ext uri="{FF2B5EF4-FFF2-40B4-BE49-F238E27FC236}">
                <a16:creationId xmlns:a16="http://schemas.microsoft.com/office/drawing/2014/main" id="{3FABA5BC-29AC-8D2C-41C6-1796389903AD}"/>
              </a:ext>
            </a:extLst>
          </p:cNvPr>
          <p:cNvSpPr/>
          <p:nvPr userDrawn="1"/>
        </p:nvSpPr>
        <p:spPr>
          <a:xfrm>
            <a:off x="-5204806"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9" name="Rectangle 8">
            <a:extLst>
              <a:ext uri="{FF2B5EF4-FFF2-40B4-BE49-F238E27FC236}">
                <a16:creationId xmlns:a16="http://schemas.microsoft.com/office/drawing/2014/main" id="{62F414CB-18AC-4416-DF0F-777242D59233}"/>
              </a:ext>
            </a:extLst>
          </p:cNvPr>
          <p:cNvSpPr/>
          <p:nvPr userDrawn="1"/>
        </p:nvSpPr>
        <p:spPr>
          <a:xfrm>
            <a:off x="-4135434"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0" name="Picture Placeholder 9">
            <a:extLst>
              <a:ext uri="{FF2B5EF4-FFF2-40B4-BE49-F238E27FC236}">
                <a16:creationId xmlns:a16="http://schemas.microsoft.com/office/drawing/2014/main" id="{9D179EC4-B562-D977-6FF8-EF49CD71DC1B}"/>
              </a:ext>
            </a:extLst>
          </p:cNvPr>
          <p:cNvSpPr>
            <a:spLocks noGrp="1"/>
          </p:cNvSpPr>
          <p:nvPr>
            <p:ph type="pic" sz="quarter" idx="10"/>
          </p:nvPr>
        </p:nvSpPr>
        <p:spPr>
          <a:xfrm>
            <a:off x="-600" y="0"/>
            <a:ext cx="12193200" cy="3423095"/>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Date Placeholder 3">
            <a:extLst>
              <a:ext uri="{FF2B5EF4-FFF2-40B4-BE49-F238E27FC236}">
                <a16:creationId xmlns:a16="http://schemas.microsoft.com/office/drawing/2014/main" id="{3B2E0F8F-0B6B-C7D6-FF75-09BBC12D2905}"/>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Tree>
    <p:extLst>
      <p:ext uri="{BB962C8B-B14F-4D97-AF65-F5344CB8AC3E}">
        <p14:creationId xmlns:p14="http://schemas.microsoft.com/office/powerpoint/2010/main" val="103635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Index_2_Bullet">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EA780F60-DBAF-FC97-D615-6404FA28A27C}"/>
              </a:ext>
            </a:extLst>
          </p:cNvPr>
          <p:cNvSpPr>
            <a:spLocks noGrp="1"/>
          </p:cNvSpPr>
          <p:nvPr>
            <p:ph type="body" sz="quarter" idx="14" hasCustomPrompt="1"/>
          </p:nvPr>
        </p:nvSpPr>
        <p:spPr>
          <a:xfrm>
            <a:off x="956056" y="2294682"/>
            <a:ext cx="5139944" cy="4046093"/>
          </a:xfrm>
        </p:spPr>
        <p:txBody>
          <a:bodyPr>
            <a:noAutofit/>
          </a:bodyPr>
          <a:lstStyle>
            <a:lvl1pPr marL="342900" indent="-342900">
              <a:lnSpc>
                <a:spcPct val="100000"/>
              </a:lnSpc>
              <a:buFont typeface="Arial" panose="020B0604020202020204" pitchFamily="34" charset="0"/>
              <a:buChar char="•"/>
              <a:defRPr sz="1400"/>
            </a:lvl1pPr>
          </a:lstStyle>
          <a:p>
            <a:pPr lvl="0"/>
            <a:r>
              <a:rPr lang="en-GB"/>
              <a:t>Chapter titles goes here</a:t>
            </a:r>
            <a:endParaRPr lang="en-NL"/>
          </a:p>
        </p:txBody>
      </p:sp>
      <p:sp>
        <p:nvSpPr>
          <p:cNvPr id="2" name="Title Placeholder 1">
            <a:extLst>
              <a:ext uri="{FF2B5EF4-FFF2-40B4-BE49-F238E27FC236}">
                <a16:creationId xmlns:a16="http://schemas.microsoft.com/office/drawing/2014/main" id="{6C94088D-DFE6-B222-B059-E86B4E57043A}"/>
              </a:ext>
            </a:extLst>
          </p:cNvPr>
          <p:cNvSpPr>
            <a:spLocks noGrp="1"/>
          </p:cNvSpPr>
          <p:nvPr>
            <p:ph type="title" hasCustomPrompt="1"/>
          </p:nvPr>
        </p:nvSpPr>
        <p:spPr>
          <a:xfrm>
            <a:off x="300736" y="256064"/>
            <a:ext cx="6496304" cy="646331"/>
          </a:xfrm>
          <a:prstGeom prst="rect">
            <a:avLst/>
          </a:prstGeom>
        </p:spPr>
        <p:txBody>
          <a:bodyPr vert="horz" lIns="91440" tIns="45720" rIns="91440" bIns="45720" rtlCol="0" anchor="t" anchorCtr="0">
            <a:spAutoFit/>
          </a:bodyPr>
          <a:lstStyle>
            <a:lvl1pPr>
              <a:defRPr b="0"/>
            </a:lvl1pPr>
          </a:lstStyle>
          <a:p>
            <a:r>
              <a:rPr lang="en-GB"/>
              <a:t>Index or Agenda</a:t>
            </a:r>
            <a:endParaRPr lang="en-US"/>
          </a:p>
        </p:txBody>
      </p:sp>
      <p:sp>
        <p:nvSpPr>
          <p:cNvPr id="8" name="Text Placeholder 21">
            <a:extLst>
              <a:ext uri="{FF2B5EF4-FFF2-40B4-BE49-F238E27FC236}">
                <a16:creationId xmlns:a16="http://schemas.microsoft.com/office/drawing/2014/main" id="{A8E06133-D27B-8B21-9A56-8D4B2DE30B93}"/>
              </a:ext>
            </a:extLst>
          </p:cNvPr>
          <p:cNvSpPr>
            <a:spLocks noGrp="1"/>
          </p:cNvSpPr>
          <p:nvPr>
            <p:ph type="body" sz="quarter" idx="11" hasCustomPrompt="1"/>
          </p:nvPr>
        </p:nvSpPr>
        <p:spPr>
          <a:xfrm>
            <a:off x="956056" y="1700979"/>
            <a:ext cx="5167898" cy="386901"/>
          </a:xfrm>
        </p:spPr>
        <p:txBody>
          <a:bodyPr anchor="b" anchorCtr="0">
            <a:noAutofit/>
          </a:bodyPr>
          <a:lstStyle>
            <a:lvl1pPr marL="0" indent="0">
              <a:buFont typeface="Arial" panose="020B0604020202020204" pitchFamily="34" charset="0"/>
              <a:buNone/>
              <a:defRPr sz="2000" b="1" i="0">
                <a:solidFill>
                  <a:schemeClr val="tx1"/>
                </a:solidFill>
                <a:latin typeface="ING Me" panose="02000506040000020004" pitchFamily="2" charset="0"/>
                <a:cs typeface="ING Me" panose="02000506040000020004" pitchFamily="2" charset="0"/>
              </a:defRPr>
            </a:lvl1pPr>
          </a:lstStyle>
          <a:p>
            <a:pPr lvl="0"/>
            <a:r>
              <a:rPr lang="en-GB"/>
              <a:t>One headline</a:t>
            </a:r>
            <a:endParaRPr lang="en-NL"/>
          </a:p>
        </p:txBody>
      </p:sp>
      <p:sp>
        <p:nvSpPr>
          <p:cNvPr id="3" name="Rectangle 2">
            <a:extLst>
              <a:ext uri="{FF2B5EF4-FFF2-40B4-BE49-F238E27FC236}">
                <a16:creationId xmlns:a16="http://schemas.microsoft.com/office/drawing/2014/main" id="{512549DD-87EE-CD1D-BAE3-5602F26E44CA}"/>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D2608D4C-0627-C371-10F0-3EFA3A210F14}"/>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5" name="Picture Placeholder 6">
            <a:extLst>
              <a:ext uri="{FF2B5EF4-FFF2-40B4-BE49-F238E27FC236}">
                <a16:creationId xmlns:a16="http://schemas.microsoft.com/office/drawing/2014/main" id="{74674ED3-06B3-7887-FEC8-B264530D948A}"/>
              </a:ext>
            </a:extLst>
          </p:cNvPr>
          <p:cNvSpPr>
            <a:spLocks noGrp="1"/>
          </p:cNvSpPr>
          <p:nvPr>
            <p:ph type="pic" sz="quarter" idx="10"/>
          </p:nvPr>
        </p:nvSpPr>
        <p:spPr>
          <a:xfrm>
            <a:off x="8152677"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Tree>
    <p:extLst>
      <p:ext uri="{BB962C8B-B14F-4D97-AF65-F5344CB8AC3E}">
        <p14:creationId xmlns:p14="http://schemas.microsoft.com/office/powerpoint/2010/main" val="3966222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Story_4_Mixed">
    <p:bg>
      <p:bgPr>
        <a:solidFill>
          <a:schemeClr val="accent1"/>
        </a:solidFill>
        <a:effectLst/>
      </p:bgPr>
    </p:bg>
    <p:spTree>
      <p:nvGrpSpPr>
        <p:cNvPr id="1" name=""/>
        <p:cNvGrpSpPr/>
        <p:nvPr/>
      </p:nvGrpSpPr>
      <p:grpSpPr>
        <a:xfrm>
          <a:off x="0" y="0"/>
          <a:ext cx="0" cy="0"/>
          <a:chOff x="0" y="0"/>
          <a:chExt cx="0" cy="0"/>
        </a:xfrm>
      </p:grpSpPr>
      <p:sp>
        <p:nvSpPr>
          <p:cNvPr id="12" name="Text Placeholder 16">
            <a:extLst>
              <a:ext uri="{FF2B5EF4-FFF2-40B4-BE49-F238E27FC236}">
                <a16:creationId xmlns:a16="http://schemas.microsoft.com/office/drawing/2014/main" id="{0A47EDF2-49FE-E4BE-4A90-E633CA0E9A75}"/>
              </a:ext>
            </a:extLst>
          </p:cNvPr>
          <p:cNvSpPr>
            <a:spLocks noGrp="1" noRot="1" noMove="1" noResize="1" noEditPoints="1" noAdjustHandles="1" noChangeArrowheads="1" noChangeShapeType="1"/>
          </p:cNvSpPr>
          <p:nvPr>
            <p:ph type="body" sz="quarter" idx="19" hasCustomPrompt="1"/>
          </p:nvPr>
        </p:nvSpPr>
        <p:spPr>
          <a:xfrm>
            <a:off x="-6000" y="3434990"/>
            <a:ext cx="4068399" cy="3438000"/>
          </a:xfrm>
          <a:solidFill>
            <a:schemeClr val="accent5"/>
          </a:solidFill>
        </p:spPr>
        <p:txBody>
          <a:bodyPr lIns="360000" tIns="251999" rIns="360000" bIns="360000" anchor="t" anchorCtr="0">
            <a:noAutofit/>
          </a:bodyPr>
          <a:lstStyle>
            <a:lvl1pPr marL="0" indent="0">
              <a:lnSpc>
                <a:spcPct val="100000"/>
              </a:lnSpc>
              <a:buFont typeface="Arial" panose="020B0604020202020204" pitchFamily="34" charset="0"/>
              <a:buNone/>
              <a:defRPr sz="3200" b="0" i="0">
                <a:solidFill>
                  <a:schemeClr val="tx1"/>
                </a:solidFill>
                <a:latin typeface="ING display" panose="020B08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6" name="Text Placeholder 16">
            <a:extLst>
              <a:ext uri="{FF2B5EF4-FFF2-40B4-BE49-F238E27FC236}">
                <a16:creationId xmlns:a16="http://schemas.microsoft.com/office/drawing/2014/main" id="{1CB40A4F-94D5-FDAE-7D86-A9BE51BF59A7}"/>
              </a:ext>
            </a:extLst>
          </p:cNvPr>
          <p:cNvSpPr>
            <a:spLocks noGrp="1" noRot="1" noMove="1" noResize="1" noEditPoints="1" noAdjustHandles="1" noChangeArrowheads="1" noChangeShapeType="1"/>
          </p:cNvSpPr>
          <p:nvPr>
            <p:ph type="body" sz="quarter" idx="23" hasCustomPrompt="1"/>
          </p:nvPr>
        </p:nvSpPr>
        <p:spPr>
          <a:xfrm>
            <a:off x="8129601" y="3434990"/>
            <a:ext cx="4068399" cy="3438000"/>
          </a:xfrm>
          <a:solidFill>
            <a:schemeClr val="accent6"/>
          </a:solidFill>
        </p:spPr>
        <p:txBody>
          <a:bodyPr lIns="360000" tIns="251999" rIns="360000" bIns="360000" anchor="t" anchorCtr="0">
            <a:noAutofit/>
          </a:bodyPr>
          <a:lstStyle>
            <a:lvl1pPr marL="0" indent="0">
              <a:lnSpc>
                <a:spcPct val="100000"/>
              </a:lnSpc>
              <a:buFont typeface="Arial" panose="020B0604020202020204" pitchFamily="34" charset="0"/>
              <a:buNone/>
              <a:defRPr sz="3200" b="0" i="0">
                <a:solidFill>
                  <a:schemeClr val="bg1"/>
                </a:solidFill>
                <a:latin typeface="ING display" panose="020B08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4" name="Text Placeholder 16">
            <a:extLst>
              <a:ext uri="{FF2B5EF4-FFF2-40B4-BE49-F238E27FC236}">
                <a16:creationId xmlns:a16="http://schemas.microsoft.com/office/drawing/2014/main" id="{8DBE487F-B90D-85D2-B2F2-4A052AAFEFC8}"/>
              </a:ext>
            </a:extLst>
          </p:cNvPr>
          <p:cNvSpPr>
            <a:spLocks noGrp="1" noRot="1" noMove="1" noResize="1" noEditPoints="1" noAdjustHandles="1" noChangeArrowheads="1" noChangeShapeType="1"/>
          </p:cNvSpPr>
          <p:nvPr>
            <p:ph type="body" sz="quarter" idx="21" hasCustomPrompt="1"/>
          </p:nvPr>
        </p:nvSpPr>
        <p:spPr>
          <a:xfrm>
            <a:off x="4061801" y="3434990"/>
            <a:ext cx="4068399" cy="3438000"/>
          </a:xfrm>
          <a:solidFill>
            <a:schemeClr val="accent3"/>
          </a:solidFill>
        </p:spPr>
        <p:txBody>
          <a:bodyPr lIns="360000" tIns="251999" rIns="360000" bIns="360000" anchor="t" anchorCtr="0">
            <a:noAutofit/>
          </a:bodyPr>
          <a:lstStyle>
            <a:lvl1pPr marL="0" indent="0">
              <a:lnSpc>
                <a:spcPct val="100000"/>
              </a:lnSpc>
              <a:buFont typeface="Arial" panose="020B0604020202020204" pitchFamily="34" charset="0"/>
              <a:buNone/>
              <a:defRPr sz="3200" b="0" i="0">
                <a:solidFill>
                  <a:schemeClr val="bg1"/>
                </a:solidFill>
                <a:latin typeface="ING display" panose="020B08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8" name="Text Placeholder 16">
            <a:extLst>
              <a:ext uri="{FF2B5EF4-FFF2-40B4-BE49-F238E27FC236}">
                <a16:creationId xmlns:a16="http://schemas.microsoft.com/office/drawing/2014/main" id="{FE9401FD-CC63-0A70-9191-E083BA72770F}"/>
              </a:ext>
            </a:extLst>
          </p:cNvPr>
          <p:cNvSpPr>
            <a:spLocks noGrp="1" noRot="1" noMove="1" noResize="1" noEditPoints="1" noAdjustHandles="1" noChangeArrowheads="1" noChangeShapeType="1"/>
          </p:cNvSpPr>
          <p:nvPr userDrawn="1">
            <p:ph type="body" sz="quarter" idx="15" hasCustomPrompt="1"/>
          </p:nvPr>
        </p:nvSpPr>
        <p:spPr>
          <a:xfrm>
            <a:off x="4065401" y="0"/>
            <a:ext cx="4065999" cy="3438000"/>
          </a:xfrm>
          <a:solidFill>
            <a:srgbClr val="89D6FD"/>
          </a:solidFill>
        </p:spPr>
        <p:txBody>
          <a:bodyPr lIns="360000" tIns="251999" rIns="360000" bIns="360000" anchor="t" anchorCtr="0">
            <a:noAutofit/>
          </a:bodyPr>
          <a:lstStyle>
            <a:lvl1pPr marL="0" indent="0">
              <a:lnSpc>
                <a:spcPct val="100000"/>
              </a:lnSpc>
              <a:buNone/>
              <a:defRPr sz="3200" b="0" i="0">
                <a:solidFill>
                  <a:schemeClr val="tx1"/>
                </a:solidFill>
                <a:latin typeface="ING display" panose="020B08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0" name="Text Placeholder 16">
            <a:extLst>
              <a:ext uri="{FF2B5EF4-FFF2-40B4-BE49-F238E27FC236}">
                <a16:creationId xmlns:a16="http://schemas.microsoft.com/office/drawing/2014/main" id="{B02955D5-8DC4-D7F6-02F8-998D0353AEA0}"/>
              </a:ext>
            </a:extLst>
          </p:cNvPr>
          <p:cNvSpPr>
            <a:spLocks noGrp="1" noRot="1" noMove="1" noResize="1" noEditPoints="1" noAdjustHandles="1" noChangeArrowheads="1" noChangeShapeType="1"/>
          </p:cNvSpPr>
          <p:nvPr userDrawn="1">
            <p:ph type="body" sz="quarter" idx="17" hasCustomPrompt="1"/>
          </p:nvPr>
        </p:nvSpPr>
        <p:spPr>
          <a:xfrm>
            <a:off x="8130801" y="0"/>
            <a:ext cx="4065999" cy="3438000"/>
          </a:xfrm>
          <a:solidFill>
            <a:schemeClr val="accent1"/>
          </a:solidFill>
        </p:spPr>
        <p:txBody>
          <a:bodyPr lIns="360000" tIns="251999" rIns="360000" bIns="360000" anchor="t" anchorCtr="0">
            <a:noAutofit/>
          </a:bodyPr>
          <a:lstStyle>
            <a:lvl1pPr marL="0" indent="0">
              <a:lnSpc>
                <a:spcPct val="100000"/>
              </a:lnSpc>
              <a:buNone/>
              <a:defRPr sz="3200" b="0" i="0">
                <a:solidFill>
                  <a:schemeClr val="bg1"/>
                </a:solidFill>
                <a:latin typeface="ING display" panose="020B08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 name="Text Placeholder 16">
            <a:extLst>
              <a:ext uri="{FF2B5EF4-FFF2-40B4-BE49-F238E27FC236}">
                <a16:creationId xmlns:a16="http://schemas.microsoft.com/office/drawing/2014/main" id="{136FED91-06F3-7636-3A1A-3F0A275E22C7}"/>
              </a:ext>
            </a:extLst>
          </p:cNvPr>
          <p:cNvSpPr>
            <a:spLocks noGrp="1" noRot="1" noMove="1" noResize="1" noEditPoints="1" noAdjustHandles="1" noChangeArrowheads="1" noChangeShapeType="1"/>
          </p:cNvSpPr>
          <p:nvPr userDrawn="1">
            <p:ph type="body" sz="quarter" idx="13" hasCustomPrompt="1"/>
          </p:nvPr>
        </p:nvSpPr>
        <p:spPr>
          <a:xfrm>
            <a:off x="0" y="0"/>
            <a:ext cx="4065999" cy="3438000"/>
          </a:xfrm>
          <a:solidFill>
            <a:schemeClr val="accent2"/>
          </a:solidFill>
        </p:spPr>
        <p:txBody>
          <a:bodyPr lIns="360000" tIns="251999" rIns="360000" bIns="360000" anchor="t" anchorCtr="0">
            <a:noAutofit/>
          </a:bodyPr>
          <a:lstStyle>
            <a:lvl1pPr marL="0" indent="0">
              <a:lnSpc>
                <a:spcPct val="100000"/>
              </a:lnSpc>
              <a:buNone/>
              <a:defRPr sz="3200" b="0" i="0">
                <a:solidFill>
                  <a:schemeClr val="bg1"/>
                </a:solidFill>
                <a:latin typeface="ING display" panose="020B08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5" name="Text Placeholder 16">
            <a:extLst>
              <a:ext uri="{FF2B5EF4-FFF2-40B4-BE49-F238E27FC236}">
                <a16:creationId xmlns:a16="http://schemas.microsoft.com/office/drawing/2014/main" id="{4237589B-DD01-A40D-9C37-78DB7A75755E}"/>
              </a:ext>
            </a:extLst>
          </p:cNvPr>
          <p:cNvSpPr>
            <a:spLocks noGrp="1"/>
          </p:cNvSpPr>
          <p:nvPr userDrawn="1">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1" name="Text Placeholder 16">
            <a:extLst>
              <a:ext uri="{FF2B5EF4-FFF2-40B4-BE49-F238E27FC236}">
                <a16:creationId xmlns:a16="http://schemas.microsoft.com/office/drawing/2014/main" id="{C93E5847-2CA4-3CBD-3453-F89204655698}"/>
              </a:ext>
            </a:extLst>
          </p:cNvPr>
          <p:cNvSpPr>
            <a:spLocks noGrp="1"/>
          </p:cNvSpPr>
          <p:nvPr userDrawn="1">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9" name="Text Placeholder 16">
            <a:extLst>
              <a:ext uri="{FF2B5EF4-FFF2-40B4-BE49-F238E27FC236}">
                <a16:creationId xmlns:a16="http://schemas.microsoft.com/office/drawing/2014/main" id="{EC21CA4E-FC63-2FA9-4248-5ED07BBD9DA1}"/>
              </a:ext>
            </a:extLst>
          </p:cNvPr>
          <p:cNvSpPr>
            <a:spLocks noGrp="1"/>
          </p:cNvSpPr>
          <p:nvPr userDrawn="1">
            <p:ph type="body" sz="quarter" idx="16"/>
          </p:nvPr>
        </p:nvSpPr>
        <p:spPr>
          <a:xfrm>
            <a:off x="84487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userDrawn="1">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3" name="Text Placeholder 16">
            <a:extLst>
              <a:ext uri="{FF2B5EF4-FFF2-40B4-BE49-F238E27FC236}">
                <a16:creationId xmlns:a16="http://schemas.microsoft.com/office/drawing/2014/main" id="{9242A159-BA4A-B2CE-6DD9-DF5029CDAFA3}"/>
              </a:ext>
            </a:extLst>
          </p:cNvPr>
          <p:cNvSpPr>
            <a:spLocks noGrp="1"/>
          </p:cNvSpPr>
          <p:nvPr userDrawn="1">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5" name="Text Placeholder 16">
            <a:extLst>
              <a:ext uri="{FF2B5EF4-FFF2-40B4-BE49-F238E27FC236}">
                <a16:creationId xmlns:a16="http://schemas.microsoft.com/office/drawing/2014/main" id="{A2AA0D06-3BAC-8E62-9183-40F7D2A9A040}"/>
              </a:ext>
            </a:extLst>
          </p:cNvPr>
          <p:cNvSpPr>
            <a:spLocks noGrp="1"/>
          </p:cNvSpPr>
          <p:nvPr userDrawn="1">
            <p:ph type="body" sz="quarter" idx="22"/>
          </p:nvPr>
        </p:nvSpPr>
        <p:spPr>
          <a:xfrm>
            <a:off x="844875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A3E4F749-B2A6-7BE9-0325-74AB22F701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4" name="Rectangle 3">
            <a:extLst>
              <a:ext uri="{FF2B5EF4-FFF2-40B4-BE49-F238E27FC236}">
                <a16:creationId xmlns:a16="http://schemas.microsoft.com/office/drawing/2014/main" id="{F874E279-CC3C-78E2-3ABC-C67F9CD40ED5}"/>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grpSp>
        <p:nvGrpSpPr>
          <p:cNvPr id="6" name="Group 5">
            <a:extLst>
              <a:ext uri="{FF2B5EF4-FFF2-40B4-BE49-F238E27FC236}">
                <a16:creationId xmlns:a16="http://schemas.microsoft.com/office/drawing/2014/main" id="{7FA36BC0-720C-5D80-05EF-83D46AD45953}"/>
              </a:ext>
            </a:extLst>
          </p:cNvPr>
          <p:cNvGrpSpPr/>
          <p:nvPr userDrawn="1"/>
        </p:nvGrpSpPr>
        <p:grpSpPr>
          <a:xfrm>
            <a:off x="-2579659" y="3714818"/>
            <a:ext cx="2144619" cy="2625866"/>
            <a:chOff x="-2608729" y="1272988"/>
            <a:chExt cx="2064454" cy="3585883"/>
          </a:xfrm>
        </p:grpSpPr>
        <p:sp>
          <p:nvSpPr>
            <p:cNvPr id="24" name="Rectangle 23">
              <a:extLst>
                <a:ext uri="{FF2B5EF4-FFF2-40B4-BE49-F238E27FC236}">
                  <a16:creationId xmlns:a16="http://schemas.microsoft.com/office/drawing/2014/main" id="{3A8E0169-E950-6318-4710-ED88E40C94BA}"/>
                </a:ext>
              </a:extLst>
            </p:cNvPr>
            <p:cNvSpPr/>
            <p:nvPr userDrawn="1"/>
          </p:nvSpPr>
          <p:spPr>
            <a:xfrm>
              <a:off x="-2608729" y="1272988"/>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5" name="Rectangle 24">
              <a:extLst>
                <a:ext uri="{FF2B5EF4-FFF2-40B4-BE49-F238E27FC236}">
                  <a16:creationId xmlns:a16="http://schemas.microsoft.com/office/drawing/2014/main" id="{42D10AF1-5494-4BB8-519E-8EF6A665854F}"/>
                </a:ext>
              </a:extLst>
            </p:cNvPr>
            <p:cNvSpPr/>
            <p:nvPr userDrawn="1"/>
          </p:nvSpPr>
          <p:spPr>
            <a:xfrm>
              <a:off x="-1539357" y="12729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6" name="Rectangle 25">
              <a:extLst>
                <a:ext uri="{FF2B5EF4-FFF2-40B4-BE49-F238E27FC236}">
                  <a16:creationId xmlns:a16="http://schemas.microsoft.com/office/drawing/2014/main" id="{D2238242-AF76-17CF-3BB6-1BBD6548EFC8}"/>
                </a:ext>
              </a:extLst>
            </p:cNvPr>
            <p:cNvSpPr/>
            <p:nvPr userDrawn="1"/>
          </p:nvSpPr>
          <p:spPr>
            <a:xfrm>
              <a:off x="-2608729" y="21873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7" name="Rectangle 26">
              <a:extLst>
                <a:ext uri="{FF2B5EF4-FFF2-40B4-BE49-F238E27FC236}">
                  <a16:creationId xmlns:a16="http://schemas.microsoft.com/office/drawing/2014/main" id="{6010442F-9A3E-A276-F5A9-9771C4FD2D8E}"/>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8" name="Rectangle 27">
              <a:extLst>
                <a:ext uri="{FF2B5EF4-FFF2-40B4-BE49-F238E27FC236}">
                  <a16:creationId xmlns:a16="http://schemas.microsoft.com/office/drawing/2014/main" id="{20EF7EF8-DC8F-C3DD-D979-074AB154E341}"/>
                </a:ext>
              </a:extLst>
            </p:cNvPr>
            <p:cNvSpPr/>
            <p:nvPr userDrawn="1"/>
          </p:nvSpPr>
          <p:spPr>
            <a:xfrm>
              <a:off x="-2608729" y="3101788"/>
              <a:ext cx="995082" cy="842683"/>
            </a:xfrm>
            <a:prstGeom prst="rect">
              <a:avLst/>
            </a:prstGeom>
            <a:solidFill>
              <a:srgbClr val="89D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9" name="Rectangle 28">
              <a:extLst>
                <a:ext uri="{FF2B5EF4-FFF2-40B4-BE49-F238E27FC236}">
                  <a16:creationId xmlns:a16="http://schemas.microsoft.com/office/drawing/2014/main" id="{EC89651F-7F5B-EA61-0DE1-297D867C8E2A}"/>
                </a:ext>
              </a:extLst>
            </p:cNvPr>
            <p:cNvSpPr/>
            <p:nvPr userDrawn="1"/>
          </p:nvSpPr>
          <p:spPr>
            <a:xfrm>
              <a:off x="-1539357"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30" name="Rectangle 29">
              <a:extLst>
                <a:ext uri="{FF2B5EF4-FFF2-40B4-BE49-F238E27FC236}">
                  <a16:creationId xmlns:a16="http://schemas.microsoft.com/office/drawing/2014/main" id="{55D310B0-DA37-1B3B-579E-21F41D55DA6B}"/>
                </a:ext>
              </a:extLst>
            </p:cNvPr>
            <p:cNvSpPr/>
            <p:nvPr userDrawn="1"/>
          </p:nvSpPr>
          <p:spPr>
            <a:xfrm>
              <a:off x="-2608729" y="40161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31" name="Rectangle 30">
              <a:extLst>
                <a:ext uri="{FF2B5EF4-FFF2-40B4-BE49-F238E27FC236}">
                  <a16:creationId xmlns:a16="http://schemas.microsoft.com/office/drawing/2014/main" id="{A00FC53F-0778-CAAB-4810-41C3FA165CC3}"/>
                </a:ext>
              </a:extLst>
            </p:cNvPr>
            <p:cNvSpPr/>
            <p:nvPr userDrawn="1"/>
          </p:nvSpPr>
          <p:spPr>
            <a:xfrm>
              <a:off x="-1542021" y="40161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accent1"/>
                  </a:solidFill>
                  <a:latin typeface="ING Me" panose="02000506040000020004" pitchFamily="2" charset="0"/>
                </a:rPr>
                <a:t>Text</a:t>
              </a:r>
            </a:p>
          </p:txBody>
        </p:sp>
      </p:grpSp>
    </p:spTree>
    <p:extLst>
      <p:ext uri="{BB962C8B-B14F-4D97-AF65-F5344CB8AC3E}">
        <p14:creationId xmlns:p14="http://schemas.microsoft.com/office/powerpoint/2010/main" val="3717721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Index_2_Numbered">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EA780F60-DBAF-FC97-D615-6404FA28A27C}"/>
              </a:ext>
            </a:extLst>
          </p:cNvPr>
          <p:cNvSpPr>
            <a:spLocks noGrp="1"/>
          </p:cNvSpPr>
          <p:nvPr>
            <p:ph type="body" sz="quarter" idx="14" hasCustomPrompt="1"/>
          </p:nvPr>
        </p:nvSpPr>
        <p:spPr>
          <a:xfrm>
            <a:off x="956056" y="2294682"/>
            <a:ext cx="5139944" cy="4046093"/>
          </a:xfrm>
        </p:spPr>
        <p:txBody>
          <a:bodyPr>
            <a:noAutofit/>
          </a:bodyPr>
          <a:lstStyle>
            <a:lvl1pPr marL="342900" indent="-342900">
              <a:lnSpc>
                <a:spcPct val="100000"/>
              </a:lnSpc>
              <a:buFont typeface="+mj-lt"/>
              <a:buAutoNum type="arabicPeriod"/>
              <a:defRPr sz="1400"/>
            </a:lvl1pPr>
          </a:lstStyle>
          <a:p>
            <a:pPr lvl="0"/>
            <a:r>
              <a:rPr lang="en-GB"/>
              <a:t>Chapter titles goes here</a:t>
            </a:r>
            <a:endParaRPr lang="en-NL"/>
          </a:p>
        </p:txBody>
      </p:sp>
      <p:sp>
        <p:nvSpPr>
          <p:cNvPr id="2" name="Title Placeholder 1">
            <a:extLst>
              <a:ext uri="{FF2B5EF4-FFF2-40B4-BE49-F238E27FC236}">
                <a16:creationId xmlns:a16="http://schemas.microsoft.com/office/drawing/2014/main" id="{6C94088D-DFE6-B222-B059-E86B4E57043A}"/>
              </a:ext>
            </a:extLst>
          </p:cNvPr>
          <p:cNvSpPr>
            <a:spLocks noGrp="1"/>
          </p:cNvSpPr>
          <p:nvPr>
            <p:ph type="title" hasCustomPrompt="1"/>
          </p:nvPr>
        </p:nvSpPr>
        <p:spPr>
          <a:xfrm>
            <a:off x="300736" y="256064"/>
            <a:ext cx="6496304" cy="646331"/>
          </a:xfrm>
          <a:prstGeom prst="rect">
            <a:avLst/>
          </a:prstGeom>
        </p:spPr>
        <p:txBody>
          <a:bodyPr vert="horz" lIns="91440" tIns="45720" rIns="91440" bIns="45720" rtlCol="0" anchor="t" anchorCtr="0">
            <a:spAutoFit/>
          </a:bodyPr>
          <a:lstStyle>
            <a:lvl1pPr>
              <a:defRPr b="0"/>
            </a:lvl1pPr>
          </a:lstStyle>
          <a:p>
            <a:r>
              <a:rPr lang="en-GB"/>
              <a:t>Index or Agenda</a:t>
            </a:r>
            <a:endParaRPr lang="en-US"/>
          </a:p>
        </p:txBody>
      </p:sp>
      <p:sp>
        <p:nvSpPr>
          <p:cNvPr id="6" name="Text Placeholder 21">
            <a:extLst>
              <a:ext uri="{FF2B5EF4-FFF2-40B4-BE49-F238E27FC236}">
                <a16:creationId xmlns:a16="http://schemas.microsoft.com/office/drawing/2014/main" id="{C04DBF7A-F752-9007-F136-82AF6B22E198}"/>
              </a:ext>
            </a:extLst>
          </p:cNvPr>
          <p:cNvSpPr>
            <a:spLocks noGrp="1"/>
          </p:cNvSpPr>
          <p:nvPr>
            <p:ph type="body" sz="quarter" idx="11" hasCustomPrompt="1"/>
          </p:nvPr>
        </p:nvSpPr>
        <p:spPr>
          <a:xfrm>
            <a:off x="956056" y="1700979"/>
            <a:ext cx="5167898" cy="386901"/>
          </a:xfrm>
        </p:spPr>
        <p:txBody>
          <a:bodyPr anchor="b" anchorCtr="0">
            <a:noAutofit/>
          </a:bodyPr>
          <a:lstStyle>
            <a:lvl1pPr marL="0" indent="0">
              <a:buFont typeface="Arial" panose="020B0604020202020204" pitchFamily="34" charset="0"/>
              <a:buNone/>
              <a:defRPr sz="2000" b="1" i="0">
                <a:solidFill>
                  <a:schemeClr val="tx1"/>
                </a:solidFill>
                <a:latin typeface="ING Me" panose="02000506040000020004" pitchFamily="2" charset="0"/>
                <a:cs typeface="ING Me" panose="02000506040000020004" pitchFamily="2" charset="0"/>
              </a:defRPr>
            </a:lvl1pPr>
          </a:lstStyle>
          <a:p>
            <a:pPr lvl="0"/>
            <a:r>
              <a:rPr lang="en-GB"/>
              <a:t>One headline</a:t>
            </a:r>
            <a:endParaRPr lang="en-NL"/>
          </a:p>
        </p:txBody>
      </p:sp>
      <p:sp>
        <p:nvSpPr>
          <p:cNvPr id="5" name="Rectangle 4">
            <a:extLst>
              <a:ext uri="{FF2B5EF4-FFF2-40B4-BE49-F238E27FC236}">
                <a16:creationId xmlns:a16="http://schemas.microsoft.com/office/drawing/2014/main" id="{04034001-09C0-B286-2AFD-015B6E1086C7}"/>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Rectangle 8">
            <a:extLst>
              <a:ext uri="{FF2B5EF4-FFF2-40B4-BE49-F238E27FC236}">
                <a16:creationId xmlns:a16="http://schemas.microsoft.com/office/drawing/2014/main" id="{3206E8D0-AEA3-FC5A-C858-3A68AA935F12}"/>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Picture Placeholder 6">
            <a:extLst>
              <a:ext uri="{FF2B5EF4-FFF2-40B4-BE49-F238E27FC236}">
                <a16:creationId xmlns:a16="http://schemas.microsoft.com/office/drawing/2014/main" id="{AD1FBCEC-3DAC-6852-E446-F6474EC321AF}"/>
              </a:ext>
            </a:extLst>
          </p:cNvPr>
          <p:cNvSpPr>
            <a:spLocks noGrp="1"/>
          </p:cNvSpPr>
          <p:nvPr>
            <p:ph type="pic" sz="quarter" idx="10"/>
          </p:nvPr>
        </p:nvSpPr>
        <p:spPr>
          <a:xfrm>
            <a:off x="8152677"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Tree>
    <p:extLst>
      <p:ext uri="{BB962C8B-B14F-4D97-AF65-F5344CB8AC3E}">
        <p14:creationId xmlns:p14="http://schemas.microsoft.com/office/powerpoint/2010/main" val="686905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Copy_6_Orange">
    <p:bg>
      <p:bgPr>
        <a:solidFill>
          <a:schemeClr val="bg1"/>
        </a:solidFill>
        <a:effectLst/>
      </p:bgPr>
    </p:bg>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p:nvPr>
        </p:nvSpPr>
        <p:spPr>
          <a:xfrm>
            <a:off x="0" y="0"/>
            <a:ext cx="6095999" cy="6858000"/>
          </a:xfrm>
          <a:solidFill>
            <a:schemeClr val="accent2"/>
          </a:solidFill>
        </p:spPr>
        <p:txBody>
          <a:bodyPr lIns="360000" tIns="251999" rIns="360000" bIns="360000" anchor="t" anchorCtr="0">
            <a:noAutofit/>
          </a:bodyPr>
          <a:lstStyle>
            <a:lvl1pPr marL="0" indent="0">
              <a:lnSpc>
                <a:spcPct val="100000"/>
              </a:lnSpc>
              <a:buNone/>
              <a:defRPr sz="3600" b="0" i="0">
                <a:solidFill>
                  <a:schemeClr val="bg1"/>
                </a:solidFill>
                <a:latin typeface="ING display" panose="020B08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5A3099C6-581D-87EA-8D40-5E77DB091071}"/>
              </a:ext>
            </a:extLst>
          </p:cNvPr>
          <p:cNvSpPr>
            <a:spLocks noGrp="1"/>
          </p:cNvSpPr>
          <p:nvPr>
            <p:ph idx="14"/>
          </p:nvPr>
        </p:nvSpPr>
        <p:spPr>
          <a:xfrm>
            <a:off x="6633274" y="635431"/>
            <a:ext cx="5067945" cy="5643132"/>
          </a:xfrm>
          <a:prstGeom prst="rect">
            <a:avLst/>
          </a:prstGeom>
        </p:spPr>
        <p:txBody>
          <a:bodyPr>
            <a:noAutofit/>
          </a:bodyPr>
          <a:lstStyle>
            <a:lvl1pPr marL="0" indent="0">
              <a:lnSpc>
                <a:spcPct val="150000"/>
              </a:lnSpc>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Master text styles</a:t>
            </a:r>
          </a:p>
        </p:txBody>
      </p:sp>
      <p:sp>
        <p:nvSpPr>
          <p:cNvPr id="2" name="Rectangle 1">
            <a:extLst>
              <a:ext uri="{FF2B5EF4-FFF2-40B4-BE49-F238E27FC236}">
                <a16:creationId xmlns:a16="http://schemas.microsoft.com/office/drawing/2014/main" id="{FB085F38-34C0-8BA8-C8A7-83E7FE14F32F}"/>
              </a:ext>
            </a:extLst>
          </p:cNvPr>
          <p:cNvSpPr>
            <a:spLocks noChangeArrowheads="1"/>
          </p:cNvSpPr>
          <p:nvPr userDrawn="1"/>
        </p:nvSpPr>
        <p:spPr bwMode="gray">
          <a:xfrm>
            <a:off x="-5464495"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4" name="Rectangle 3">
            <a:extLst>
              <a:ext uri="{FF2B5EF4-FFF2-40B4-BE49-F238E27FC236}">
                <a16:creationId xmlns:a16="http://schemas.microsoft.com/office/drawing/2014/main" id="{1F772C56-B06F-0D86-59CB-0A08B0AD04C3}"/>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grpSp>
        <p:nvGrpSpPr>
          <p:cNvPr id="5" name="Group 4">
            <a:extLst>
              <a:ext uri="{FF2B5EF4-FFF2-40B4-BE49-F238E27FC236}">
                <a16:creationId xmlns:a16="http://schemas.microsoft.com/office/drawing/2014/main" id="{7D6BBE3F-5E0E-C748-3797-182A3C9A112B}"/>
              </a:ext>
            </a:extLst>
          </p:cNvPr>
          <p:cNvGrpSpPr/>
          <p:nvPr userDrawn="1"/>
        </p:nvGrpSpPr>
        <p:grpSpPr>
          <a:xfrm>
            <a:off x="-2579659" y="3714818"/>
            <a:ext cx="2144619" cy="2625866"/>
            <a:chOff x="-2608729" y="1272988"/>
            <a:chExt cx="2064454" cy="3585883"/>
          </a:xfrm>
        </p:grpSpPr>
        <p:sp>
          <p:nvSpPr>
            <p:cNvPr id="6" name="Rectangle 5">
              <a:extLst>
                <a:ext uri="{FF2B5EF4-FFF2-40B4-BE49-F238E27FC236}">
                  <a16:creationId xmlns:a16="http://schemas.microsoft.com/office/drawing/2014/main" id="{13F8BF71-7C1C-618C-54ED-4F083630EB44}"/>
                </a:ext>
              </a:extLst>
            </p:cNvPr>
            <p:cNvSpPr/>
            <p:nvPr userDrawn="1"/>
          </p:nvSpPr>
          <p:spPr>
            <a:xfrm>
              <a:off x="-2608729" y="1272988"/>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7" name="Rectangle 6">
              <a:extLst>
                <a:ext uri="{FF2B5EF4-FFF2-40B4-BE49-F238E27FC236}">
                  <a16:creationId xmlns:a16="http://schemas.microsoft.com/office/drawing/2014/main" id="{9B0923F4-846D-B30B-765A-1F7C86F4EC96}"/>
                </a:ext>
              </a:extLst>
            </p:cNvPr>
            <p:cNvSpPr/>
            <p:nvPr userDrawn="1"/>
          </p:nvSpPr>
          <p:spPr>
            <a:xfrm>
              <a:off x="-1539357" y="12729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8" name="Rectangle 7">
              <a:extLst>
                <a:ext uri="{FF2B5EF4-FFF2-40B4-BE49-F238E27FC236}">
                  <a16:creationId xmlns:a16="http://schemas.microsoft.com/office/drawing/2014/main" id="{3DB2E20B-E6F9-28BA-60B5-D7F72CE07821}"/>
                </a:ext>
              </a:extLst>
            </p:cNvPr>
            <p:cNvSpPr/>
            <p:nvPr userDrawn="1"/>
          </p:nvSpPr>
          <p:spPr>
            <a:xfrm>
              <a:off x="-2608729" y="21873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6" name="Rectangle 15">
              <a:extLst>
                <a:ext uri="{FF2B5EF4-FFF2-40B4-BE49-F238E27FC236}">
                  <a16:creationId xmlns:a16="http://schemas.microsoft.com/office/drawing/2014/main" id="{AE4FB390-7881-421F-84AA-54433744CCC4}"/>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7" name="Rectangle 16">
              <a:extLst>
                <a:ext uri="{FF2B5EF4-FFF2-40B4-BE49-F238E27FC236}">
                  <a16:creationId xmlns:a16="http://schemas.microsoft.com/office/drawing/2014/main" id="{F5C4B098-E541-EFC9-F860-60FB48C9CC2E}"/>
                </a:ext>
              </a:extLst>
            </p:cNvPr>
            <p:cNvSpPr/>
            <p:nvPr userDrawn="1"/>
          </p:nvSpPr>
          <p:spPr>
            <a:xfrm>
              <a:off x="-2608729" y="3101788"/>
              <a:ext cx="995082" cy="842683"/>
            </a:xfrm>
            <a:prstGeom prst="rect">
              <a:avLst/>
            </a:prstGeom>
            <a:solidFill>
              <a:srgbClr val="89D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D3B7EE31-25D0-45C7-3EC5-985F715AD41B}"/>
                </a:ext>
              </a:extLst>
            </p:cNvPr>
            <p:cNvSpPr/>
            <p:nvPr userDrawn="1"/>
          </p:nvSpPr>
          <p:spPr>
            <a:xfrm>
              <a:off x="-1539357"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0" name="Rectangle 19">
              <a:extLst>
                <a:ext uri="{FF2B5EF4-FFF2-40B4-BE49-F238E27FC236}">
                  <a16:creationId xmlns:a16="http://schemas.microsoft.com/office/drawing/2014/main" id="{E295EA61-FEB6-5387-751E-A996DF377F32}"/>
                </a:ext>
              </a:extLst>
            </p:cNvPr>
            <p:cNvSpPr/>
            <p:nvPr userDrawn="1"/>
          </p:nvSpPr>
          <p:spPr>
            <a:xfrm>
              <a:off x="-2608729" y="40161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032131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ext Content Slide">
    <p:spTree>
      <p:nvGrpSpPr>
        <p:cNvPr id="1" name=""/>
        <p:cNvGrpSpPr/>
        <p:nvPr/>
      </p:nvGrpSpPr>
      <p:grpSpPr>
        <a:xfrm>
          <a:off x="0" y="0"/>
          <a:ext cx="0" cy="0"/>
          <a:chOff x="0" y="0"/>
          <a:chExt cx="0" cy="0"/>
        </a:xfrm>
      </p:grpSpPr>
      <p:sp>
        <p:nvSpPr>
          <p:cNvPr id="9" name="Text Placeholder 2"/>
          <p:cNvSpPr>
            <a:spLocks noGrp="1"/>
          </p:cNvSpPr>
          <p:nvPr>
            <p:ph idx="1"/>
          </p:nvPr>
        </p:nvSpPr>
        <p:spPr bwMode="gray">
          <a:xfrm>
            <a:off x="845575" y="1278384"/>
            <a:ext cx="10489175" cy="4922391"/>
          </a:xfrm>
          <a:prstGeom prst="rect">
            <a:avLst/>
          </a:prstGeom>
        </p:spPr>
        <p:txBody>
          <a:bodyPr vert="horz" lIns="0" tIns="0" rIns="0" bIns="0" rtlCol="0">
            <a:noAutofit/>
          </a:bodyPr>
          <a:lstStyle>
            <a:lvl2pPr marL="268288" indent="-268288">
              <a:buClr>
                <a:schemeClr val="accent1"/>
              </a:buClr>
              <a:buFont typeface="ING Me" pitchFamily="2" charset="0"/>
              <a:buChar char="•"/>
              <a:defRPr/>
            </a:lvl2pPr>
            <a:lvl3pPr marL="536575" indent="-266700">
              <a:buClr>
                <a:schemeClr val="accent2"/>
              </a:buClr>
              <a:defRPr/>
            </a:lvl3pPr>
            <a:lvl4pPr marL="808038" indent="-260350">
              <a:buClr>
                <a:schemeClr val="accent3"/>
              </a:buClr>
              <a:defRPr/>
            </a:lvl4pPr>
            <a:lvl5pPr marL="1071563" indent="-252413">
              <a:buClr>
                <a:schemeClr val="accent4"/>
              </a:buCl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 name="Title 1"/>
          <p:cNvSpPr>
            <a:spLocks noGrp="1"/>
          </p:cNvSpPr>
          <p:nvPr>
            <p:ph type="title"/>
          </p:nvPr>
        </p:nvSpPr>
        <p:spPr/>
        <p:txBody>
          <a:bodyPr/>
          <a:lstStyle/>
          <a:p>
            <a:r>
              <a:rPr lang="en-US" noProof="0"/>
              <a:t>Click to edit Master title style</a:t>
            </a:r>
            <a:endParaRPr lang="en-GB" noProof="0"/>
          </a:p>
        </p:txBody>
      </p:sp>
      <p:sp>
        <p:nvSpPr>
          <p:cNvPr id="5" name="Slide Number Placeholder 4"/>
          <p:cNvSpPr>
            <a:spLocks noGrp="1"/>
          </p:cNvSpPr>
          <p:nvPr>
            <p:ph type="sldNum" sz="quarter" idx="11"/>
          </p:nvPr>
        </p:nvSpPr>
        <p:spPr/>
        <p:txBody>
          <a:bodyPr/>
          <a:lstStyle/>
          <a:p>
            <a:fld id="{DDD2A080-DA64-4F5C-9131-47EB793B4410}" type="slidenum">
              <a:rPr lang="en-GB" smtClean="0">
                <a:solidFill>
                  <a:srgbClr val="333333"/>
                </a:solidFill>
              </a:rPr>
              <a:pPr/>
              <a:t>‹#›</a:t>
            </a:fld>
            <a:endParaRPr lang="en-GB">
              <a:solidFill>
                <a:srgbClr val="333333"/>
              </a:solidFill>
            </a:endParaRPr>
          </a:p>
        </p:txBody>
      </p:sp>
    </p:spTree>
    <p:extLst>
      <p:ext uri="{BB962C8B-B14F-4D97-AF65-F5344CB8AC3E}">
        <p14:creationId xmlns:p14="http://schemas.microsoft.com/office/powerpoint/2010/main" val="3517906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slide_5_Logo_Maroon">
    <p:bg>
      <p:bgPr>
        <a:solidFill>
          <a:schemeClr val="accent2"/>
        </a:solidFill>
        <a:effectLst/>
      </p:bgPr>
    </p:bg>
    <p:spTree>
      <p:nvGrpSpPr>
        <p:cNvPr id="1" name=""/>
        <p:cNvGrpSpPr/>
        <p:nvPr/>
      </p:nvGrpSpPr>
      <p:grpSpPr>
        <a:xfrm>
          <a:off x="0" y="0"/>
          <a:ext cx="0" cy="0"/>
          <a:chOff x="0" y="0"/>
          <a:chExt cx="0" cy="0"/>
        </a:xfrm>
      </p:grpSpPr>
      <p:sp>
        <p:nvSpPr>
          <p:cNvPr id="12" name="Date Placeholder 3">
            <a:extLst>
              <a:ext uri="{FF2B5EF4-FFF2-40B4-BE49-F238E27FC236}">
                <a16:creationId xmlns:a16="http://schemas.microsoft.com/office/drawing/2014/main" id="{33FDC8C7-4524-387D-D158-9E672FD082CD}"/>
              </a:ext>
            </a:extLst>
          </p:cNvPr>
          <p:cNvSpPr>
            <a:spLocks noGrp="1"/>
          </p:cNvSpPr>
          <p:nvPr>
            <p:ph type="dt" sz="half" idx="2"/>
          </p:nvPr>
        </p:nvSpPr>
        <p:spPr>
          <a:xfrm>
            <a:off x="3258095" y="3539661"/>
            <a:ext cx="2743200" cy="365125"/>
          </a:xfrm>
          <a:prstGeom prst="rect">
            <a:avLst/>
          </a:prstGeom>
        </p:spPr>
        <p:txBody>
          <a:bodyPr vert="horz" lIns="91440" tIns="45720" rIns="91440" bIns="45720" rtlCol="0" anchor="b" anchorCtr="0"/>
          <a:lstStyle>
            <a:lvl1pPr marL="0" algn="r"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
        <p:nvSpPr>
          <p:cNvPr id="13" name="Footer Placeholder 4">
            <a:extLst>
              <a:ext uri="{FF2B5EF4-FFF2-40B4-BE49-F238E27FC236}">
                <a16:creationId xmlns:a16="http://schemas.microsoft.com/office/drawing/2014/main" id="{0ECFE826-779E-D1BF-61D9-544C7504A42B}"/>
              </a:ext>
            </a:extLst>
          </p:cNvPr>
          <p:cNvSpPr>
            <a:spLocks noGrp="1"/>
          </p:cNvSpPr>
          <p:nvPr>
            <p:ph type="ftr" sz="quarter" idx="3"/>
          </p:nvPr>
        </p:nvSpPr>
        <p:spPr>
          <a:xfrm>
            <a:off x="6190707" y="3539661"/>
            <a:ext cx="4114800" cy="365125"/>
          </a:xfrm>
          <a:prstGeom prst="rect">
            <a:avLst/>
          </a:prstGeom>
        </p:spPr>
        <p:txBody>
          <a:bodyPr vert="horz" lIns="91440" tIns="45720" rIns="91440" bIns="45720" rtlCol="0" anchor="b"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11" name="Title 1">
            <a:extLst>
              <a:ext uri="{FF2B5EF4-FFF2-40B4-BE49-F238E27FC236}">
                <a16:creationId xmlns:a16="http://schemas.microsoft.com/office/drawing/2014/main" id="{58D81F16-55DF-8A2A-D057-370F948D5D86}"/>
              </a:ext>
            </a:extLst>
          </p:cNvPr>
          <p:cNvSpPr>
            <a:spLocks noGrp="1"/>
          </p:cNvSpPr>
          <p:nvPr>
            <p:ph type="ctrTitle" hasCustomPrompt="1"/>
          </p:nvPr>
        </p:nvSpPr>
        <p:spPr>
          <a:xfrm>
            <a:off x="1152522" y="1493109"/>
            <a:ext cx="9886954" cy="1754326"/>
          </a:xfrm>
          <a:prstGeom prst="rect">
            <a:avLst/>
          </a:prstGeom>
          <a:noFill/>
        </p:spPr>
        <p:txBody>
          <a:bodyPr wrap="square" rtlCol="0" anchor="t">
            <a:spAutoFit/>
          </a:bodyPr>
          <a:lstStyle>
            <a:lvl1pPr algn="ctr">
              <a:defRPr lang="en-US" sz="5400" b="0" dirty="0">
                <a:solidFill>
                  <a:schemeClr val="bg1"/>
                </a:solidFill>
                <a:ea typeface="+mn-ea"/>
                <a:cs typeface="+mn-cs"/>
              </a:defRPr>
            </a:lvl1pPr>
          </a:lstStyle>
          <a:p>
            <a:pPr marL="0" lvl="0" defTabSz="457200"/>
            <a:r>
              <a:rPr lang="en-GB"/>
              <a:t>Name your presentation</a:t>
            </a:r>
            <a:br>
              <a:rPr lang="en-GB"/>
            </a:br>
            <a:r>
              <a:rPr lang="en-GB"/>
              <a:t>and a second line if you want</a:t>
            </a:r>
            <a:endParaRPr lang="en-US"/>
          </a:p>
        </p:txBody>
      </p:sp>
      <p:pic>
        <p:nvPicPr>
          <p:cNvPr id="16" name="Picture 15">
            <a:extLst>
              <a:ext uri="{FF2B5EF4-FFF2-40B4-BE49-F238E27FC236}">
                <a16:creationId xmlns:a16="http://schemas.microsoft.com/office/drawing/2014/main" id="{C76D6E66-5E74-2CCB-565F-99FAE6B63A7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3" name="Rectangle 2">
            <a:extLst>
              <a:ext uri="{FF2B5EF4-FFF2-40B4-BE49-F238E27FC236}">
                <a16:creationId xmlns:a16="http://schemas.microsoft.com/office/drawing/2014/main" id="{6F45D3FA-BA83-8196-1F43-F3C0836BFEA5}"/>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6" name="Rectangle 5">
            <a:extLst>
              <a:ext uri="{FF2B5EF4-FFF2-40B4-BE49-F238E27FC236}">
                <a16:creationId xmlns:a16="http://schemas.microsoft.com/office/drawing/2014/main" id="{0C25E96B-67FD-07A1-063C-10A7C213D3D6}"/>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4EC21DC3-A478-ADD0-D86E-D4BDBD589E5F}"/>
              </a:ext>
            </a:extLst>
          </p:cNvPr>
          <p:cNvSpPr/>
          <p:nvPr userDrawn="1"/>
        </p:nvSpPr>
        <p:spPr>
          <a:xfrm>
            <a:off x="-5204806"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8" name="Rectangle 7">
            <a:extLst>
              <a:ext uri="{FF2B5EF4-FFF2-40B4-BE49-F238E27FC236}">
                <a16:creationId xmlns:a16="http://schemas.microsoft.com/office/drawing/2014/main" id="{2FDF11F1-6BCA-786A-D4B8-9F6EFEBA1593}"/>
              </a:ext>
            </a:extLst>
          </p:cNvPr>
          <p:cNvSpPr/>
          <p:nvPr userDrawn="1"/>
        </p:nvSpPr>
        <p:spPr>
          <a:xfrm>
            <a:off x="-4135434"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4" name="Picture Placeholder 9">
            <a:extLst>
              <a:ext uri="{FF2B5EF4-FFF2-40B4-BE49-F238E27FC236}">
                <a16:creationId xmlns:a16="http://schemas.microsoft.com/office/drawing/2014/main" id="{94FFCDC8-0D67-F778-4089-535EAC907D24}"/>
              </a:ext>
            </a:extLst>
          </p:cNvPr>
          <p:cNvSpPr>
            <a:spLocks noGrp="1"/>
          </p:cNvSpPr>
          <p:nvPr>
            <p:ph type="pic" sz="quarter" idx="10"/>
          </p:nvPr>
        </p:nvSpPr>
        <p:spPr>
          <a:xfrm>
            <a:off x="-600" y="4140200"/>
            <a:ext cx="12193200" cy="2717800"/>
          </a:xfrm>
          <a:solidFill>
            <a:srgbClr val="A69F98"/>
          </a:solidFill>
          <a:ln>
            <a:noFill/>
          </a:ln>
        </p:spPr>
        <p:txBody>
          <a:bodyPr anchor="ctr"/>
          <a:lstStyle>
            <a:lvl1pPr marL="0" indent="0" algn="ctr">
              <a:buNone/>
              <a:defRPr>
                <a:solidFill>
                  <a:schemeClr val="bg1"/>
                </a:solidFill>
              </a:defRPr>
            </a:lvl1pPr>
          </a:lstStyle>
          <a:p>
            <a:r>
              <a:rPr lang="en-US"/>
              <a:t>Click icon to add picture</a:t>
            </a:r>
            <a:endParaRPr lang="en-NL"/>
          </a:p>
        </p:txBody>
      </p:sp>
    </p:spTree>
    <p:extLst>
      <p:ext uri="{BB962C8B-B14F-4D97-AF65-F5344CB8AC3E}">
        <p14:creationId xmlns:p14="http://schemas.microsoft.com/office/powerpoint/2010/main" val="407481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Chapter title_3_Orang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CB8CFB-52CE-5448-764B-A50A2DEFC96D}"/>
              </a:ext>
            </a:extLst>
          </p:cNvPr>
          <p:cNvSpPr>
            <a:spLocks noGrp="1"/>
          </p:cNvSpPr>
          <p:nvPr>
            <p:ph type="title" hasCustomPrompt="1"/>
          </p:nvPr>
        </p:nvSpPr>
        <p:spPr>
          <a:xfrm>
            <a:off x="331216" y="2551837"/>
            <a:ext cx="6450584" cy="1754326"/>
          </a:xfrm>
          <a:noFill/>
        </p:spPr>
        <p:txBody>
          <a:bodyPr wrap="square" rtlCol="0" anchor="ctr">
            <a:spAutoFit/>
          </a:bodyPr>
          <a:lstStyle>
            <a:lvl1pPr>
              <a:defRPr lang="en-NL" sz="5400" b="0">
                <a:solidFill>
                  <a:schemeClr val="bg1"/>
                </a:solidFill>
                <a:ea typeface="+mn-ea"/>
                <a:cs typeface="+mn-cs"/>
              </a:defRPr>
            </a:lvl1pPr>
          </a:lstStyle>
          <a:p>
            <a:pPr marL="0" lvl="0" defTabSz="457200"/>
            <a:r>
              <a:rPr lang="en-GB"/>
              <a:t>Chapter title running over two lines</a:t>
            </a:r>
            <a:endParaRPr lang="en-NL"/>
          </a:p>
        </p:txBody>
      </p:sp>
      <p:sp>
        <p:nvSpPr>
          <p:cNvPr id="32" name="TextBox 31">
            <a:extLst>
              <a:ext uri="{FF2B5EF4-FFF2-40B4-BE49-F238E27FC236}">
                <a16:creationId xmlns:a16="http://schemas.microsoft.com/office/drawing/2014/main" id="{9C3E5B63-3A86-2B5D-75D8-7787207FC762}"/>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NL" sz="7200" b="1" i="0">
              <a:solidFill>
                <a:schemeClr val="bg1"/>
              </a:solidFill>
              <a:latin typeface="ING display" panose="020B0803030508020203" pitchFamily="34" charset="77"/>
            </a:endParaRPr>
          </a:p>
        </p:txBody>
      </p:sp>
      <p:sp>
        <p:nvSpPr>
          <p:cNvPr id="4" name="Rectangle 3">
            <a:extLst>
              <a:ext uri="{FF2B5EF4-FFF2-40B4-BE49-F238E27FC236}">
                <a16:creationId xmlns:a16="http://schemas.microsoft.com/office/drawing/2014/main" id="{12744AA5-FE5D-E0E0-E414-2D8A3004C104}"/>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grpSp>
        <p:nvGrpSpPr>
          <p:cNvPr id="5" name="Group 4">
            <a:extLst>
              <a:ext uri="{FF2B5EF4-FFF2-40B4-BE49-F238E27FC236}">
                <a16:creationId xmlns:a16="http://schemas.microsoft.com/office/drawing/2014/main" id="{BD2B5158-3F84-4F2C-BD29-7BC44DBE0690}"/>
              </a:ext>
            </a:extLst>
          </p:cNvPr>
          <p:cNvGrpSpPr/>
          <p:nvPr userDrawn="1"/>
        </p:nvGrpSpPr>
        <p:grpSpPr>
          <a:xfrm>
            <a:off x="-2579659" y="3714818"/>
            <a:ext cx="2144619" cy="2625866"/>
            <a:chOff x="-2608729" y="1272988"/>
            <a:chExt cx="2064454" cy="3585883"/>
          </a:xfrm>
        </p:grpSpPr>
        <p:sp>
          <p:nvSpPr>
            <p:cNvPr id="6" name="Rectangle 5">
              <a:extLst>
                <a:ext uri="{FF2B5EF4-FFF2-40B4-BE49-F238E27FC236}">
                  <a16:creationId xmlns:a16="http://schemas.microsoft.com/office/drawing/2014/main" id="{0DEF977D-3303-3649-9699-8934CAFB59F3}"/>
                </a:ext>
              </a:extLst>
            </p:cNvPr>
            <p:cNvSpPr/>
            <p:nvPr userDrawn="1"/>
          </p:nvSpPr>
          <p:spPr>
            <a:xfrm>
              <a:off x="-2608729" y="1272988"/>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9" name="Rectangle 8">
              <a:extLst>
                <a:ext uri="{FF2B5EF4-FFF2-40B4-BE49-F238E27FC236}">
                  <a16:creationId xmlns:a16="http://schemas.microsoft.com/office/drawing/2014/main" id="{D366B138-3F69-A95B-1F52-BCAEA4CFD221}"/>
                </a:ext>
              </a:extLst>
            </p:cNvPr>
            <p:cNvSpPr/>
            <p:nvPr userDrawn="1"/>
          </p:nvSpPr>
          <p:spPr>
            <a:xfrm>
              <a:off x="-1539357" y="12729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0" name="Rectangle 9">
              <a:extLst>
                <a:ext uri="{FF2B5EF4-FFF2-40B4-BE49-F238E27FC236}">
                  <a16:creationId xmlns:a16="http://schemas.microsoft.com/office/drawing/2014/main" id="{6089EF65-7052-DD23-EC22-2C6AB8E1682D}"/>
                </a:ext>
              </a:extLst>
            </p:cNvPr>
            <p:cNvSpPr/>
            <p:nvPr userDrawn="1"/>
          </p:nvSpPr>
          <p:spPr>
            <a:xfrm>
              <a:off x="-2608729" y="21873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1" name="Rectangle 10">
              <a:extLst>
                <a:ext uri="{FF2B5EF4-FFF2-40B4-BE49-F238E27FC236}">
                  <a16:creationId xmlns:a16="http://schemas.microsoft.com/office/drawing/2014/main" id="{CE5C7766-B11C-604B-B839-E2174A3C2509}"/>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2" name="Rectangle 11">
              <a:extLst>
                <a:ext uri="{FF2B5EF4-FFF2-40B4-BE49-F238E27FC236}">
                  <a16:creationId xmlns:a16="http://schemas.microsoft.com/office/drawing/2014/main" id="{C80FC5E3-A243-F1D0-E15F-FF8416FC1E0C}"/>
                </a:ext>
              </a:extLst>
            </p:cNvPr>
            <p:cNvSpPr/>
            <p:nvPr userDrawn="1"/>
          </p:nvSpPr>
          <p:spPr>
            <a:xfrm>
              <a:off x="-2608729" y="3101788"/>
              <a:ext cx="995082" cy="842683"/>
            </a:xfrm>
            <a:prstGeom prst="rect">
              <a:avLst/>
            </a:prstGeom>
            <a:solidFill>
              <a:srgbClr val="89D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13" name="Rectangle 12">
              <a:extLst>
                <a:ext uri="{FF2B5EF4-FFF2-40B4-BE49-F238E27FC236}">
                  <a16:creationId xmlns:a16="http://schemas.microsoft.com/office/drawing/2014/main" id="{52E7358D-9F66-6A5D-3D2D-C4C395114B63}"/>
                </a:ext>
              </a:extLst>
            </p:cNvPr>
            <p:cNvSpPr/>
            <p:nvPr userDrawn="1"/>
          </p:nvSpPr>
          <p:spPr>
            <a:xfrm>
              <a:off x="-1539357"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14" name="Rectangle 13">
              <a:extLst>
                <a:ext uri="{FF2B5EF4-FFF2-40B4-BE49-F238E27FC236}">
                  <a16:creationId xmlns:a16="http://schemas.microsoft.com/office/drawing/2014/main" id="{30C94944-DDC3-41EB-A750-6F5552EFEEE1}"/>
                </a:ext>
              </a:extLst>
            </p:cNvPr>
            <p:cNvSpPr/>
            <p:nvPr userDrawn="1"/>
          </p:nvSpPr>
          <p:spPr>
            <a:xfrm>
              <a:off x="-2608729" y="40161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grpSp>
      <p:sp>
        <p:nvSpPr>
          <p:cNvPr id="15" name="Rectangle 14">
            <a:extLst>
              <a:ext uri="{FF2B5EF4-FFF2-40B4-BE49-F238E27FC236}">
                <a16:creationId xmlns:a16="http://schemas.microsoft.com/office/drawing/2014/main" id="{DBD73E9E-EB82-F3B2-BA84-2F21DC6A05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 name="Picture Placeholder 6">
            <a:extLst>
              <a:ext uri="{FF2B5EF4-FFF2-40B4-BE49-F238E27FC236}">
                <a16:creationId xmlns:a16="http://schemas.microsoft.com/office/drawing/2014/main" id="{497A1260-BC59-40F2-E417-7352DD80B5B0}"/>
              </a:ext>
            </a:extLst>
          </p:cNvPr>
          <p:cNvSpPr>
            <a:spLocks noGrp="1"/>
          </p:cNvSpPr>
          <p:nvPr>
            <p:ph type="pic" sz="quarter" idx="10"/>
          </p:nvPr>
        </p:nvSpPr>
        <p:spPr>
          <a:xfrm>
            <a:off x="7548563" y="0"/>
            <a:ext cx="4657725"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Tree>
    <p:extLst>
      <p:ext uri="{BB962C8B-B14F-4D97-AF65-F5344CB8AC3E}">
        <p14:creationId xmlns:p14="http://schemas.microsoft.com/office/powerpoint/2010/main" val="206813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Copy_4">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8641" y="3134531"/>
            <a:ext cx="3182400" cy="2966400"/>
          </a:xfrm>
          <a:prstGeom prst="rect">
            <a:avLst/>
          </a:prstGeom>
        </p:spPr>
        <p:txBody>
          <a:bodyPr>
            <a:noAutofit/>
          </a:bodyPr>
          <a:lstStyle>
            <a:lvl1pPr marL="0" indent="0">
              <a:lnSpc>
                <a:spcPct val="150000"/>
              </a:lnSpc>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Master text styles</a:t>
            </a:r>
          </a:p>
        </p:txBody>
      </p:sp>
      <p:sp>
        <p:nvSpPr>
          <p:cNvPr id="2" name="Content Placeholder 2">
            <a:extLst>
              <a:ext uri="{FF2B5EF4-FFF2-40B4-BE49-F238E27FC236}">
                <a16:creationId xmlns:a16="http://schemas.microsoft.com/office/drawing/2014/main" id="{EB03D954-F122-25EC-B282-DF65BBCF66A8}"/>
              </a:ext>
            </a:extLst>
          </p:cNvPr>
          <p:cNvSpPr>
            <a:spLocks noGrp="1"/>
          </p:cNvSpPr>
          <p:nvPr>
            <p:ph idx="13"/>
          </p:nvPr>
        </p:nvSpPr>
        <p:spPr>
          <a:xfrm>
            <a:off x="4504800" y="3134531"/>
            <a:ext cx="3182400" cy="2966400"/>
          </a:xfrm>
          <a:prstGeom prst="rect">
            <a:avLst/>
          </a:prstGeom>
        </p:spPr>
        <p:txBody>
          <a:bodyPr>
            <a:noAutofit/>
          </a:bodyPr>
          <a:lstStyle>
            <a:lvl1pPr marL="0" indent="0">
              <a:lnSpc>
                <a:spcPct val="150000"/>
              </a:lnSpc>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Master text styles</a:t>
            </a:r>
          </a:p>
        </p:txBody>
      </p:sp>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8" name="Content Placeholder 2">
            <a:extLst>
              <a:ext uri="{FF2B5EF4-FFF2-40B4-BE49-F238E27FC236}">
                <a16:creationId xmlns:a16="http://schemas.microsoft.com/office/drawing/2014/main" id="{C185641F-21AD-F6ED-7DFE-53CA8D291A40}"/>
              </a:ext>
            </a:extLst>
          </p:cNvPr>
          <p:cNvSpPr>
            <a:spLocks noGrp="1"/>
          </p:cNvSpPr>
          <p:nvPr>
            <p:ph idx="15"/>
          </p:nvPr>
        </p:nvSpPr>
        <p:spPr>
          <a:xfrm>
            <a:off x="7960959" y="3134531"/>
            <a:ext cx="3182400" cy="2966400"/>
          </a:xfrm>
          <a:prstGeom prst="rect">
            <a:avLst/>
          </a:prstGeom>
        </p:spPr>
        <p:txBody>
          <a:bodyPr>
            <a:noAutofit/>
          </a:bodyPr>
          <a:lstStyle>
            <a:lvl1pPr marL="0" indent="0">
              <a:lnSpc>
                <a:spcPct val="150000"/>
              </a:lnSpc>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Master text styles</a:t>
            </a:r>
          </a:p>
        </p:txBody>
      </p:sp>
      <p:sp>
        <p:nvSpPr>
          <p:cNvPr id="6" name="Title 6">
            <a:extLst>
              <a:ext uri="{FF2B5EF4-FFF2-40B4-BE49-F238E27FC236}">
                <a16:creationId xmlns:a16="http://schemas.microsoft.com/office/drawing/2014/main" id="{F6AEC3BC-AAA7-72DF-3C94-E9ABBC6E7AC3}"/>
              </a:ext>
            </a:extLst>
          </p:cNvPr>
          <p:cNvSpPr>
            <a:spLocks noGrp="1"/>
          </p:cNvSpPr>
          <p:nvPr>
            <p:ph type="title"/>
          </p:nvPr>
        </p:nvSpPr>
        <p:spPr>
          <a:xfrm>
            <a:off x="273899" y="249333"/>
            <a:ext cx="8715118" cy="1218485"/>
          </a:xfrm>
        </p:spPr>
        <p:txBody>
          <a:bodyPr/>
          <a:lstStyle>
            <a:lvl1pPr>
              <a:defRPr b="0"/>
            </a:lvl1pPr>
          </a:lstStyle>
          <a:p>
            <a:r>
              <a:rPr lang="en-US"/>
              <a:t>Click to edit Master title style</a:t>
            </a:r>
            <a:endParaRPr lang="en-NL"/>
          </a:p>
        </p:txBody>
      </p:sp>
      <p:sp>
        <p:nvSpPr>
          <p:cNvPr id="5" name="Rectangle 4">
            <a:extLst>
              <a:ext uri="{FF2B5EF4-FFF2-40B4-BE49-F238E27FC236}">
                <a16:creationId xmlns:a16="http://schemas.microsoft.com/office/drawing/2014/main" id="{B442D5AF-CC26-2E9B-8B46-6E48874456CA}"/>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Tree>
    <p:extLst>
      <p:ext uri="{BB962C8B-B14F-4D97-AF65-F5344CB8AC3E}">
        <p14:creationId xmlns:p14="http://schemas.microsoft.com/office/powerpoint/2010/main" val="3239324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Copy_2">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7802" y="2014778"/>
            <a:ext cx="4298198" cy="4224177"/>
          </a:xfrm>
          <a:prstGeom prst="rect">
            <a:avLst/>
          </a:prstGeo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Master text styles</a:t>
            </a:r>
          </a:p>
        </p:txBody>
      </p:sp>
      <p:sp>
        <p:nvSpPr>
          <p:cNvPr id="2" name="Content Placeholder 2">
            <a:extLst>
              <a:ext uri="{FF2B5EF4-FFF2-40B4-BE49-F238E27FC236}">
                <a16:creationId xmlns:a16="http://schemas.microsoft.com/office/drawing/2014/main" id="{EB03D954-F122-25EC-B282-DF65BBCF66A8}"/>
              </a:ext>
            </a:extLst>
          </p:cNvPr>
          <p:cNvSpPr>
            <a:spLocks noGrp="1"/>
          </p:cNvSpPr>
          <p:nvPr>
            <p:ph idx="13"/>
          </p:nvPr>
        </p:nvSpPr>
        <p:spPr>
          <a:xfrm>
            <a:off x="6803755" y="2014778"/>
            <a:ext cx="4298199" cy="4224177"/>
          </a:xfrm>
          <a:prstGeom prst="rect">
            <a:avLst/>
          </a:prstGeo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Master text styles</a:t>
            </a:r>
          </a:p>
        </p:txBody>
      </p:sp>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11" name="Title 6">
            <a:extLst>
              <a:ext uri="{FF2B5EF4-FFF2-40B4-BE49-F238E27FC236}">
                <a16:creationId xmlns:a16="http://schemas.microsoft.com/office/drawing/2014/main" id="{514AB93A-DFCD-DE6F-A311-FB26E1E4D2CD}"/>
              </a:ext>
            </a:extLst>
          </p:cNvPr>
          <p:cNvSpPr>
            <a:spLocks noGrp="1"/>
          </p:cNvSpPr>
          <p:nvPr>
            <p:ph type="title"/>
          </p:nvPr>
        </p:nvSpPr>
        <p:spPr>
          <a:xfrm>
            <a:off x="273899" y="249333"/>
            <a:ext cx="8715118" cy="1218485"/>
          </a:xfrm>
        </p:spPr>
        <p:txBody>
          <a:bodyPr/>
          <a:lstStyle>
            <a:lvl1pPr>
              <a:defRPr b="0"/>
            </a:lvl1pPr>
          </a:lstStyle>
          <a:p>
            <a:r>
              <a:rPr lang="en-US"/>
              <a:t>Click to edit Master title style</a:t>
            </a:r>
            <a:endParaRPr lang="en-NL"/>
          </a:p>
        </p:txBody>
      </p:sp>
      <p:sp>
        <p:nvSpPr>
          <p:cNvPr id="5" name="Rectangle 4">
            <a:extLst>
              <a:ext uri="{FF2B5EF4-FFF2-40B4-BE49-F238E27FC236}">
                <a16:creationId xmlns:a16="http://schemas.microsoft.com/office/drawing/2014/main" id="{6803C7C5-AF04-9B4A-E5D3-9C466711C313}"/>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Tree>
    <p:extLst>
      <p:ext uri="{BB962C8B-B14F-4D97-AF65-F5344CB8AC3E}">
        <p14:creationId xmlns:p14="http://schemas.microsoft.com/office/powerpoint/2010/main" val="172578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Story_1_Violet">
    <p:bg>
      <p:bgPr>
        <a:solidFill>
          <a:schemeClr val="accent6"/>
        </a:solidFill>
        <a:effectLst/>
      </p:bgPr>
    </p:bg>
    <p:spTree>
      <p:nvGrpSpPr>
        <p:cNvPr id="1" name=""/>
        <p:cNvGrpSpPr/>
        <p:nvPr/>
      </p:nvGrpSpPr>
      <p:grpSpPr>
        <a:xfrm>
          <a:off x="0" y="0"/>
          <a:ext cx="0" cy="0"/>
          <a:chOff x="0" y="0"/>
          <a:chExt cx="0" cy="0"/>
        </a:xfrm>
      </p:grpSpPr>
      <p:sp>
        <p:nvSpPr>
          <p:cNvPr id="15" name="Picture Placeholder 6">
            <a:extLst>
              <a:ext uri="{FF2B5EF4-FFF2-40B4-BE49-F238E27FC236}">
                <a16:creationId xmlns:a16="http://schemas.microsoft.com/office/drawing/2014/main" id="{123DB946-D0A0-1EAF-8AAB-DC3372181BC2}"/>
              </a:ext>
            </a:extLst>
          </p:cNvPr>
          <p:cNvSpPr>
            <a:spLocks noGrp="1"/>
          </p:cNvSpPr>
          <p:nvPr>
            <p:ph type="pic" sz="quarter" idx="10"/>
          </p:nvPr>
        </p:nvSpPr>
        <p:spPr>
          <a:xfrm>
            <a:off x="6096000"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Rectangle 1">
            <a:extLst>
              <a:ext uri="{FF2B5EF4-FFF2-40B4-BE49-F238E27FC236}">
                <a16:creationId xmlns:a16="http://schemas.microsoft.com/office/drawing/2014/main" id="{B1DE6064-77AE-E9A6-E903-7972C613A51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7FC93648-729D-167D-2865-C8BB5CBB1FDD}"/>
              </a:ext>
            </a:extLst>
          </p:cNvPr>
          <p:cNvGrpSpPr/>
          <p:nvPr userDrawn="1"/>
        </p:nvGrpSpPr>
        <p:grpSpPr>
          <a:xfrm>
            <a:off x="-2579659" y="3714818"/>
            <a:ext cx="2144619" cy="2625866"/>
            <a:chOff x="-2608729" y="1272988"/>
            <a:chExt cx="2064454" cy="3585883"/>
          </a:xfrm>
        </p:grpSpPr>
        <p:sp>
          <p:nvSpPr>
            <p:cNvPr id="4" name="Rectangle 3">
              <a:extLst>
                <a:ext uri="{FF2B5EF4-FFF2-40B4-BE49-F238E27FC236}">
                  <a16:creationId xmlns:a16="http://schemas.microsoft.com/office/drawing/2014/main" id="{0067B7E9-0C9E-34B8-A4AB-DA710400DEE3}"/>
                </a:ext>
              </a:extLst>
            </p:cNvPr>
            <p:cNvSpPr/>
            <p:nvPr userDrawn="1"/>
          </p:nvSpPr>
          <p:spPr>
            <a:xfrm>
              <a:off x="-2608729" y="1272988"/>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5" name="Rectangle 4">
              <a:extLst>
                <a:ext uri="{FF2B5EF4-FFF2-40B4-BE49-F238E27FC236}">
                  <a16:creationId xmlns:a16="http://schemas.microsoft.com/office/drawing/2014/main" id="{021C886A-D16B-4D14-F871-424518D543ED}"/>
                </a:ext>
              </a:extLst>
            </p:cNvPr>
            <p:cNvSpPr/>
            <p:nvPr userDrawn="1"/>
          </p:nvSpPr>
          <p:spPr>
            <a:xfrm>
              <a:off x="-1539357" y="12729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6" name="Rectangle 5">
              <a:extLst>
                <a:ext uri="{FF2B5EF4-FFF2-40B4-BE49-F238E27FC236}">
                  <a16:creationId xmlns:a16="http://schemas.microsoft.com/office/drawing/2014/main" id="{7A5EA008-214C-AFF7-4413-01106069F3CF}"/>
                </a:ext>
              </a:extLst>
            </p:cNvPr>
            <p:cNvSpPr/>
            <p:nvPr userDrawn="1"/>
          </p:nvSpPr>
          <p:spPr>
            <a:xfrm>
              <a:off x="-2608729" y="21873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7" name="Rectangle 6">
              <a:extLst>
                <a:ext uri="{FF2B5EF4-FFF2-40B4-BE49-F238E27FC236}">
                  <a16:creationId xmlns:a16="http://schemas.microsoft.com/office/drawing/2014/main" id="{03D8414C-8820-0B18-EABB-6E9D8F21449B}"/>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9" name="Rectangle 8">
              <a:extLst>
                <a:ext uri="{FF2B5EF4-FFF2-40B4-BE49-F238E27FC236}">
                  <a16:creationId xmlns:a16="http://schemas.microsoft.com/office/drawing/2014/main" id="{FE31BECB-1B27-AC3D-AC51-F9590D9AE0FC}"/>
                </a:ext>
              </a:extLst>
            </p:cNvPr>
            <p:cNvSpPr/>
            <p:nvPr userDrawn="1"/>
          </p:nvSpPr>
          <p:spPr>
            <a:xfrm>
              <a:off x="-2608729" y="3101788"/>
              <a:ext cx="995082" cy="842683"/>
            </a:xfrm>
            <a:prstGeom prst="rect">
              <a:avLst/>
            </a:prstGeom>
            <a:solidFill>
              <a:srgbClr val="89D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C644D971-95D6-C880-B602-81C320D5361B}"/>
                </a:ext>
              </a:extLst>
            </p:cNvPr>
            <p:cNvSpPr/>
            <p:nvPr userDrawn="1"/>
          </p:nvSpPr>
          <p:spPr>
            <a:xfrm>
              <a:off x="-1539357"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12" name="Rectangle 11">
              <a:extLst>
                <a:ext uri="{FF2B5EF4-FFF2-40B4-BE49-F238E27FC236}">
                  <a16:creationId xmlns:a16="http://schemas.microsoft.com/office/drawing/2014/main" id="{758A9553-1BDA-B440-72A2-EE0A7628DB23}"/>
                </a:ext>
              </a:extLst>
            </p:cNvPr>
            <p:cNvSpPr/>
            <p:nvPr userDrawn="1"/>
          </p:nvSpPr>
          <p:spPr>
            <a:xfrm>
              <a:off x="-2608729" y="40161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13" name="Rectangle 12">
              <a:extLst>
                <a:ext uri="{FF2B5EF4-FFF2-40B4-BE49-F238E27FC236}">
                  <a16:creationId xmlns:a16="http://schemas.microsoft.com/office/drawing/2014/main" id="{A40BFEB8-CA44-1F8B-19C6-0DA6D8692AD6}"/>
                </a:ext>
              </a:extLst>
            </p:cNvPr>
            <p:cNvSpPr/>
            <p:nvPr userDrawn="1"/>
          </p:nvSpPr>
          <p:spPr>
            <a:xfrm>
              <a:off x="-1542021" y="40161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accent1"/>
                  </a:solidFill>
                  <a:latin typeface="ING Me" panose="02000506040000020004" pitchFamily="2" charset="0"/>
                </a:rPr>
                <a:t>Text</a:t>
              </a:r>
            </a:p>
          </p:txBody>
        </p:sp>
      </p:grpSp>
      <p:sp>
        <p:nvSpPr>
          <p:cNvPr id="14" name="Rectangle 13">
            <a:extLst>
              <a:ext uri="{FF2B5EF4-FFF2-40B4-BE49-F238E27FC236}">
                <a16:creationId xmlns:a16="http://schemas.microsoft.com/office/drawing/2014/main" id="{18B477A4-7652-CA38-26C9-23BE92392CA0}"/>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7" name="Text Placeholder 16">
            <a:extLst>
              <a:ext uri="{FF2B5EF4-FFF2-40B4-BE49-F238E27FC236}">
                <a16:creationId xmlns:a16="http://schemas.microsoft.com/office/drawing/2014/main" id="{2B79C2DA-84A7-5A48-028E-3E5802200AE3}"/>
              </a:ext>
            </a:extLst>
          </p:cNvPr>
          <p:cNvSpPr>
            <a:spLocks noGrp="1"/>
          </p:cNvSpPr>
          <p:nvPr>
            <p:ph type="body" sz="quarter" idx="12"/>
          </p:nvPr>
        </p:nvSpPr>
        <p:spPr>
          <a:xfrm>
            <a:off x="363933" y="5101780"/>
            <a:ext cx="5413354" cy="1401762"/>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8" name="Title 20">
            <a:extLst>
              <a:ext uri="{FF2B5EF4-FFF2-40B4-BE49-F238E27FC236}">
                <a16:creationId xmlns:a16="http://schemas.microsoft.com/office/drawing/2014/main" id="{2FE3A6C2-6F0F-8136-4B32-6154F789DFB7}"/>
              </a:ext>
            </a:extLst>
          </p:cNvPr>
          <p:cNvSpPr>
            <a:spLocks noGrp="1"/>
          </p:cNvSpPr>
          <p:nvPr>
            <p:ph type="title" hasCustomPrompt="1"/>
          </p:nvPr>
        </p:nvSpPr>
        <p:spPr>
          <a:xfrm>
            <a:off x="300038" y="179798"/>
            <a:ext cx="5480830" cy="3733482"/>
          </a:xfrm>
        </p:spPr>
        <p:txBody>
          <a:bodyPr>
            <a:noAutofit/>
          </a:bodyPr>
          <a:lstStyle>
            <a:lvl1pPr>
              <a:defRPr sz="5400" b="0">
                <a:solidFill>
                  <a:schemeClr val="bg1"/>
                </a:solidFill>
              </a:defRPr>
            </a:lvl1pPr>
          </a:lstStyle>
          <a:p>
            <a:pPr lvl="0"/>
            <a:r>
              <a:rPr lang="en-GB"/>
              <a:t>Use a big number or title here</a:t>
            </a:r>
          </a:p>
        </p:txBody>
      </p:sp>
    </p:spTree>
    <p:extLst>
      <p:ext uri="{BB962C8B-B14F-4D97-AF65-F5344CB8AC3E}">
        <p14:creationId xmlns:p14="http://schemas.microsoft.com/office/powerpoint/2010/main" val="175339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bwMode="gray">
          <a:xfrm>
            <a:off x="6276000" y="1278384"/>
            <a:ext cx="5058750" cy="4921200"/>
          </a:xfrm>
        </p:spPr>
        <p:txBody>
          <a:bodyPr>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Text Placeholder 2"/>
          <p:cNvSpPr>
            <a:spLocks noGrp="1"/>
          </p:cNvSpPr>
          <p:nvPr>
            <p:ph idx="1"/>
          </p:nvPr>
        </p:nvSpPr>
        <p:spPr bwMode="gray">
          <a:xfrm>
            <a:off x="845575" y="1278384"/>
            <a:ext cx="5058000" cy="4921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8" name="Title 7"/>
          <p:cNvSpPr>
            <a:spLocks noGrp="1"/>
          </p:cNvSpPr>
          <p:nvPr>
            <p:ph type="title"/>
          </p:nvPr>
        </p:nvSpPr>
        <p:spPr>
          <a:xfrm>
            <a:off x="845575" y="280733"/>
            <a:ext cx="10489175" cy="854075"/>
          </a:xfrm>
        </p:spPr>
        <p:txBody>
          <a:bodyPr/>
          <a:lstStyle/>
          <a:p>
            <a:r>
              <a:rPr lang="en-US"/>
              <a:t>Click to edit Master title style</a:t>
            </a:r>
            <a:endParaRPr lang="en-GB"/>
          </a:p>
        </p:txBody>
      </p:sp>
    </p:spTree>
    <p:extLst>
      <p:ext uri="{BB962C8B-B14F-4D97-AF65-F5344CB8AC3E}">
        <p14:creationId xmlns:p14="http://schemas.microsoft.com/office/powerpoint/2010/main" val="3342877767"/>
      </p:ext>
    </p:extLst>
  </p:cSld>
  <p:clrMapOvr>
    <a:masterClrMapping/>
  </p:clrMapOvr>
  <p:extLst>
    <p:ext uri="{DCECCB84-F9BA-43D5-87BE-67443E8EF086}">
      <p15:sldGuideLst xmlns:p15="http://schemas.microsoft.com/office/powerpoint/2012/main">
        <p15:guide id="1" pos="3720">
          <p15:clr>
            <a:srgbClr val="FBAE40"/>
          </p15:clr>
        </p15:guide>
        <p15:guide id="2" pos="394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ext slide with subtitl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lvl1pPr>
              <a:defRPr b="0"/>
            </a:lvl1pPr>
          </a:lstStyle>
          <a:p>
            <a:fld id="{DDD2A080-DA64-4F5C-9131-47EB793B4410}" type="slidenum">
              <a:rPr lang="en-GB" smtClean="0"/>
              <a:pPr/>
              <a:t>‹#›</a:t>
            </a:fld>
            <a:endParaRPr lang="en-GB"/>
          </a:p>
        </p:txBody>
      </p:sp>
      <p:sp>
        <p:nvSpPr>
          <p:cNvPr id="7" name="Text Placeholder 10"/>
          <p:cNvSpPr>
            <a:spLocks noGrp="1"/>
          </p:cNvSpPr>
          <p:nvPr>
            <p:ph type="body" sz="quarter" idx="12" hasCustomPrompt="1"/>
          </p:nvPr>
        </p:nvSpPr>
        <p:spPr>
          <a:xfrm>
            <a:off x="659008" y="1141535"/>
            <a:ext cx="10875600" cy="572464"/>
          </a:xfrm>
        </p:spPr>
        <p:txBody>
          <a:bodyPr anchor="t" anchorCtr="0">
            <a:noAutofit/>
          </a:bodyPr>
          <a:lstStyle>
            <a:lvl1pPr>
              <a:lnSpc>
                <a:spcPct val="93000"/>
              </a:lnSpc>
              <a:defRPr sz="2000" b="1">
                <a:solidFill>
                  <a:schemeClr val="bg2"/>
                </a:solidFill>
              </a:defRPr>
            </a:lvl1pPr>
          </a:lstStyle>
          <a:p>
            <a:pPr lvl="0"/>
            <a:r>
              <a:rPr lang="en-GB" noProof="0"/>
              <a:t>Click to add subtitle</a:t>
            </a:r>
          </a:p>
        </p:txBody>
      </p:sp>
      <p:sp>
        <p:nvSpPr>
          <p:cNvPr id="3" name="Footer Placeholder 2">
            <a:extLst>
              <a:ext uri="{FF2B5EF4-FFF2-40B4-BE49-F238E27FC236}">
                <a16:creationId xmlns:a16="http://schemas.microsoft.com/office/drawing/2014/main" id="{C3111100-54E5-4485-8E21-C43D23A55DA0}"/>
              </a:ext>
            </a:extLst>
          </p:cNvPr>
          <p:cNvSpPr>
            <a:spLocks noGrp="1"/>
          </p:cNvSpPr>
          <p:nvPr>
            <p:ph type="ftr" sz="quarter" idx="13"/>
          </p:nvPr>
        </p:nvSpPr>
        <p:spPr/>
        <p:txBody>
          <a:bodyPr/>
          <a:lstStyle>
            <a:lvl1pPr>
              <a:defRPr b="0"/>
            </a:lvl1pPr>
          </a:lstStyle>
          <a:p>
            <a:endParaRPr lang="en-GB" noProof="0"/>
          </a:p>
        </p:txBody>
      </p:sp>
      <p:sp>
        <p:nvSpPr>
          <p:cNvPr id="8" name="Title 7">
            <a:extLst>
              <a:ext uri="{FF2B5EF4-FFF2-40B4-BE49-F238E27FC236}">
                <a16:creationId xmlns:a16="http://schemas.microsoft.com/office/drawing/2014/main" id="{CF7659DA-FD3C-4CDF-A0E4-B4D12DEA5B37}"/>
              </a:ext>
            </a:extLst>
          </p:cNvPr>
          <p:cNvSpPr>
            <a:spLocks noGrp="1"/>
          </p:cNvSpPr>
          <p:nvPr>
            <p:ph type="title"/>
          </p:nvPr>
        </p:nvSpPr>
        <p:spPr>
          <a:xfrm>
            <a:off x="659008" y="325235"/>
            <a:ext cx="10875600" cy="817244"/>
          </a:xfrm>
        </p:spPr>
        <p:txBody>
          <a:bodyPr/>
          <a:lstStyle/>
          <a:p>
            <a:r>
              <a:rPr lang="en-GB" noProof="0"/>
              <a:t>Click to edit Master title style</a:t>
            </a:r>
          </a:p>
        </p:txBody>
      </p:sp>
      <p:grpSp>
        <p:nvGrpSpPr>
          <p:cNvPr id="34" name="Group 33">
            <a:extLst>
              <a:ext uri="{FF2B5EF4-FFF2-40B4-BE49-F238E27FC236}">
                <a16:creationId xmlns:a16="http://schemas.microsoft.com/office/drawing/2014/main" id="{7771093A-BC85-4B88-BF7B-F331439BE777}"/>
              </a:ext>
            </a:extLst>
          </p:cNvPr>
          <p:cNvGrpSpPr/>
          <p:nvPr userDrawn="1"/>
        </p:nvGrpSpPr>
        <p:grpSpPr>
          <a:xfrm>
            <a:off x="-2368598" y="0"/>
            <a:ext cx="1872000" cy="4379495"/>
            <a:chOff x="-2025698" y="0"/>
            <a:chExt cx="1872000" cy="4379495"/>
          </a:xfrm>
        </p:grpSpPr>
        <p:grpSp>
          <p:nvGrpSpPr>
            <p:cNvPr id="35" name="Group 34">
              <a:extLst>
                <a:ext uri="{FF2B5EF4-FFF2-40B4-BE49-F238E27FC236}">
                  <a16:creationId xmlns:a16="http://schemas.microsoft.com/office/drawing/2014/main" id="{5263592C-66AB-4A74-B308-9E1319D0F213}"/>
                </a:ext>
              </a:extLst>
            </p:cNvPr>
            <p:cNvGrpSpPr/>
            <p:nvPr userDrawn="1"/>
          </p:nvGrpSpPr>
          <p:grpSpPr>
            <a:xfrm>
              <a:off x="-2025698" y="0"/>
              <a:ext cx="1872000" cy="4379495"/>
              <a:chOff x="-2025698" y="0"/>
              <a:chExt cx="1872000" cy="4379495"/>
            </a:xfrm>
          </p:grpSpPr>
          <p:grpSp>
            <p:nvGrpSpPr>
              <p:cNvPr id="37" name="Group 36">
                <a:extLst>
                  <a:ext uri="{FF2B5EF4-FFF2-40B4-BE49-F238E27FC236}">
                    <a16:creationId xmlns:a16="http://schemas.microsoft.com/office/drawing/2014/main" id="{65521BC6-B0B1-47FC-8A45-E37704780F58}"/>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5C5DABA4-0DD8-4B5A-8A7B-0CCE6C694CBF}"/>
                    </a:ext>
                  </a:extLst>
                </p:cNvPr>
                <p:cNvGrpSpPr/>
                <p:nvPr/>
              </p:nvGrpSpPr>
              <p:grpSpPr>
                <a:xfrm>
                  <a:off x="-2025698" y="0"/>
                  <a:ext cx="1872000" cy="4379495"/>
                  <a:chOff x="-2025698" y="0"/>
                  <a:chExt cx="1872000" cy="4379495"/>
                </a:xfrm>
              </p:grpSpPr>
              <p:sp>
                <p:nvSpPr>
                  <p:cNvPr id="41" name="Rectangle 104">
                    <a:extLst>
                      <a:ext uri="{FF2B5EF4-FFF2-40B4-BE49-F238E27FC236}">
                        <a16:creationId xmlns:a16="http://schemas.microsoft.com/office/drawing/2014/main" id="{5B04D489-BB95-4B3B-9C16-2E281A98273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42" name="Rectangle 113">
                    <a:extLst>
                      <a:ext uri="{FF2B5EF4-FFF2-40B4-BE49-F238E27FC236}">
                        <a16:creationId xmlns:a16="http://schemas.microsoft.com/office/drawing/2014/main" id="{C2E28519-7415-4B75-AAB7-A68994663521}"/>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40" name="Rectangle 106">
                  <a:extLst>
                    <a:ext uri="{FF2B5EF4-FFF2-40B4-BE49-F238E27FC236}">
                      <a16:creationId xmlns:a16="http://schemas.microsoft.com/office/drawing/2014/main" id="{13B5BA0C-E713-485E-90AA-23967691E25A}"/>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38" name="Picture 37">
                <a:extLst>
                  <a:ext uri="{FF2B5EF4-FFF2-40B4-BE49-F238E27FC236}">
                    <a16:creationId xmlns:a16="http://schemas.microsoft.com/office/drawing/2014/main" id="{85920960-4898-4371-8C28-E2976DF9435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6" name="Rectangle 35">
              <a:extLst>
                <a:ext uri="{FF2B5EF4-FFF2-40B4-BE49-F238E27FC236}">
                  <a16:creationId xmlns:a16="http://schemas.microsoft.com/office/drawing/2014/main" id="{714976BB-6C70-4E37-9A8D-2139DFCE2698}"/>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err="1">
                <a:solidFill>
                  <a:schemeClr val="tx1"/>
                </a:solidFill>
              </a:endParaRPr>
            </a:p>
          </p:txBody>
        </p:sp>
      </p:grpSp>
      <p:sp>
        <p:nvSpPr>
          <p:cNvPr id="16" name="Text Placeholder 2">
            <a:extLst>
              <a:ext uri="{FF2B5EF4-FFF2-40B4-BE49-F238E27FC236}">
                <a16:creationId xmlns:a16="http://schemas.microsoft.com/office/drawing/2014/main" id="{12971146-2CB7-4BAC-8EE4-87D88E943238}"/>
              </a:ext>
            </a:extLst>
          </p:cNvPr>
          <p:cNvSpPr>
            <a:spLocks noGrp="1"/>
          </p:cNvSpPr>
          <p:nvPr>
            <p:ph idx="1" hasCustomPrompt="1"/>
          </p:nvPr>
        </p:nvSpPr>
        <p:spPr bwMode="gray">
          <a:xfrm>
            <a:off x="659008" y="1795636"/>
            <a:ext cx="108756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Tree>
    <p:extLst>
      <p:ext uri="{BB962C8B-B14F-4D97-AF65-F5344CB8AC3E}">
        <p14:creationId xmlns:p14="http://schemas.microsoft.com/office/powerpoint/2010/main" val="237400599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hapter title_7_Full-bleed">
    <p:bg>
      <p:bgPr>
        <a:solidFill>
          <a:schemeClr val="tx1"/>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CB51F01F-C6FB-7DC7-3700-81BE4408E39F}"/>
              </a:ext>
            </a:extLst>
          </p:cNvPr>
          <p:cNvSpPr>
            <a:spLocks noGrp="1"/>
          </p:cNvSpPr>
          <p:nvPr>
            <p:ph type="pic" sz="quarter" idx="11" hasCustomPrompt="1"/>
          </p:nvPr>
        </p:nvSpPr>
        <p:spPr>
          <a:xfrm>
            <a:off x="0" y="0"/>
            <a:ext cx="12192000" cy="6858000"/>
          </a:xfrm>
          <a:solidFill>
            <a:schemeClr val="tx1"/>
          </a:solidFill>
        </p:spPr>
        <p:txBody>
          <a:bodyPr lIns="0" tIns="360000" rIns="0">
            <a:normAutofit/>
          </a:bodyPr>
          <a:lstStyle>
            <a:lvl1pPr marL="0" indent="0" algn="ctr">
              <a:buNone/>
              <a:defRPr sz="2400">
                <a:solidFill>
                  <a:schemeClr val="bg1"/>
                </a:solidFill>
                <a:latin typeface="ING Me" panose="02000506040000020004" pitchFamily="2" charset="0"/>
                <a:cs typeface="ING Me" panose="02000506040000020004" pitchFamily="2" charset="0"/>
              </a:defRPr>
            </a:lvl1pPr>
          </a:lstStyle>
          <a:p>
            <a:pPr lvl="0"/>
            <a:r>
              <a:rPr lang="en-GB"/>
              <a:t>An optional large title for this divider slide</a:t>
            </a:r>
            <a:endParaRPr lang="en-NL"/>
          </a:p>
        </p:txBody>
      </p:sp>
      <p:sp>
        <p:nvSpPr>
          <p:cNvPr id="11" name="Rectangle 10">
            <a:extLst>
              <a:ext uri="{FF2B5EF4-FFF2-40B4-BE49-F238E27FC236}">
                <a16:creationId xmlns:a16="http://schemas.microsoft.com/office/drawing/2014/main" id="{5DB55110-0B84-7C63-656A-348EA505B9AD}"/>
              </a:ext>
            </a:extLst>
          </p:cNvPr>
          <p:cNvSpPr>
            <a:spLocks noChangeArrowheads="1"/>
          </p:cNvSpPr>
          <p:nvPr userDrawn="1"/>
        </p:nvSpPr>
        <p:spPr bwMode="gray">
          <a:xfrm>
            <a:off x="-2790359" y="-1"/>
            <a:ext cx="2551524" cy="6858001"/>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Contrast between photo and title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i="0">
                <a:solidFill>
                  <a:srgbClr val="0D0804"/>
                </a:solidFill>
                <a:latin typeface="ING Me" panose="02000506040000020004" pitchFamily="2" charset="0"/>
                <a:cs typeface="ING Me" panose="02000506040000020004" pitchFamily="2" charset="0"/>
              </a:rPr>
              <a:t>When applying a white title on top of the full-bleed photo, ensure that there is enough contrast to keep our slides in line with accessibility guidelines.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Dimming the background image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i="0">
                <a:solidFill>
                  <a:srgbClr val="0D0804"/>
                </a:solidFill>
                <a:latin typeface="ING Me" panose="02000506040000020004" pitchFamily="2" charset="0"/>
                <a:cs typeface="ING Me" panose="02000506040000020004" pitchFamily="2" charset="0"/>
              </a:rPr>
              <a:t>For best accessibility we need to lower the opacity of our background image.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Select the image and open the </a:t>
            </a:r>
            <a:r>
              <a:rPr lang="en-US" sz="1000" b="1" i="0" kern="1200">
                <a:solidFill>
                  <a:srgbClr val="0D0804"/>
                </a:solidFill>
                <a:latin typeface="ING Me" panose="02000506040000020004" pitchFamily="2" charset="0"/>
                <a:ea typeface="+mn-ea"/>
                <a:cs typeface="ING Me" panose="02000506040000020004" pitchFamily="2" charset="0"/>
              </a:rPr>
              <a:t>“Format Picture” </a:t>
            </a:r>
            <a:r>
              <a:rPr lang="en-US" sz="1000" b="0" i="0">
                <a:solidFill>
                  <a:srgbClr val="0D0804"/>
                </a:solidFill>
                <a:latin typeface="ING Me" panose="02000506040000020004" pitchFamily="2" charset="0"/>
                <a:cs typeface="ING Me" panose="02000506040000020004" pitchFamily="2" charset="0"/>
              </a:rPr>
              <a:t>pane on the left sidebar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Navigate to the Picture options, the 4</a:t>
            </a:r>
            <a:r>
              <a:rPr lang="en-US" sz="1000" b="0" i="0" baseline="30000">
                <a:solidFill>
                  <a:srgbClr val="0D0804"/>
                </a:solidFill>
                <a:latin typeface="ING Me" panose="02000506040000020004" pitchFamily="2" charset="0"/>
                <a:cs typeface="ING Me" panose="02000506040000020004" pitchFamily="2" charset="0"/>
              </a:rPr>
              <a:t>th</a:t>
            </a:r>
            <a:r>
              <a:rPr lang="en-US" sz="1000" b="0" i="0">
                <a:solidFill>
                  <a:srgbClr val="0D0804"/>
                </a:solidFill>
                <a:latin typeface="ING Me" panose="02000506040000020004" pitchFamily="2" charset="0"/>
                <a:cs typeface="ING Me" panose="02000506040000020004" pitchFamily="2" charset="0"/>
              </a:rPr>
              <a:t> tab in the pane navigation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Locate the </a:t>
            </a:r>
            <a:r>
              <a:rPr lang="en-US" sz="1000" b="1" i="0">
                <a:solidFill>
                  <a:srgbClr val="0D0804"/>
                </a:solidFill>
                <a:latin typeface="ING Me" panose="02000506040000020004" pitchFamily="2" charset="0"/>
                <a:cs typeface="ING Me" panose="02000506040000020004" pitchFamily="2" charset="0"/>
              </a:rPr>
              <a:t>“</a:t>
            </a:r>
            <a:r>
              <a:rPr lang="en-US" sz="1000" b="1" i="0" kern="1200">
                <a:solidFill>
                  <a:srgbClr val="0D0804"/>
                </a:solidFill>
                <a:latin typeface="ING Me" panose="02000506040000020004" pitchFamily="2" charset="0"/>
                <a:ea typeface="+mn-ea"/>
                <a:cs typeface="ING Me" panose="02000506040000020004" pitchFamily="2" charset="0"/>
              </a:rPr>
              <a:t>Picture Transparency” </a:t>
            </a:r>
            <a:r>
              <a:rPr lang="en-US" sz="1000" b="0" i="0">
                <a:solidFill>
                  <a:srgbClr val="0D0804"/>
                </a:solidFill>
                <a:latin typeface="ING Me" panose="02000506040000020004" pitchFamily="2" charset="0"/>
                <a:cs typeface="ING Me" panose="02000506040000020004" pitchFamily="2" charset="0"/>
              </a:rPr>
              <a:t>option and set the transparency to 25% or to a level where your headline becomes well visible.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p:txBody>
      </p:sp>
      <p:sp>
        <p:nvSpPr>
          <p:cNvPr id="30" name="Title 29">
            <a:extLst>
              <a:ext uri="{FF2B5EF4-FFF2-40B4-BE49-F238E27FC236}">
                <a16:creationId xmlns:a16="http://schemas.microsoft.com/office/drawing/2014/main" id="{B64463CE-978D-BF01-8613-B2491AFED864}"/>
              </a:ext>
            </a:extLst>
          </p:cNvPr>
          <p:cNvSpPr>
            <a:spLocks noGrp="1" noRot="1" noMove="1" noResize="1" noEditPoints="1" noAdjustHandles="1" noChangeArrowheads="1" noChangeShapeType="1"/>
          </p:cNvSpPr>
          <p:nvPr>
            <p:ph type="title" hasCustomPrompt="1"/>
          </p:nvPr>
        </p:nvSpPr>
        <p:spPr>
          <a:xfrm>
            <a:off x="1738441" y="2269578"/>
            <a:ext cx="8715118" cy="2318844"/>
          </a:xfrm>
        </p:spPr>
        <p:txBody>
          <a:bodyPr anchor="ctr">
            <a:noAutofit/>
          </a:bodyPr>
          <a:lstStyle>
            <a:lvl1pPr algn="ctr">
              <a:defRPr sz="7200" b="0">
                <a:solidFill>
                  <a:schemeClr val="bg1"/>
                </a:solidFill>
              </a:defRPr>
            </a:lvl1pPr>
          </a:lstStyle>
          <a:p>
            <a:r>
              <a:rPr lang="en-GB"/>
              <a:t>Optional title for this chapter divider</a:t>
            </a:r>
            <a:endParaRPr lang="en-NL"/>
          </a:p>
        </p:txBody>
      </p:sp>
      <p:sp>
        <p:nvSpPr>
          <p:cNvPr id="25" name="Rectangle 24">
            <a:extLst>
              <a:ext uri="{FF2B5EF4-FFF2-40B4-BE49-F238E27FC236}">
                <a16:creationId xmlns:a16="http://schemas.microsoft.com/office/drawing/2014/main" id="{11B49E94-83A3-0896-E68F-C0BF8DF889FF}"/>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Tree>
    <p:extLst>
      <p:ext uri="{BB962C8B-B14F-4D97-AF65-F5344CB8AC3E}">
        <p14:creationId xmlns:p14="http://schemas.microsoft.com/office/powerpoint/2010/main" val="540854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Chapter title_3_Raspberry">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CB8CFB-52CE-5448-764B-A50A2DEFC96D}"/>
              </a:ext>
            </a:extLst>
          </p:cNvPr>
          <p:cNvSpPr>
            <a:spLocks noGrp="1"/>
          </p:cNvSpPr>
          <p:nvPr>
            <p:ph type="title" hasCustomPrompt="1"/>
          </p:nvPr>
        </p:nvSpPr>
        <p:spPr>
          <a:xfrm>
            <a:off x="331216" y="2551837"/>
            <a:ext cx="6450584" cy="1754326"/>
          </a:xfrm>
          <a:noFill/>
        </p:spPr>
        <p:txBody>
          <a:bodyPr wrap="square" rtlCol="0" anchor="ctr">
            <a:spAutoFit/>
          </a:bodyPr>
          <a:lstStyle>
            <a:lvl1pPr>
              <a:defRPr lang="en-NL" sz="5400" b="0">
                <a:solidFill>
                  <a:schemeClr val="bg1"/>
                </a:solidFill>
                <a:ea typeface="+mn-ea"/>
                <a:cs typeface="+mn-cs"/>
              </a:defRPr>
            </a:lvl1pPr>
          </a:lstStyle>
          <a:p>
            <a:pPr marL="0" lvl="0" defTabSz="457200"/>
            <a:r>
              <a:rPr lang="en-GB"/>
              <a:t>Chapter title running over two lines</a:t>
            </a:r>
            <a:endParaRPr lang="en-NL"/>
          </a:p>
        </p:txBody>
      </p:sp>
      <p:sp>
        <p:nvSpPr>
          <p:cNvPr id="32" name="TextBox 31">
            <a:extLst>
              <a:ext uri="{FF2B5EF4-FFF2-40B4-BE49-F238E27FC236}">
                <a16:creationId xmlns:a16="http://schemas.microsoft.com/office/drawing/2014/main" id="{9C3E5B63-3A86-2B5D-75D8-7787207FC762}"/>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NL" sz="7200" b="1" i="0">
              <a:solidFill>
                <a:schemeClr val="bg1"/>
              </a:solidFill>
              <a:latin typeface="ING display" panose="020B0803030508020203" pitchFamily="34" charset="77"/>
            </a:endParaRPr>
          </a:p>
        </p:txBody>
      </p:sp>
      <p:sp>
        <p:nvSpPr>
          <p:cNvPr id="2" name="Rectangle 1">
            <a:extLst>
              <a:ext uri="{FF2B5EF4-FFF2-40B4-BE49-F238E27FC236}">
                <a16:creationId xmlns:a16="http://schemas.microsoft.com/office/drawing/2014/main" id="{27E6691E-E027-F7CC-072A-C92AA6F69389}"/>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grpSp>
        <p:nvGrpSpPr>
          <p:cNvPr id="15" name="Group 14">
            <a:extLst>
              <a:ext uri="{FF2B5EF4-FFF2-40B4-BE49-F238E27FC236}">
                <a16:creationId xmlns:a16="http://schemas.microsoft.com/office/drawing/2014/main" id="{4519FCE4-9206-CB92-B94F-E85CEC7F47B3}"/>
              </a:ext>
            </a:extLst>
          </p:cNvPr>
          <p:cNvGrpSpPr/>
          <p:nvPr userDrawn="1"/>
        </p:nvGrpSpPr>
        <p:grpSpPr>
          <a:xfrm>
            <a:off x="-2579659" y="3714818"/>
            <a:ext cx="2144619" cy="2625866"/>
            <a:chOff x="-2608729" y="1272988"/>
            <a:chExt cx="2064454" cy="3585883"/>
          </a:xfrm>
        </p:grpSpPr>
        <p:sp>
          <p:nvSpPr>
            <p:cNvPr id="16" name="Rectangle 15">
              <a:extLst>
                <a:ext uri="{FF2B5EF4-FFF2-40B4-BE49-F238E27FC236}">
                  <a16:creationId xmlns:a16="http://schemas.microsoft.com/office/drawing/2014/main" id="{36B0E112-4AA9-8E41-7350-ADA14631C436}"/>
                </a:ext>
              </a:extLst>
            </p:cNvPr>
            <p:cNvSpPr/>
            <p:nvPr userDrawn="1"/>
          </p:nvSpPr>
          <p:spPr>
            <a:xfrm>
              <a:off x="-2608729" y="1272988"/>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7" name="Rectangle 16">
              <a:extLst>
                <a:ext uri="{FF2B5EF4-FFF2-40B4-BE49-F238E27FC236}">
                  <a16:creationId xmlns:a16="http://schemas.microsoft.com/office/drawing/2014/main" id="{C36B9DFB-0B1D-7771-3A6B-83635B1F6ACA}"/>
                </a:ext>
              </a:extLst>
            </p:cNvPr>
            <p:cNvSpPr/>
            <p:nvPr userDrawn="1"/>
          </p:nvSpPr>
          <p:spPr>
            <a:xfrm>
              <a:off x="-1539357" y="12729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8" name="Rectangle 17">
              <a:extLst>
                <a:ext uri="{FF2B5EF4-FFF2-40B4-BE49-F238E27FC236}">
                  <a16:creationId xmlns:a16="http://schemas.microsoft.com/office/drawing/2014/main" id="{6CC36529-4CD3-663B-FAFD-8F157A5C5B8A}"/>
                </a:ext>
              </a:extLst>
            </p:cNvPr>
            <p:cNvSpPr/>
            <p:nvPr userDrawn="1"/>
          </p:nvSpPr>
          <p:spPr>
            <a:xfrm>
              <a:off x="-2608729" y="21873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9" name="Rectangle 18">
              <a:extLst>
                <a:ext uri="{FF2B5EF4-FFF2-40B4-BE49-F238E27FC236}">
                  <a16:creationId xmlns:a16="http://schemas.microsoft.com/office/drawing/2014/main" id="{9515B9D7-CE2C-0F53-0E6B-397FF6A39BCA}"/>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0" name="Rectangle 19">
              <a:extLst>
                <a:ext uri="{FF2B5EF4-FFF2-40B4-BE49-F238E27FC236}">
                  <a16:creationId xmlns:a16="http://schemas.microsoft.com/office/drawing/2014/main" id="{4DE940E8-5CB2-1D92-4B6A-291008140653}"/>
                </a:ext>
              </a:extLst>
            </p:cNvPr>
            <p:cNvSpPr/>
            <p:nvPr userDrawn="1"/>
          </p:nvSpPr>
          <p:spPr>
            <a:xfrm>
              <a:off x="-2608729" y="3101788"/>
              <a:ext cx="995082" cy="842683"/>
            </a:xfrm>
            <a:prstGeom prst="rect">
              <a:avLst/>
            </a:prstGeom>
            <a:solidFill>
              <a:srgbClr val="89D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E46DE432-1605-3301-219F-1E359FA7ADFE}"/>
                </a:ext>
              </a:extLst>
            </p:cNvPr>
            <p:cNvSpPr/>
            <p:nvPr userDrawn="1"/>
          </p:nvSpPr>
          <p:spPr>
            <a:xfrm>
              <a:off x="-1539357"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B3DF06C8-57CC-2EA0-3106-6A7C73A04309}"/>
                </a:ext>
              </a:extLst>
            </p:cNvPr>
            <p:cNvSpPr/>
            <p:nvPr userDrawn="1"/>
          </p:nvSpPr>
          <p:spPr>
            <a:xfrm>
              <a:off x="-2608729" y="40161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grpSp>
      <p:sp>
        <p:nvSpPr>
          <p:cNvPr id="23" name="Rectangle 22">
            <a:extLst>
              <a:ext uri="{FF2B5EF4-FFF2-40B4-BE49-F238E27FC236}">
                <a16:creationId xmlns:a16="http://schemas.microsoft.com/office/drawing/2014/main" id="{7A2F54F6-7C81-F384-7EE4-24AFAB8EA42A}"/>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4" name="Picture Placeholder 6">
            <a:extLst>
              <a:ext uri="{FF2B5EF4-FFF2-40B4-BE49-F238E27FC236}">
                <a16:creationId xmlns:a16="http://schemas.microsoft.com/office/drawing/2014/main" id="{1DFF4BD2-697E-AD42-A17C-1897BE703DC9}"/>
              </a:ext>
            </a:extLst>
          </p:cNvPr>
          <p:cNvSpPr>
            <a:spLocks noGrp="1"/>
          </p:cNvSpPr>
          <p:nvPr>
            <p:ph type="pic" sz="quarter" idx="10"/>
          </p:nvPr>
        </p:nvSpPr>
        <p:spPr>
          <a:xfrm>
            <a:off x="7548563" y="0"/>
            <a:ext cx="4657725"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Tree>
    <p:extLst>
      <p:ext uri="{BB962C8B-B14F-4D97-AF65-F5344CB8AC3E}">
        <p14:creationId xmlns:p14="http://schemas.microsoft.com/office/powerpoint/2010/main" val="206856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Copy_6_Violet">
    <p:bg>
      <p:bgPr>
        <a:solidFill>
          <a:schemeClr val="bg1"/>
        </a:solidFill>
        <a:effectLst/>
      </p:bgPr>
    </p:bg>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p:nvPr>
        </p:nvSpPr>
        <p:spPr>
          <a:xfrm>
            <a:off x="0" y="0"/>
            <a:ext cx="6095999" cy="6858000"/>
          </a:xfrm>
          <a:solidFill>
            <a:srgbClr val="7724FF"/>
          </a:solidFill>
        </p:spPr>
        <p:txBody>
          <a:bodyPr lIns="360000" tIns="251999" rIns="360000" bIns="360000" anchor="t" anchorCtr="0">
            <a:noAutofit/>
          </a:bodyPr>
          <a:lstStyle>
            <a:lvl1pPr marL="0" indent="0">
              <a:lnSpc>
                <a:spcPct val="100000"/>
              </a:lnSpc>
              <a:buNone/>
              <a:defRPr sz="3600" b="0" i="0">
                <a:solidFill>
                  <a:schemeClr val="bg1"/>
                </a:solidFill>
                <a:latin typeface="ING display" panose="020B08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FA3B0503-36A3-0FDD-2C85-39FFDAD78B9C}"/>
              </a:ext>
            </a:extLst>
          </p:cNvPr>
          <p:cNvSpPr>
            <a:spLocks noGrp="1"/>
          </p:cNvSpPr>
          <p:nvPr>
            <p:ph idx="14"/>
          </p:nvPr>
        </p:nvSpPr>
        <p:spPr>
          <a:xfrm>
            <a:off x="6633274" y="635431"/>
            <a:ext cx="5067945" cy="5643132"/>
          </a:xfrm>
          <a:prstGeom prst="rect">
            <a:avLst/>
          </a:prstGeom>
        </p:spPr>
        <p:txBody>
          <a:bodyPr>
            <a:noAutofit/>
          </a:bodyPr>
          <a:lstStyle>
            <a:lvl1pPr marL="0" indent="0">
              <a:lnSpc>
                <a:spcPct val="150000"/>
              </a:lnSpc>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Master text styles</a:t>
            </a:r>
          </a:p>
        </p:txBody>
      </p:sp>
      <p:sp>
        <p:nvSpPr>
          <p:cNvPr id="2" name="Rectangle 1">
            <a:extLst>
              <a:ext uri="{FF2B5EF4-FFF2-40B4-BE49-F238E27FC236}">
                <a16:creationId xmlns:a16="http://schemas.microsoft.com/office/drawing/2014/main" id="{E185175F-F794-9007-C7B1-180B5FA0EAA0}"/>
              </a:ext>
            </a:extLst>
          </p:cNvPr>
          <p:cNvSpPr>
            <a:spLocks noChangeArrowheads="1"/>
          </p:cNvSpPr>
          <p:nvPr userDrawn="1"/>
        </p:nvSpPr>
        <p:spPr bwMode="gray">
          <a:xfrm>
            <a:off x="-5464495"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4" name="Rectangle 3">
            <a:extLst>
              <a:ext uri="{FF2B5EF4-FFF2-40B4-BE49-F238E27FC236}">
                <a16:creationId xmlns:a16="http://schemas.microsoft.com/office/drawing/2014/main" id="{E6EA00B6-BE5B-D1F0-9CD0-5396C3FE1B9C}"/>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grpSp>
        <p:nvGrpSpPr>
          <p:cNvPr id="5" name="Group 4">
            <a:extLst>
              <a:ext uri="{FF2B5EF4-FFF2-40B4-BE49-F238E27FC236}">
                <a16:creationId xmlns:a16="http://schemas.microsoft.com/office/drawing/2014/main" id="{2FF9970E-E4B9-614D-8805-DB9DF12322CF}"/>
              </a:ext>
            </a:extLst>
          </p:cNvPr>
          <p:cNvGrpSpPr/>
          <p:nvPr userDrawn="1"/>
        </p:nvGrpSpPr>
        <p:grpSpPr>
          <a:xfrm>
            <a:off x="-2579659" y="3714818"/>
            <a:ext cx="2144619" cy="2625866"/>
            <a:chOff x="-2608729" y="1272988"/>
            <a:chExt cx="2064454" cy="3585883"/>
          </a:xfrm>
        </p:grpSpPr>
        <p:sp>
          <p:nvSpPr>
            <p:cNvPr id="6" name="Rectangle 5">
              <a:extLst>
                <a:ext uri="{FF2B5EF4-FFF2-40B4-BE49-F238E27FC236}">
                  <a16:creationId xmlns:a16="http://schemas.microsoft.com/office/drawing/2014/main" id="{18CDF83C-B095-C8E0-D240-A87A9FF4854A}"/>
                </a:ext>
              </a:extLst>
            </p:cNvPr>
            <p:cNvSpPr/>
            <p:nvPr userDrawn="1"/>
          </p:nvSpPr>
          <p:spPr>
            <a:xfrm>
              <a:off x="-2608729" y="1272988"/>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7" name="Rectangle 6">
              <a:extLst>
                <a:ext uri="{FF2B5EF4-FFF2-40B4-BE49-F238E27FC236}">
                  <a16:creationId xmlns:a16="http://schemas.microsoft.com/office/drawing/2014/main" id="{2982FBE3-51F8-443D-6610-549B8856FC84}"/>
                </a:ext>
              </a:extLst>
            </p:cNvPr>
            <p:cNvSpPr/>
            <p:nvPr userDrawn="1"/>
          </p:nvSpPr>
          <p:spPr>
            <a:xfrm>
              <a:off x="-1539357" y="12729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8" name="Rectangle 7">
              <a:extLst>
                <a:ext uri="{FF2B5EF4-FFF2-40B4-BE49-F238E27FC236}">
                  <a16:creationId xmlns:a16="http://schemas.microsoft.com/office/drawing/2014/main" id="{DBB260AE-1238-2006-1617-B5A32F1EABF0}"/>
                </a:ext>
              </a:extLst>
            </p:cNvPr>
            <p:cNvSpPr/>
            <p:nvPr userDrawn="1"/>
          </p:nvSpPr>
          <p:spPr>
            <a:xfrm>
              <a:off x="-2608729" y="21873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6" name="Rectangle 15">
              <a:extLst>
                <a:ext uri="{FF2B5EF4-FFF2-40B4-BE49-F238E27FC236}">
                  <a16:creationId xmlns:a16="http://schemas.microsoft.com/office/drawing/2014/main" id="{B336EE7A-670C-0435-B7FA-60ECFBE9FA1D}"/>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7" name="Rectangle 16">
              <a:extLst>
                <a:ext uri="{FF2B5EF4-FFF2-40B4-BE49-F238E27FC236}">
                  <a16:creationId xmlns:a16="http://schemas.microsoft.com/office/drawing/2014/main" id="{61F68C98-6CD5-AD74-89DD-A6344DF0B5C6}"/>
                </a:ext>
              </a:extLst>
            </p:cNvPr>
            <p:cNvSpPr/>
            <p:nvPr userDrawn="1"/>
          </p:nvSpPr>
          <p:spPr>
            <a:xfrm>
              <a:off x="-2608729" y="3101788"/>
              <a:ext cx="995082" cy="842683"/>
            </a:xfrm>
            <a:prstGeom prst="rect">
              <a:avLst/>
            </a:prstGeom>
            <a:solidFill>
              <a:srgbClr val="89D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87EF4674-A690-BACB-FA5D-145178EB8744}"/>
                </a:ext>
              </a:extLst>
            </p:cNvPr>
            <p:cNvSpPr/>
            <p:nvPr userDrawn="1"/>
          </p:nvSpPr>
          <p:spPr>
            <a:xfrm>
              <a:off x="-1539357"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0" name="Rectangle 19">
              <a:extLst>
                <a:ext uri="{FF2B5EF4-FFF2-40B4-BE49-F238E27FC236}">
                  <a16:creationId xmlns:a16="http://schemas.microsoft.com/office/drawing/2014/main" id="{1CE92C70-C7EB-A9FF-3DBC-78B135BEB6C3}"/>
                </a:ext>
              </a:extLst>
            </p:cNvPr>
            <p:cNvSpPr/>
            <p:nvPr userDrawn="1"/>
          </p:nvSpPr>
          <p:spPr>
            <a:xfrm>
              <a:off x="-2608729" y="40161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075462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Chapter title_3_Blush">
    <p:bg>
      <p:bgPr>
        <a:solidFill>
          <a:schemeClr val="accent4"/>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CB8CFB-52CE-5448-764B-A50A2DEFC96D}"/>
              </a:ext>
            </a:extLst>
          </p:cNvPr>
          <p:cNvSpPr>
            <a:spLocks noGrp="1"/>
          </p:cNvSpPr>
          <p:nvPr>
            <p:ph type="title" hasCustomPrompt="1"/>
          </p:nvPr>
        </p:nvSpPr>
        <p:spPr>
          <a:xfrm>
            <a:off x="331216" y="2551837"/>
            <a:ext cx="6450584" cy="1754326"/>
          </a:xfrm>
          <a:noFill/>
        </p:spPr>
        <p:txBody>
          <a:bodyPr wrap="square" rtlCol="0" anchor="ctr">
            <a:spAutoFit/>
          </a:bodyPr>
          <a:lstStyle>
            <a:lvl1pPr>
              <a:defRPr lang="en-NL" sz="5400" b="0">
                <a:solidFill>
                  <a:schemeClr val="tx1"/>
                </a:solidFill>
                <a:ea typeface="+mn-ea"/>
                <a:cs typeface="+mn-cs"/>
              </a:defRPr>
            </a:lvl1pPr>
          </a:lstStyle>
          <a:p>
            <a:pPr marL="0" lvl="0" defTabSz="457200"/>
            <a:r>
              <a:rPr lang="en-GB"/>
              <a:t>Chapter title running over two lines</a:t>
            </a:r>
            <a:endParaRPr lang="en-NL"/>
          </a:p>
        </p:txBody>
      </p:sp>
      <p:sp>
        <p:nvSpPr>
          <p:cNvPr id="32" name="TextBox 31">
            <a:extLst>
              <a:ext uri="{FF2B5EF4-FFF2-40B4-BE49-F238E27FC236}">
                <a16:creationId xmlns:a16="http://schemas.microsoft.com/office/drawing/2014/main" id="{9C3E5B63-3A86-2B5D-75D8-7787207FC762}"/>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NL" sz="7200" b="1" i="0">
              <a:solidFill>
                <a:schemeClr val="bg1"/>
              </a:solidFill>
              <a:latin typeface="ING display" panose="020B0803030508020203" pitchFamily="34" charset="77"/>
            </a:endParaRPr>
          </a:p>
        </p:txBody>
      </p:sp>
      <p:sp>
        <p:nvSpPr>
          <p:cNvPr id="3" name="Picture Placeholder 6">
            <a:extLst>
              <a:ext uri="{FF2B5EF4-FFF2-40B4-BE49-F238E27FC236}">
                <a16:creationId xmlns:a16="http://schemas.microsoft.com/office/drawing/2014/main" id="{EE6D1ED5-FEC3-9514-C9FB-617901DCB03A}"/>
              </a:ext>
            </a:extLst>
          </p:cNvPr>
          <p:cNvSpPr>
            <a:spLocks noGrp="1"/>
          </p:cNvSpPr>
          <p:nvPr>
            <p:ph type="pic" sz="quarter" idx="10"/>
          </p:nvPr>
        </p:nvSpPr>
        <p:spPr>
          <a:xfrm>
            <a:off x="7548563" y="0"/>
            <a:ext cx="4657725"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Rectangle 1">
            <a:extLst>
              <a:ext uri="{FF2B5EF4-FFF2-40B4-BE49-F238E27FC236}">
                <a16:creationId xmlns:a16="http://schemas.microsoft.com/office/drawing/2014/main" id="{F8B04756-E84F-9CEF-3F3A-091BD96F5625}"/>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grpSp>
        <p:nvGrpSpPr>
          <p:cNvPr id="15" name="Group 14">
            <a:extLst>
              <a:ext uri="{FF2B5EF4-FFF2-40B4-BE49-F238E27FC236}">
                <a16:creationId xmlns:a16="http://schemas.microsoft.com/office/drawing/2014/main" id="{D033B4FF-4133-3630-9662-7AE954CBC10D}"/>
              </a:ext>
            </a:extLst>
          </p:cNvPr>
          <p:cNvGrpSpPr/>
          <p:nvPr userDrawn="1"/>
        </p:nvGrpSpPr>
        <p:grpSpPr>
          <a:xfrm>
            <a:off x="-2579659" y="3714818"/>
            <a:ext cx="2144619" cy="2625866"/>
            <a:chOff x="-2608729" y="1272988"/>
            <a:chExt cx="2064454" cy="3585883"/>
          </a:xfrm>
        </p:grpSpPr>
        <p:sp>
          <p:nvSpPr>
            <p:cNvPr id="16" name="Rectangle 15">
              <a:extLst>
                <a:ext uri="{FF2B5EF4-FFF2-40B4-BE49-F238E27FC236}">
                  <a16:creationId xmlns:a16="http://schemas.microsoft.com/office/drawing/2014/main" id="{13CB8F2F-8A54-6DA0-EF5B-35BC3E034E71}"/>
                </a:ext>
              </a:extLst>
            </p:cNvPr>
            <p:cNvSpPr/>
            <p:nvPr userDrawn="1"/>
          </p:nvSpPr>
          <p:spPr>
            <a:xfrm>
              <a:off x="-2608729" y="1272988"/>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7" name="Rectangle 16">
              <a:extLst>
                <a:ext uri="{FF2B5EF4-FFF2-40B4-BE49-F238E27FC236}">
                  <a16:creationId xmlns:a16="http://schemas.microsoft.com/office/drawing/2014/main" id="{20EA3484-A03D-1FFE-CFF0-19ADA9327815}"/>
                </a:ext>
              </a:extLst>
            </p:cNvPr>
            <p:cNvSpPr/>
            <p:nvPr userDrawn="1"/>
          </p:nvSpPr>
          <p:spPr>
            <a:xfrm>
              <a:off x="-1539357" y="12729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8" name="Rectangle 17">
              <a:extLst>
                <a:ext uri="{FF2B5EF4-FFF2-40B4-BE49-F238E27FC236}">
                  <a16:creationId xmlns:a16="http://schemas.microsoft.com/office/drawing/2014/main" id="{A7C97000-DAD8-DBE1-6724-14812D04D0B2}"/>
                </a:ext>
              </a:extLst>
            </p:cNvPr>
            <p:cNvSpPr/>
            <p:nvPr userDrawn="1"/>
          </p:nvSpPr>
          <p:spPr>
            <a:xfrm>
              <a:off x="-2608729" y="21873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9" name="Rectangle 18">
              <a:extLst>
                <a:ext uri="{FF2B5EF4-FFF2-40B4-BE49-F238E27FC236}">
                  <a16:creationId xmlns:a16="http://schemas.microsoft.com/office/drawing/2014/main" id="{5A9D0756-9630-8500-D7A1-9923AA8DA7E3}"/>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0" name="Rectangle 19">
              <a:extLst>
                <a:ext uri="{FF2B5EF4-FFF2-40B4-BE49-F238E27FC236}">
                  <a16:creationId xmlns:a16="http://schemas.microsoft.com/office/drawing/2014/main" id="{70916221-CF54-61A3-21CD-10964390DA3F}"/>
                </a:ext>
              </a:extLst>
            </p:cNvPr>
            <p:cNvSpPr/>
            <p:nvPr userDrawn="1"/>
          </p:nvSpPr>
          <p:spPr>
            <a:xfrm>
              <a:off x="-2608729" y="3101788"/>
              <a:ext cx="995082" cy="842683"/>
            </a:xfrm>
            <a:prstGeom prst="rect">
              <a:avLst/>
            </a:prstGeom>
            <a:solidFill>
              <a:srgbClr val="89D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8CA60803-5AB3-AAE6-B115-F3E554476BF7}"/>
                </a:ext>
              </a:extLst>
            </p:cNvPr>
            <p:cNvSpPr/>
            <p:nvPr userDrawn="1"/>
          </p:nvSpPr>
          <p:spPr>
            <a:xfrm>
              <a:off x="-1539357"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546452EA-F179-6BFC-B46F-DF17E5F60867}"/>
                </a:ext>
              </a:extLst>
            </p:cNvPr>
            <p:cNvSpPr/>
            <p:nvPr userDrawn="1"/>
          </p:nvSpPr>
          <p:spPr>
            <a:xfrm>
              <a:off x="-2608729" y="40161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grpSp>
      <p:sp>
        <p:nvSpPr>
          <p:cNvPr id="23" name="Rectangle 22">
            <a:extLst>
              <a:ext uri="{FF2B5EF4-FFF2-40B4-BE49-F238E27FC236}">
                <a16:creationId xmlns:a16="http://schemas.microsoft.com/office/drawing/2014/main" id="{AD80D260-D9D4-12A0-9F2F-3D22FDDD4ABD}"/>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Tree>
    <p:extLst>
      <p:ext uri="{BB962C8B-B14F-4D97-AF65-F5344CB8AC3E}">
        <p14:creationId xmlns:p14="http://schemas.microsoft.com/office/powerpoint/2010/main" val="2775499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Copy_6_Blush">
    <p:bg>
      <p:bgPr>
        <a:solidFill>
          <a:schemeClr val="bg1"/>
        </a:solidFill>
        <a:effectLst/>
      </p:bgPr>
    </p:bg>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p:nvPr>
        </p:nvSpPr>
        <p:spPr>
          <a:xfrm>
            <a:off x="0" y="0"/>
            <a:ext cx="6095999" cy="6858000"/>
          </a:xfrm>
          <a:solidFill>
            <a:schemeClr val="accent4"/>
          </a:solidFill>
        </p:spPr>
        <p:txBody>
          <a:bodyPr lIns="360000" tIns="251999" rIns="360000" bIns="360000" anchor="t" anchorCtr="0">
            <a:noAutofit/>
          </a:bodyPr>
          <a:lstStyle>
            <a:lvl1pPr marL="0" indent="0">
              <a:lnSpc>
                <a:spcPct val="100000"/>
              </a:lnSpc>
              <a:buNone/>
              <a:defRPr sz="3600" b="0" i="0">
                <a:solidFill>
                  <a:schemeClr val="tx1"/>
                </a:solidFill>
                <a:latin typeface="ING display" panose="020B08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460DA289-ED46-974E-25FE-90EE2064B41B}"/>
              </a:ext>
            </a:extLst>
          </p:cNvPr>
          <p:cNvSpPr>
            <a:spLocks noGrp="1"/>
          </p:cNvSpPr>
          <p:nvPr>
            <p:ph idx="14"/>
          </p:nvPr>
        </p:nvSpPr>
        <p:spPr>
          <a:xfrm>
            <a:off x="6633274" y="635431"/>
            <a:ext cx="5067945" cy="5643132"/>
          </a:xfrm>
          <a:prstGeom prst="rect">
            <a:avLst/>
          </a:prstGeom>
        </p:spPr>
        <p:txBody>
          <a:bodyPr>
            <a:noAutofit/>
          </a:bodyPr>
          <a:lstStyle>
            <a:lvl1pPr marL="0" indent="0">
              <a:lnSpc>
                <a:spcPct val="150000"/>
              </a:lnSpc>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Master text styles</a:t>
            </a:r>
          </a:p>
        </p:txBody>
      </p:sp>
      <p:sp>
        <p:nvSpPr>
          <p:cNvPr id="2" name="Rectangle 1">
            <a:extLst>
              <a:ext uri="{FF2B5EF4-FFF2-40B4-BE49-F238E27FC236}">
                <a16:creationId xmlns:a16="http://schemas.microsoft.com/office/drawing/2014/main" id="{D60AD7C4-0C0B-1CD4-76D0-1574D999768A}"/>
              </a:ext>
            </a:extLst>
          </p:cNvPr>
          <p:cNvSpPr>
            <a:spLocks noChangeArrowheads="1"/>
          </p:cNvSpPr>
          <p:nvPr userDrawn="1"/>
        </p:nvSpPr>
        <p:spPr bwMode="gray">
          <a:xfrm>
            <a:off x="-5464495"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4" name="Rectangle 3">
            <a:extLst>
              <a:ext uri="{FF2B5EF4-FFF2-40B4-BE49-F238E27FC236}">
                <a16:creationId xmlns:a16="http://schemas.microsoft.com/office/drawing/2014/main" id="{F2F2904B-D7A2-2A6B-02BF-1647E95C6E40}"/>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grpSp>
        <p:nvGrpSpPr>
          <p:cNvPr id="5" name="Group 4">
            <a:extLst>
              <a:ext uri="{FF2B5EF4-FFF2-40B4-BE49-F238E27FC236}">
                <a16:creationId xmlns:a16="http://schemas.microsoft.com/office/drawing/2014/main" id="{D6F64730-D790-6923-A73D-CE833B49C0AA}"/>
              </a:ext>
            </a:extLst>
          </p:cNvPr>
          <p:cNvGrpSpPr/>
          <p:nvPr userDrawn="1"/>
        </p:nvGrpSpPr>
        <p:grpSpPr>
          <a:xfrm>
            <a:off x="-2579659" y="3714818"/>
            <a:ext cx="2144619" cy="2625866"/>
            <a:chOff x="-2608729" y="1272988"/>
            <a:chExt cx="2064454" cy="3585883"/>
          </a:xfrm>
        </p:grpSpPr>
        <p:sp>
          <p:nvSpPr>
            <p:cNvPr id="6" name="Rectangle 5">
              <a:extLst>
                <a:ext uri="{FF2B5EF4-FFF2-40B4-BE49-F238E27FC236}">
                  <a16:creationId xmlns:a16="http://schemas.microsoft.com/office/drawing/2014/main" id="{4BFEA342-D258-DFE6-2903-16A599C74A3F}"/>
                </a:ext>
              </a:extLst>
            </p:cNvPr>
            <p:cNvSpPr/>
            <p:nvPr userDrawn="1"/>
          </p:nvSpPr>
          <p:spPr>
            <a:xfrm>
              <a:off x="-2608729" y="1272988"/>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7" name="Rectangle 6">
              <a:extLst>
                <a:ext uri="{FF2B5EF4-FFF2-40B4-BE49-F238E27FC236}">
                  <a16:creationId xmlns:a16="http://schemas.microsoft.com/office/drawing/2014/main" id="{7DCEE559-728F-E806-CF7C-AFEF295C10DC}"/>
                </a:ext>
              </a:extLst>
            </p:cNvPr>
            <p:cNvSpPr/>
            <p:nvPr userDrawn="1"/>
          </p:nvSpPr>
          <p:spPr>
            <a:xfrm>
              <a:off x="-1539357" y="12729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8" name="Rectangle 7">
              <a:extLst>
                <a:ext uri="{FF2B5EF4-FFF2-40B4-BE49-F238E27FC236}">
                  <a16:creationId xmlns:a16="http://schemas.microsoft.com/office/drawing/2014/main" id="{DD56DC0B-A81D-A10A-74C8-A8A5562D2643}"/>
                </a:ext>
              </a:extLst>
            </p:cNvPr>
            <p:cNvSpPr/>
            <p:nvPr userDrawn="1"/>
          </p:nvSpPr>
          <p:spPr>
            <a:xfrm>
              <a:off x="-2608729" y="21873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6" name="Rectangle 15">
              <a:extLst>
                <a:ext uri="{FF2B5EF4-FFF2-40B4-BE49-F238E27FC236}">
                  <a16:creationId xmlns:a16="http://schemas.microsoft.com/office/drawing/2014/main" id="{7AE67F88-E762-A826-11F0-598BC8A8DED0}"/>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7" name="Rectangle 16">
              <a:extLst>
                <a:ext uri="{FF2B5EF4-FFF2-40B4-BE49-F238E27FC236}">
                  <a16:creationId xmlns:a16="http://schemas.microsoft.com/office/drawing/2014/main" id="{74C588F0-7102-4C66-3F42-68EAE8558A18}"/>
                </a:ext>
              </a:extLst>
            </p:cNvPr>
            <p:cNvSpPr/>
            <p:nvPr userDrawn="1"/>
          </p:nvSpPr>
          <p:spPr>
            <a:xfrm>
              <a:off x="-2608729" y="3101788"/>
              <a:ext cx="995082" cy="842683"/>
            </a:xfrm>
            <a:prstGeom prst="rect">
              <a:avLst/>
            </a:prstGeom>
            <a:solidFill>
              <a:srgbClr val="89D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5FC67D95-67F4-39B4-EFA3-EC59CCBEA952}"/>
                </a:ext>
              </a:extLst>
            </p:cNvPr>
            <p:cNvSpPr/>
            <p:nvPr userDrawn="1"/>
          </p:nvSpPr>
          <p:spPr>
            <a:xfrm>
              <a:off x="-1539357"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0" name="Rectangle 19">
              <a:extLst>
                <a:ext uri="{FF2B5EF4-FFF2-40B4-BE49-F238E27FC236}">
                  <a16:creationId xmlns:a16="http://schemas.microsoft.com/office/drawing/2014/main" id="{F80C474D-8740-F849-2000-A7677E41F7EF}"/>
                </a:ext>
              </a:extLst>
            </p:cNvPr>
            <p:cNvSpPr/>
            <p:nvPr userDrawn="1"/>
          </p:nvSpPr>
          <p:spPr>
            <a:xfrm>
              <a:off x="-2608729" y="40161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973712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Chapter title_3_Violet">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CB8CFB-52CE-5448-764B-A50A2DEFC96D}"/>
              </a:ext>
            </a:extLst>
          </p:cNvPr>
          <p:cNvSpPr>
            <a:spLocks noGrp="1"/>
          </p:cNvSpPr>
          <p:nvPr>
            <p:ph type="title" hasCustomPrompt="1"/>
          </p:nvPr>
        </p:nvSpPr>
        <p:spPr>
          <a:xfrm>
            <a:off x="331216" y="2551837"/>
            <a:ext cx="6450584" cy="1754326"/>
          </a:xfrm>
          <a:noFill/>
        </p:spPr>
        <p:txBody>
          <a:bodyPr wrap="square" rtlCol="0" anchor="ctr">
            <a:spAutoFit/>
          </a:bodyPr>
          <a:lstStyle>
            <a:lvl1pPr>
              <a:defRPr lang="en-NL" sz="5400" b="0">
                <a:solidFill>
                  <a:schemeClr val="bg1"/>
                </a:solidFill>
                <a:ea typeface="+mn-ea"/>
                <a:cs typeface="+mn-cs"/>
              </a:defRPr>
            </a:lvl1pPr>
          </a:lstStyle>
          <a:p>
            <a:pPr marL="0" lvl="0" defTabSz="457200"/>
            <a:r>
              <a:rPr lang="en-GB"/>
              <a:t>Chapter title running over two lines</a:t>
            </a:r>
            <a:endParaRPr lang="en-NL"/>
          </a:p>
        </p:txBody>
      </p:sp>
      <p:sp>
        <p:nvSpPr>
          <p:cNvPr id="32" name="TextBox 31">
            <a:extLst>
              <a:ext uri="{FF2B5EF4-FFF2-40B4-BE49-F238E27FC236}">
                <a16:creationId xmlns:a16="http://schemas.microsoft.com/office/drawing/2014/main" id="{9C3E5B63-3A86-2B5D-75D8-7787207FC762}"/>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NL" sz="7200" b="1" i="0">
              <a:solidFill>
                <a:schemeClr val="bg1"/>
              </a:solidFill>
              <a:latin typeface="ING display" panose="020B0803030508020203" pitchFamily="34" charset="77"/>
            </a:endParaRPr>
          </a:p>
        </p:txBody>
      </p:sp>
      <p:sp>
        <p:nvSpPr>
          <p:cNvPr id="2" name="Rectangle 1">
            <a:extLst>
              <a:ext uri="{FF2B5EF4-FFF2-40B4-BE49-F238E27FC236}">
                <a16:creationId xmlns:a16="http://schemas.microsoft.com/office/drawing/2014/main" id="{9330073A-B010-00AC-842C-2EBBDCCF7784}"/>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grpSp>
        <p:nvGrpSpPr>
          <p:cNvPr id="15" name="Group 14">
            <a:extLst>
              <a:ext uri="{FF2B5EF4-FFF2-40B4-BE49-F238E27FC236}">
                <a16:creationId xmlns:a16="http://schemas.microsoft.com/office/drawing/2014/main" id="{3BEEB9E0-89E1-1D1E-8DC3-49A1F0856931}"/>
              </a:ext>
            </a:extLst>
          </p:cNvPr>
          <p:cNvGrpSpPr/>
          <p:nvPr userDrawn="1"/>
        </p:nvGrpSpPr>
        <p:grpSpPr>
          <a:xfrm>
            <a:off x="-2579659" y="3714818"/>
            <a:ext cx="2144619" cy="2625866"/>
            <a:chOff x="-2608729" y="1272988"/>
            <a:chExt cx="2064454" cy="3585883"/>
          </a:xfrm>
        </p:grpSpPr>
        <p:sp>
          <p:nvSpPr>
            <p:cNvPr id="16" name="Rectangle 15">
              <a:extLst>
                <a:ext uri="{FF2B5EF4-FFF2-40B4-BE49-F238E27FC236}">
                  <a16:creationId xmlns:a16="http://schemas.microsoft.com/office/drawing/2014/main" id="{EF30C7BC-067A-31D9-6F12-987051ED6540}"/>
                </a:ext>
              </a:extLst>
            </p:cNvPr>
            <p:cNvSpPr/>
            <p:nvPr userDrawn="1"/>
          </p:nvSpPr>
          <p:spPr>
            <a:xfrm>
              <a:off x="-2608729" y="1272988"/>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7" name="Rectangle 16">
              <a:extLst>
                <a:ext uri="{FF2B5EF4-FFF2-40B4-BE49-F238E27FC236}">
                  <a16:creationId xmlns:a16="http://schemas.microsoft.com/office/drawing/2014/main" id="{1B7A266B-8CEF-B0C1-D142-6B7159EEC7E6}"/>
                </a:ext>
              </a:extLst>
            </p:cNvPr>
            <p:cNvSpPr/>
            <p:nvPr userDrawn="1"/>
          </p:nvSpPr>
          <p:spPr>
            <a:xfrm>
              <a:off x="-1539357" y="12729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8" name="Rectangle 17">
              <a:extLst>
                <a:ext uri="{FF2B5EF4-FFF2-40B4-BE49-F238E27FC236}">
                  <a16:creationId xmlns:a16="http://schemas.microsoft.com/office/drawing/2014/main" id="{512ECB46-C728-0127-9179-52FADF87598C}"/>
                </a:ext>
              </a:extLst>
            </p:cNvPr>
            <p:cNvSpPr/>
            <p:nvPr userDrawn="1"/>
          </p:nvSpPr>
          <p:spPr>
            <a:xfrm>
              <a:off x="-2608729" y="21873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9" name="Rectangle 18">
              <a:extLst>
                <a:ext uri="{FF2B5EF4-FFF2-40B4-BE49-F238E27FC236}">
                  <a16:creationId xmlns:a16="http://schemas.microsoft.com/office/drawing/2014/main" id="{B4FBAEC5-D178-DEF2-E59C-B99E713A4642}"/>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0" name="Rectangle 19">
              <a:extLst>
                <a:ext uri="{FF2B5EF4-FFF2-40B4-BE49-F238E27FC236}">
                  <a16:creationId xmlns:a16="http://schemas.microsoft.com/office/drawing/2014/main" id="{0B807E33-F01F-C28D-3D62-6D32096353EA}"/>
                </a:ext>
              </a:extLst>
            </p:cNvPr>
            <p:cNvSpPr/>
            <p:nvPr userDrawn="1"/>
          </p:nvSpPr>
          <p:spPr>
            <a:xfrm>
              <a:off x="-2608729" y="3101788"/>
              <a:ext cx="995082" cy="842683"/>
            </a:xfrm>
            <a:prstGeom prst="rect">
              <a:avLst/>
            </a:prstGeom>
            <a:solidFill>
              <a:srgbClr val="89D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A20AD2FF-8249-407B-4000-8259456388F6}"/>
                </a:ext>
              </a:extLst>
            </p:cNvPr>
            <p:cNvSpPr/>
            <p:nvPr userDrawn="1"/>
          </p:nvSpPr>
          <p:spPr>
            <a:xfrm>
              <a:off x="-1539357"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39442EFC-F3EA-2459-7B03-2F4D3AA93707}"/>
                </a:ext>
              </a:extLst>
            </p:cNvPr>
            <p:cNvSpPr/>
            <p:nvPr userDrawn="1"/>
          </p:nvSpPr>
          <p:spPr>
            <a:xfrm>
              <a:off x="-2608729" y="40161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grpSp>
      <p:sp>
        <p:nvSpPr>
          <p:cNvPr id="23" name="Rectangle 22">
            <a:extLst>
              <a:ext uri="{FF2B5EF4-FFF2-40B4-BE49-F238E27FC236}">
                <a16:creationId xmlns:a16="http://schemas.microsoft.com/office/drawing/2014/main" id="{616F7343-B79C-4C43-4DFF-DB06AC00FAA0}"/>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3" name="Picture Placeholder 6">
            <a:extLst>
              <a:ext uri="{FF2B5EF4-FFF2-40B4-BE49-F238E27FC236}">
                <a16:creationId xmlns:a16="http://schemas.microsoft.com/office/drawing/2014/main" id="{2860FC5F-32F9-0710-F43C-67DA0EE3A3BA}"/>
              </a:ext>
            </a:extLst>
          </p:cNvPr>
          <p:cNvSpPr>
            <a:spLocks noGrp="1"/>
          </p:cNvSpPr>
          <p:nvPr>
            <p:ph type="pic" sz="quarter" idx="10"/>
          </p:nvPr>
        </p:nvSpPr>
        <p:spPr>
          <a:xfrm>
            <a:off x="7548563" y="0"/>
            <a:ext cx="4657725"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Tree>
    <p:extLst>
      <p:ext uri="{BB962C8B-B14F-4D97-AF65-F5344CB8AC3E}">
        <p14:creationId xmlns:p14="http://schemas.microsoft.com/office/powerpoint/2010/main" val="534724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Product Flyer">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868B54DF-112F-1C4B-A661-10CC6BB5DE57}"/>
              </a:ext>
            </a:extLst>
          </p:cNvPr>
          <p:cNvSpPr/>
          <p:nvPr userDrawn="1"/>
        </p:nvSpPr>
        <p:spPr>
          <a:xfrm>
            <a:off x="277332" y="1316295"/>
            <a:ext cx="2628217" cy="3609147"/>
          </a:xfrm>
          <a:prstGeom prst="roundRect">
            <a:avLst>
              <a:gd name="adj" fmla="val 6782"/>
            </a:avLst>
          </a:prstGeom>
          <a:solidFill>
            <a:schemeClr val="bg1"/>
          </a:solidFill>
          <a:ln w="6350">
            <a:solidFill>
              <a:srgbClr val="FF62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NL" sz="1600" err="1">
              <a:solidFill>
                <a:schemeClr val="tx1"/>
              </a:solidFill>
              <a:latin typeface="ING Me" panose="02000506040000020004" pitchFamily="2" charset="0"/>
              <a:cs typeface="ING Me" panose="02000506040000020004" pitchFamily="2" charset="0"/>
            </a:endParaRPr>
          </a:p>
        </p:txBody>
      </p:sp>
      <p:sp>
        <p:nvSpPr>
          <p:cNvPr id="8" name="Rounded Rectangle 7">
            <a:extLst>
              <a:ext uri="{FF2B5EF4-FFF2-40B4-BE49-F238E27FC236}">
                <a16:creationId xmlns:a16="http://schemas.microsoft.com/office/drawing/2014/main" id="{CD9BAA00-B0FB-514A-856A-0616752F9371}"/>
              </a:ext>
            </a:extLst>
          </p:cNvPr>
          <p:cNvSpPr/>
          <p:nvPr userDrawn="1"/>
        </p:nvSpPr>
        <p:spPr>
          <a:xfrm>
            <a:off x="2618095" y="627180"/>
            <a:ext cx="6870470" cy="5171014"/>
          </a:xfrm>
          <a:prstGeom prst="roundRect">
            <a:avLst>
              <a:gd name="adj" fmla="val 4780"/>
            </a:avLst>
          </a:prstGeom>
          <a:solidFill>
            <a:schemeClr val="bg1"/>
          </a:solidFill>
          <a:ln w="6350">
            <a:solidFill>
              <a:srgbClr val="FF62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NL" sz="1600" err="1">
              <a:solidFill>
                <a:schemeClr val="tx1"/>
              </a:solidFill>
              <a:latin typeface="ING Me" panose="02000506040000020004" pitchFamily="2" charset="0"/>
              <a:cs typeface="ING Me" panose="02000506040000020004" pitchFamily="2" charset="0"/>
            </a:endParaRPr>
          </a:p>
        </p:txBody>
      </p:sp>
      <p:sp>
        <p:nvSpPr>
          <p:cNvPr id="34" name="Rounded Rectangle 33">
            <a:extLst>
              <a:ext uri="{FF2B5EF4-FFF2-40B4-BE49-F238E27FC236}">
                <a16:creationId xmlns:a16="http://schemas.microsoft.com/office/drawing/2014/main" id="{4C791156-27B8-8242-9BBC-DBDB2AF3F0BC}"/>
              </a:ext>
            </a:extLst>
          </p:cNvPr>
          <p:cNvSpPr/>
          <p:nvPr userDrawn="1"/>
        </p:nvSpPr>
        <p:spPr>
          <a:xfrm>
            <a:off x="9286450" y="901904"/>
            <a:ext cx="2542877" cy="4492009"/>
          </a:xfrm>
          <a:prstGeom prst="roundRect">
            <a:avLst>
              <a:gd name="adj" fmla="val 6782"/>
            </a:avLst>
          </a:prstGeom>
          <a:solidFill>
            <a:schemeClr val="bg1"/>
          </a:solidFill>
          <a:ln w="6350">
            <a:solidFill>
              <a:srgbClr val="FF62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NL" sz="1600" err="1">
              <a:solidFill>
                <a:schemeClr val="tx1"/>
              </a:solidFill>
              <a:latin typeface="ING Me" panose="02000506040000020004" pitchFamily="2" charset="0"/>
              <a:cs typeface="ING Me" panose="02000506040000020004" pitchFamily="2" charset="0"/>
            </a:endParaRPr>
          </a:p>
        </p:txBody>
      </p:sp>
      <p:pic>
        <p:nvPicPr>
          <p:cNvPr id="9" name="Graphic 8" descr="Laptop with solid fill">
            <a:extLst>
              <a:ext uri="{FF2B5EF4-FFF2-40B4-BE49-F238E27FC236}">
                <a16:creationId xmlns:a16="http://schemas.microsoft.com/office/drawing/2014/main" id="{4ADB1E72-3C75-0B46-B957-B329CB4BA17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18922" y="5393914"/>
            <a:ext cx="1217066" cy="1217066"/>
          </a:xfrm>
          <a:prstGeom prst="rect">
            <a:avLst/>
          </a:prstGeom>
        </p:spPr>
      </p:pic>
      <p:pic>
        <p:nvPicPr>
          <p:cNvPr id="10" name="Graphic 9" descr="Smart Phone with solid fill">
            <a:extLst>
              <a:ext uri="{FF2B5EF4-FFF2-40B4-BE49-F238E27FC236}">
                <a16:creationId xmlns:a16="http://schemas.microsoft.com/office/drawing/2014/main" id="{7A5FADA2-6E25-CC43-BA1B-CAECBA1B5D1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9466" y="5512163"/>
            <a:ext cx="914400" cy="914400"/>
          </a:xfrm>
          <a:prstGeom prst="rect">
            <a:avLst/>
          </a:prstGeom>
        </p:spPr>
      </p:pic>
      <p:pic>
        <p:nvPicPr>
          <p:cNvPr id="23" name="Graphic 22" descr="Link with solid fill">
            <a:extLst>
              <a:ext uri="{FF2B5EF4-FFF2-40B4-BE49-F238E27FC236}">
                <a16:creationId xmlns:a16="http://schemas.microsoft.com/office/drawing/2014/main" id="{33D85602-9088-D944-A6D5-98CDF2A6386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8900000">
            <a:off x="2384385" y="2693620"/>
            <a:ext cx="469232" cy="469232"/>
          </a:xfrm>
          <a:prstGeom prst="rect">
            <a:avLst/>
          </a:prstGeom>
        </p:spPr>
      </p:pic>
      <p:sp>
        <p:nvSpPr>
          <p:cNvPr id="24" name="TextBox 23">
            <a:extLst>
              <a:ext uri="{FF2B5EF4-FFF2-40B4-BE49-F238E27FC236}">
                <a16:creationId xmlns:a16="http://schemas.microsoft.com/office/drawing/2014/main" id="{35F62C98-28FC-7C4A-BF13-4F1C124D2E34}"/>
              </a:ext>
            </a:extLst>
          </p:cNvPr>
          <p:cNvSpPr txBox="1"/>
          <p:nvPr userDrawn="1"/>
        </p:nvSpPr>
        <p:spPr>
          <a:xfrm>
            <a:off x="517289" y="1513654"/>
            <a:ext cx="1769419" cy="195814"/>
          </a:xfrm>
          <a:prstGeom prst="rect">
            <a:avLst/>
          </a:prstGeom>
          <a:noFill/>
        </p:spPr>
        <p:txBody>
          <a:bodyPr wrap="square" lIns="36000" tIns="36000" rIns="36000" bIns="36000" rtlCol="0">
            <a:spAutoFit/>
          </a:bodyPr>
          <a:lstStyle/>
          <a:p>
            <a:r>
              <a:rPr lang="en-GB" sz="800" b="1">
                <a:solidFill>
                  <a:schemeClr val="bg2">
                    <a:lumMod val="75000"/>
                  </a:schemeClr>
                </a:solidFill>
                <a:latin typeface="ING Me" panose="02000506040000020004" pitchFamily="2" charset="0"/>
                <a:cs typeface="ING Me" panose="02000506040000020004" pitchFamily="2" charset="0"/>
              </a:rPr>
              <a:t>CONNECT WITH OTHER PRODUCTS:</a:t>
            </a:r>
            <a:endParaRPr lang="en-NL" sz="800" err="1">
              <a:solidFill>
                <a:schemeClr val="bg2">
                  <a:lumMod val="75000"/>
                </a:schemeClr>
              </a:solidFill>
              <a:latin typeface="ING Me" panose="02000506040000020004" pitchFamily="2" charset="0"/>
              <a:cs typeface="ING Me" panose="02000506040000020004" pitchFamily="2" charset="0"/>
            </a:endParaRPr>
          </a:p>
        </p:txBody>
      </p:sp>
      <p:sp>
        <p:nvSpPr>
          <p:cNvPr id="25" name="TextBox 24">
            <a:extLst>
              <a:ext uri="{FF2B5EF4-FFF2-40B4-BE49-F238E27FC236}">
                <a16:creationId xmlns:a16="http://schemas.microsoft.com/office/drawing/2014/main" id="{24EF9B80-81B4-BF41-A420-1B0A594CAE97}"/>
              </a:ext>
            </a:extLst>
          </p:cNvPr>
          <p:cNvSpPr txBox="1"/>
          <p:nvPr userDrawn="1"/>
        </p:nvSpPr>
        <p:spPr>
          <a:xfrm>
            <a:off x="9473301" y="1088300"/>
            <a:ext cx="1769419" cy="195814"/>
          </a:xfrm>
          <a:prstGeom prst="rect">
            <a:avLst/>
          </a:prstGeom>
          <a:noFill/>
        </p:spPr>
        <p:txBody>
          <a:bodyPr wrap="square" lIns="36000" tIns="36000" rIns="36000" bIns="36000" rtlCol="0">
            <a:spAutoFit/>
          </a:bodyPr>
          <a:lstStyle/>
          <a:p>
            <a:r>
              <a:rPr lang="en-GB" sz="800" b="1">
                <a:solidFill>
                  <a:schemeClr val="bg2">
                    <a:lumMod val="75000"/>
                  </a:schemeClr>
                </a:solidFill>
                <a:latin typeface="ING Me" panose="02000506040000020004" pitchFamily="2" charset="0"/>
                <a:cs typeface="ING Me" panose="02000506040000020004" pitchFamily="2" charset="0"/>
              </a:rPr>
              <a:t>RELEASED THIS YEAR</a:t>
            </a:r>
            <a:endParaRPr lang="en-NL" sz="800" err="1">
              <a:solidFill>
                <a:schemeClr val="bg2">
                  <a:lumMod val="75000"/>
                </a:schemeClr>
              </a:solidFill>
              <a:latin typeface="ING Me" panose="02000506040000020004" pitchFamily="2" charset="0"/>
              <a:cs typeface="ING Me" panose="02000506040000020004" pitchFamily="2" charset="0"/>
            </a:endParaRPr>
          </a:p>
        </p:txBody>
      </p:sp>
      <p:grpSp>
        <p:nvGrpSpPr>
          <p:cNvPr id="26" name="Group 25">
            <a:extLst>
              <a:ext uri="{FF2B5EF4-FFF2-40B4-BE49-F238E27FC236}">
                <a16:creationId xmlns:a16="http://schemas.microsoft.com/office/drawing/2014/main" id="{B342A12D-AD38-F748-9313-3757557B48A5}"/>
              </a:ext>
            </a:extLst>
          </p:cNvPr>
          <p:cNvGrpSpPr/>
          <p:nvPr userDrawn="1"/>
        </p:nvGrpSpPr>
        <p:grpSpPr>
          <a:xfrm>
            <a:off x="5685650" y="5549606"/>
            <a:ext cx="730868" cy="624294"/>
            <a:chOff x="7347105" y="5896225"/>
            <a:chExt cx="730868" cy="624294"/>
          </a:xfrm>
        </p:grpSpPr>
        <p:pic>
          <p:nvPicPr>
            <p:cNvPr id="27" name="Graphic 26" descr="Arrow: Straight with solid fill">
              <a:extLst>
                <a:ext uri="{FF2B5EF4-FFF2-40B4-BE49-F238E27FC236}">
                  <a16:creationId xmlns:a16="http://schemas.microsoft.com/office/drawing/2014/main" id="{0A69001F-01E4-DA48-8B4E-ACEF40DE1B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7483439" y="6051287"/>
              <a:ext cx="469232" cy="469232"/>
            </a:xfrm>
            <a:prstGeom prst="rect">
              <a:avLst/>
            </a:prstGeom>
          </p:spPr>
        </p:pic>
        <p:pic>
          <p:nvPicPr>
            <p:cNvPr id="28" name="Graphic 27" descr="Back with solid fill">
              <a:extLst>
                <a:ext uri="{FF2B5EF4-FFF2-40B4-BE49-F238E27FC236}">
                  <a16:creationId xmlns:a16="http://schemas.microsoft.com/office/drawing/2014/main" id="{831FAC08-09BB-CE47-BCA6-66E08710BE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3500000">
              <a:off x="7608741" y="5896225"/>
              <a:ext cx="469232" cy="469232"/>
            </a:xfrm>
            <a:prstGeom prst="rect">
              <a:avLst/>
            </a:prstGeom>
          </p:spPr>
        </p:pic>
        <p:pic>
          <p:nvPicPr>
            <p:cNvPr id="29" name="Graphic 28" descr="Back with solid fill">
              <a:extLst>
                <a:ext uri="{FF2B5EF4-FFF2-40B4-BE49-F238E27FC236}">
                  <a16:creationId xmlns:a16="http://schemas.microsoft.com/office/drawing/2014/main" id="{41EA003E-7767-F642-9A4A-02A11187B6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8100000">
              <a:off x="7347105" y="5911313"/>
              <a:ext cx="469232" cy="469232"/>
            </a:xfrm>
            <a:prstGeom prst="rect">
              <a:avLst/>
            </a:prstGeom>
          </p:spPr>
        </p:pic>
      </p:grpSp>
      <p:sp>
        <p:nvSpPr>
          <p:cNvPr id="43" name="Text Placeholder 41">
            <a:extLst>
              <a:ext uri="{FF2B5EF4-FFF2-40B4-BE49-F238E27FC236}">
                <a16:creationId xmlns:a16="http://schemas.microsoft.com/office/drawing/2014/main" id="{EC54D81F-7D1B-3F43-A799-FDF961AA8AF8}"/>
              </a:ext>
            </a:extLst>
          </p:cNvPr>
          <p:cNvSpPr>
            <a:spLocks noGrp="1"/>
          </p:cNvSpPr>
          <p:nvPr>
            <p:ph type="body" sz="quarter" idx="11" hasCustomPrompt="1"/>
          </p:nvPr>
        </p:nvSpPr>
        <p:spPr>
          <a:xfrm>
            <a:off x="1558583" y="6061656"/>
            <a:ext cx="2750204" cy="455613"/>
          </a:xfrm>
          <a:prstGeom prst="rect">
            <a:avLst/>
          </a:prstGeom>
        </p:spPr>
        <p:txBody>
          <a:bodyPr/>
          <a:lstStyle>
            <a:lvl1pPr marL="0" indent="0" algn="ctr">
              <a:buNone/>
              <a:defRPr sz="1400" b="1">
                <a:latin typeface="ING Me" panose="02000506040000020004" pitchFamily="2" charset="0"/>
                <a:cs typeface="ING Me" panose="02000506040000020004" pitchFamily="2" charset="0"/>
              </a:defRPr>
            </a:lvl1pPr>
          </a:lstStyle>
          <a:p>
            <a:pPr lvl="0"/>
            <a:r>
              <a:rPr lang="en-GB"/>
              <a:t>Impact</a:t>
            </a:r>
            <a:br>
              <a:rPr lang="en-GB"/>
            </a:br>
            <a:r>
              <a:rPr lang="en-GB"/>
              <a:t>#1</a:t>
            </a:r>
            <a:endParaRPr lang="en-NL"/>
          </a:p>
        </p:txBody>
      </p:sp>
      <p:sp>
        <p:nvSpPr>
          <p:cNvPr id="45" name="Text Placeholder 41">
            <a:extLst>
              <a:ext uri="{FF2B5EF4-FFF2-40B4-BE49-F238E27FC236}">
                <a16:creationId xmlns:a16="http://schemas.microsoft.com/office/drawing/2014/main" id="{96D5219D-443A-724B-B275-972C61457ED1}"/>
              </a:ext>
            </a:extLst>
          </p:cNvPr>
          <p:cNvSpPr>
            <a:spLocks noGrp="1"/>
          </p:cNvSpPr>
          <p:nvPr>
            <p:ph type="body" sz="quarter" idx="12" hasCustomPrompt="1"/>
          </p:nvPr>
        </p:nvSpPr>
        <p:spPr>
          <a:xfrm>
            <a:off x="7771263" y="6061656"/>
            <a:ext cx="2750204" cy="455613"/>
          </a:xfrm>
          <a:prstGeom prst="rect">
            <a:avLst/>
          </a:prstGeom>
        </p:spPr>
        <p:txBody>
          <a:bodyPr/>
          <a:lstStyle>
            <a:lvl1pPr marL="0" indent="0" algn="ctr">
              <a:buNone/>
              <a:defRPr sz="1400" b="1">
                <a:latin typeface="ING Me" panose="02000506040000020004" pitchFamily="2" charset="0"/>
                <a:cs typeface="ING Me" panose="02000506040000020004" pitchFamily="2" charset="0"/>
              </a:defRPr>
            </a:lvl1pPr>
          </a:lstStyle>
          <a:p>
            <a:pPr lvl="0"/>
            <a:r>
              <a:rPr lang="en-GB"/>
              <a:t>Impact</a:t>
            </a:r>
            <a:br>
              <a:rPr lang="en-GB"/>
            </a:br>
            <a:r>
              <a:rPr lang="en-GB"/>
              <a:t>#3</a:t>
            </a:r>
            <a:endParaRPr lang="en-NL"/>
          </a:p>
        </p:txBody>
      </p:sp>
      <p:sp>
        <p:nvSpPr>
          <p:cNvPr id="47" name="Text Placeholder 41">
            <a:extLst>
              <a:ext uri="{FF2B5EF4-FFF2-40B4-BE49-F238E27FC236}">
                <a16:creationId xmlns:a16="http://schemas.microsoft.com/office/drawing/2014/main" id="{51361D66-A513-8A4C-A433-E30E665624DE}"/>
              </a:ext>
            </a:extLst>
          </p:cNvPr>
          <p:cNvSpPr>
            <a:spLocks noGrp="1"/>
          </p:cNvSpPr>
          <p:nvPr>
            <p:ph type="body" sz="quarter" idx="13" hasCustomPrompt="1"/>
          </p:nvPr>
        </p:nvSpPr>
        <p:spPr>
          <a:xfrm>
            <a:off x="4685285" y="6248599"/>
            <a:ext cx="2750204" cy="455613"/>
          </a:xfrm>
          <a:prstGeom prst="rect">
            <a:avLst/>
          </a:prstGeom>
        </p:spPr>
        <p:txBody>
          <a:bodyPr/>
          <a:lstStyle>
            <a:lvl1pPr marL="0" indent="0" algn="ctr">
              <a:buNone/>
              <a:defRPr sz="1400" b="1">
                <a:latin typeface="ING Me" panose="02000506040000020004" pitchFamily="2" charset="0"/>
                <a:cs typeface="ING Me" panose="02000506040000020004" pitchFamily="2" charset="0"/>
              </a:defRPr>
            </a:lvl1pPr>
          </a:lstStyle>
          <a:p>
            <a:pPr lvl="0"/>
            <a:r>
              <a:rPr lang="en-GB"/>
              <a:t>Impact</a:t>
            </a:r>
            <a:br>
              <a:rPr lang="en-GB"/>
            </a:br>
            <a:r>
              <a:rPr lang="en-GB"/>
              <a:t>#2</a:t>
            </a:r>
            <a:endParaRPr lang="en-NL"/>
          </a:p>
        </p:txBody>
      </p:sp>
      <p:sp>
        <p:nvSpPr>
          <p:cNvPr id="49" name="Text Placeholder 41">
            <a:extLst>
              <a:ext uri="{FF2B5EF4-FFF2-40B4-BE49-F238E27FC236}">
                <a16:creationId xmlns:a16="http://schemas.microsoft.com/office/drawing/2014/main" id="{5C5045AE-9A3C-FB43-9198-BD3C9A4223E0}"/>
              </a:ext>
            </a:extLst>
          </p:cNvPr>
          <p:cNvSpPr>
            <a:spLocks noGrp="1"/>
          </p:cNvSpPr>
          <p:nvPr>
            <p:ph type="body" sz="quarter" idx="14" hasCustomPrompt="1"/>
          </p:nvPr>
        </p:nvSpPr>
        <p:spPr>
          <a:xfrm>
            <a:off x="4621341" y="404320"/>
            <a:ext cx="2863979" cy="535531"/>
          </a:xfrm>
          <a:prstGeom prst="rect">
            <a:avLst/>
          </a:prstGeom>
          <a:solidFill>
            <a:schemeClr val="bg1"/>
          </a:solidFill>
        </p:spPr>
        <p:txBody>
          <a:bodyPr wrap="none">
            <a:spAutoFit/>
          </a:bodyPr>
          <a:lstStyle>
            <a:lvl1pPr marL="0" indent="0" algn="ctr">
              <a:buNone/>
              <a:defRPr sz="3200" b="1">
                <a:solidFill>
                  <a:srgbClr val="FF6200"/>
                </a:solidFill>
                <a:latin typeface="ING Me" panose="02000506040000020004" pitchFamily="2" charset="0"/>
                <a:cs typeface="ING Me" panose="02000506040000020004" pitchFamily="2" charset="0"/>
              </a:defRPr>
            </a:lvl1pPr>
          </a:lstStyle>
          <a:p>
            <a:pPr lvl="0"/>
            <a:r>
              <a:rPr lang="en-GB"/>
              <a:t>Product Name</a:t>
            </a:r>
            <a:endParaRPr lang="en-NL"/>
          </a:p>
        </p:txBody>
      </p:sp>
      <p:sp>
        <p:nvSpPr>
          <p:cNvPr id="51" name="Text Placeholder 41">
            <a:extLst>
              <a:ext uri="{FF2B5EF4-FFF2-40B4-BE49-F238E27FC236}">
                <a16:creationId xmlns:a16="http://schemas.microsoft.com/office/drawing/2014/main" id="{F20DBFDE-4C40-C945-B033-DA91D71FFBBE}"/>
              </a:ext>
            </a:extLst>
          </p:cNvPr>
          <p:cNvSpPr>
            <a:spLocks noGrp="1"/>
          </p:cNvSpPr>
          <p:nvPr>
            <p:ph type="body" sz="quarter" idx="15" hasCustomPrompt="1"/>
          </p:nvPr>
        </p:nvSpPr>
        <p:spPr>
          <a:xfrm>
            <a:off x="2972581" y="901904"/>
            <a:ext cx="6139196" cy="455613"/>
          </a:xfrm>
          <a:prstGeom prst="rect">
            <a:avLst/>
          </a:prstGeom>
          <a:noFill/>
        </p:spPr>
        <p:txBody>
          <a:bodyPr/>
          <a:lstStyle>
            <a:lvl1pPr marL="0" indent="0" algn="ctr">
              <a:buNone/>
              <a:defRPr sz="1600" b="0">
                <a:solidFill>
                  <a:schemeClr val="tx1">
                    <a:lumMod val="95000"/>
                    <a:lumOff val="5000"/>
                  </a:schemeClr>
                </a:solidFill>
                <a:latin typeface="ING Me" panose="02000506040000020004" pitchFamily="2" charset="0"/>
                <a:cs typeface="ING Me" panose="02000506040000020004" pitchFamily="2" charset="0"/>
              </a:defRPr>
            </a:lvl1pPr>
          </a:lstStyle>
          <a:p>
            <a:pPr lvl="0"/>
            <a:r>
              <a:rPr lang="en-GB"/>
              <a:t>Product purpose</a:t>
            </a:r>
            <a:r>
              <a:rPr lang="en-NL"/>
              <a:t> in three lines</a:t>
            </a:r>
            <a:endParaRPr lang="en-GB"/>
          </a:p>
        </p:txBody>
      </p:sp>
      <p:sp>
        <p:nvSpPr>
          <p:cNvPr id="55" name="Text Placeholder 53">
            <a:extLst>
              <a:ext uri="{FF2B5EF4-FFF2-40B4-BE49-F238E27FC236}">
                <a16:creationId xmlns:a16="http://schemas.microsoft.com/office/drawing/2014/main" id="{F7AF3E9E-425C-AC40-B370-8B0854443A9F}"/>
              </a:ext>
            </a:extLst>
          </p:cNvPr>
          <p:cNvSpPr>
            <a:spLocks noGrp="1"/>
          </p:cNvSpPr>
          <p:nvPr>
            <p:ph type="body" sz="quarter" idx="16" hasCustomPrompt="1"/>
          </p:nvPr>
        </p:nvSpPr>
        <p:spPr>
          <a:xfrm>
            <a:off x="3907030" y="214824"/>
            <a:ext cx="4292600" cy="269875"/>
          </a:xfrm>
          <a:prstGeom prst="rect">
            <a:avLst/>
          </a:prstGeom>
        </p:spPr>
        <p:txBody>
          <a:bodyPr/>
          <a:lstStyle>
            <a:lvl1pPr marL="0" indent="0" algn="ctr">
              <a:buNone/>
              <a:defRPr sz="1000" b="1">
                <a:solidFill>
                  <a:schemeClr val="bg2">
                    <a:lumMod val="75000"/>
                  </a:schemeClr>
                </a:solidFill>
                <a:latin typeface="ING Me" panose="02000506040000020004" pitchFamily="2" charset="0"/>
                <a:cs typeface="ING Me" panose="02000506040000020004" pitchFamily="2" charset="0"/>
              </a:defRPr>
            </a:lvl1pPr>
            <a:lvl2pPr marL="457200" indent="0">
              <a:buNone/>
              <a:defRPr sz="1000" b="1">
                <a:latin typeface="ING Me" panose="02000506040000020004" pitchFamily="2" charset="0"/>
                <a:cs typeface="ING Me" panose="02000506040000020004" pitchFamily="2" charset="0"/>
              </a:defRPr>
            </a:lvl2pPr>
            <a:lvl3pPr marL="914400" indent="0">
              <a:buNone/>
              <a:defRPr sz="1000" b="1">
                <a:latin typeface="ING Me" panose="02000506040000020004" pitchFamily="2" charset="0"/>
                <a:cs typeface="ING Me" panose="02000506040000020004" pitchFamily="2" charset="0"/>
              </a:defRPr>
            </a:lvl3pPr>
            <a:lvl4pPr marL="1371600" indent="0">
              <a:buNone/>
              <a:defRPr sz="1000" b="1">
                <a:latin typeface="ING Me" panose="02000506040000020004" pitchFamily="2" charset="0"/>
                <a:cs typeface="ING Me" panose="02000506040000020004" pitchFamily="2" charset="0"/>
              </a:defRPr>
            </a:lvl4pPr>
            <a:lvl5pPr marL="1828800" indent="0">
              <a:buNone/>
              <a:defRPr sz="1000" b="1">
                <a:latin typeface="ING Me" panose="02000506040000020004" pitchFamily="2" charset="0"/>
                <a:cs typeface="ING Me" panose="02000506040000020004" pitchFamily="2" charset="0"/>
              </a:defRPr>
            </a:lvl5pPr>
          </a:lstStyle>
          <a:p>
            <a:pPr lvl="0"/>
            <a:r>
              <a:rPr lang="en-GB"/>
              <a:t>From Touchpoint’s [Product Area] area:</a:t>
            </a:r>
            <a:endParaRPr lang="en-NL"/>
          </a:p>
        </p:txBody>
      </p:sp>
      <p:sp>
        <p:nvSpPr>
          <p:cNvPr id="58" name="Content Placeholder 56">
            <a:extLst>
              <a:ext uri="{FF2B5EF4-FFF2-40B4-BE49-F238E27FC236}">
                <a16:creationId xmlns:a16="http://schemas.microsoft.com/office/drawing/2014/main" id="{D81982EB-7518-774C-929B-FEB165EA8897}"/>
              </a:ext>
            </a:extLst>
          </p:cNvPr>
          <p:cNvSpPr>
            <a:spLocks noGrp="1"/>
          </p:cNvSpPr>
          <p:nvPr>
            <p:ph sz="quarter" idx="17" hasCustomPrompt="1"/>
          </p:nvPr>
        </p:nvSpPr>
        <p:spPr>
          <a:xfrm>
            <a:off x="2905549" y="1709738"/>
            <a:ext cx="3082925" cy="923925"/>
          </a:xfrm>
          <a:prstGeom prst="rect">
            <a:avLst/>
          </a:prstGeom>
        </p:spPr>
        <p:txBody>
          <a:bodyPr lIns="36000" tIns="36000" rIns="36000" bIns="36000"/>
          <a:lstStyle>
            <a:lvl1pPr marL="0" indent="0">
              <a:buNone/>
              <a:defRPr sz="800">
                <a:latin typeface="ING Me" panose="02000506040000020004" pitchFamily="2" charset="0"/>
                <a:cs typeface="ING Me" panose="02000506040000020004" pitchFamily="2" charset="0"/>
              </a:defRPr>
            </a:lvl1pPr>
            <a:lvl2pPr marL="457200" indent="0">
              <a:buNone/>
              <a:defRPr sz="1200">
                <a:latin typeface="ING Me" panose="02000506040000020004" pitchFamily="2" charset="0"/>
                <a:cs typeface="ING Me" panose="02000506040000020004" pitchFamily="2" charset="0"/>
              </a:defRPr>
            </a:lvl2pPr>
            <a:lvl3pPr marL="914400" indent="0">
              <a:buNone/>
              <a:defRPr sz="1200">
                <a:latin typeface="ING Me" panose="02000506040000020004" pitchFamily="2" charset="0"/>
                <a:cs typeface="ING Me" panose="02000506040000020004" pitchFamily="2" charset="0"/>
              </a:defRPr>
            </a:lvl3pPr>
            <a:lvl4pPr marL="1371600" indent="0">
              <a:buNone/>
              <a:defRPr sz="1200">
                <a:latin typeface="ING Me" panose="02000506040000020004" pitchFamily="2" charset="0"/>
                <a:cs typeface="ING Me" panose="02000506040000020004" pitchFamily="2" charset="0"/>
              </a:defRPr>
            </a:lvl4pPr>
            <a:lvl5pPr marL="1828800" indent="0">
              <a:buNone/>
              <a:defRPr sz="1200">
                <a:latin typeface="ING Me" panose="02000506040000020004" pitchFamily="2" charset="0"/>
                <a:cs typeface="ING Me" panose="02000506040000020004" pitchFamily="2" charset="0"/>
              </a:defRPr>
            </a:lvl5pPr>
          </a:lstStyle>
          <a:p>
            <a:r>
              <a:rPr lang="en-GB" sz="600">
                <a:solidFill>
                  <a:schemeClr val="bg2">
                    <a:lumMod val="50000"/>
                  </a:schemeClr>
                </a:solidFill>
                <a:latin typeface="ING Me" panose="02000506040000020004" pitchFamily="2" charset="0"/>
                <a:cs typeface="ING Me" panose="02000506040000020004" pitchFamily="2" charset="0"/>
              </a:rPr>
              <a:t>Feature</a:t>
            </a:r>
            <a:r>
              <a:rPr lang="en-GB" sz="600">
                <a:solidFill>
                  <a:schemeClr val="bg2"/>
                </a:solidFill>
                <a:latin typeface="ING Me" panose="02000506040000020004" pitchFamily="2" charset="0"/>
                <a:cs typeface="ING Me" panose="02000506040000020004" pitchFamily="2" charset="0"/>
              </a:rPr>
              <a:t>: </a:t>
            </a:r>
            <a:br>
              <a:rPr lang="en-GB" sz="600">
                <a:solidFill>
                  <a:schemeClr val="bg2"/>
                </a:solidFill>
                <a:latin typeface="ING Me" panose="02000506040000020004" pitchFamily="2" charset="0"/>
                <a:cs typeface="ING Me" panose="02000506040000020004" pitchFamily="2" charset="0"/>
              </a:rPr>
            </a:br>
            <a:r>
              <a:rPr lang="en-GB" sz="1000" b="1">
                <a:latin typeface="ING Me" panose="02000506040000020004" pitchFamily="2" charset="0"/>
                <a:cs typeface="ING Me" panose="02000506040000020004" pitchFamily="2" charset="0"/>
              </a:rPr>
              <a:t>Feature Name</a:t>
            </a:r>
            <a:br>
              <a:rPr lang="en-GB" sz="1000" b="1">
                <a:latin typeface="ING Me" panose="02000506040000020004" pitchFamily="2" charset="0"/>
                <a:cs typeface="ING Me" panose="02000506040000020004" pitchFamily="2" charset="0"/>
              </a:rPr>
            </a:br>
            <a:r>
              <a:rPr lang="en-GB" sz="1000">
                <a:latin typeface="ING Me" panose="02000506040000020004" pitchFamily="2" charset="0"/>
                <a:cs typeface="ING Me" panose="02000506040000020004" pitchFamily="2" charset="0"/>
              </a:rPr>
              <a:t>Description of what this features enables the user to do -&gt; </a:t>
            </a:r>
            <a:r>
              <a:rPr lang="en-GB" sz="1000" i="1">
                <a:latin typeface="ING Me" panose="02000506040000020004" pitchFamily="2" charset="0"/>
                <a:cs typeface="ING Me" panose="02000506040000020004" pitchFamily="2" charset="0"/>
              </a:rPr>
              <a:t>Description of the value it brings to ING. </a:t>
            </a:r>
          </a:p>
        </p:txBody>
      </p:sp>
      <p:sp>
        <p:nvSpPr>
          <p:cNvPr id="59" name="Content Placeholder 56">
            <a:extLst>
              <a:ext uri="{FF2B5EF4-FFF2-40B4-BE49-F238E27FC236}">
                <a16:creationId xmlns:a16="http://schemas.microsoft.com/office/drawing/2014/main" id="{A50EFF51-CA9E-1249-B9C2-5AF21841ABCD}"/>
              </a:ext>
            </a:extLst>
          </p:cNvPr>
          <p:cNvSpPr>
            <a:spLocks noGrp="1"/>
          </p:cNvSpPr>
          <p:nvPr>
            <p:ph sz="quarter" idx="18" hasCustomPrompt="1"/>
          </p:nvPr>
        </p:nvSpPr>
        <p:spPr>
          <a:xfrm>
            <a:off x="2905549" y="2683611"/>
            <a:ext cx="3082925" cy="923925"/>
          </a:xfrm>
          <a:prstGeom prst="rect">
            <a:avLst/>
          </a:prstGeom>
        </p:spPr>
        <p:txBody>
          <a:bodyPr lIns="36000" tIns="36000" rIns="36000" bIns="36000"/>
          <a:lstStyle>
            <a:lvl1pPr marL="0" indent="0">
              <a:buNone/>
              <a:defRPr sz="800">
                <a:latin typeface="ING Me" panose="02000506040000020004" pitchFamily="2" charset="0"/>
                <a:cs typeface="ING Me" panose="02000506040000020004" pitchFamily="2" charset="0"/>
              </a:defRPr>
            </a:lvl1pPr>
            <a:lvl2pPr marL="457200" indent="0">
              <a:buNone/>
              <a:defRPr sz="1200">
                <a:latin typeface="ING Me" panose="02000506040000020004" pitchFamily="2" charset="0"/>
                <a:cs typeface="ING Me" panose="02000506040000020004" pitchFamily="2" charset="0"/>
              </a:defRPr>
            </a:lvl2pPr>
            <a:lvl3pPr marL="914400" indent="0">
              <a:buNone/>
              <a:defRPr sz="1200">
                <a:latin typeface="ING Me" panose="02000506040000020004" pitchFamily="2" charset="0"/>
                <a:cs typeface="ING Me" panose="02000506040000020004" pitchFamily="2" charset="0"/>
              </a:defRPr>
            </a:lvl3pPr>
            <a:lvl4pPr marL="1371600" indent="0">
              <a:buNone/>
              <a:defRPr sz="1200">
                <a:latin typeface="ING Me" panose="02000506040000020004" pitchFamily="2" charset="0"/>
                <a:cs typeface="ING Me" panose="02000506040000020004" pitchFamily="2" charset="0"/>
              </a:defRPr>
            </a:lvl4pPr>
            <a:lvl5pPr marL="1828800" indent="0">
              <a:buNone/>
              <a:defRPr sz="1200">
                <a:latin typeface="ING Me" panose="02000506040000020004" pitchFamily="2" charset="0"/>
                <a:cs typeface="ING Me" panose="02000506040000020004" pitchFamily="2" charset="0"/>
              </a:defRPr>
            </a:lvl5pPr>
          </a:lstStyle>
          <a:p>
            <a:r>
              <a:rPr lang="en-GB" sz="600">
                <a:solidFill>
                  <a:schemeClr val="bg2">
                    <a:lumMod val="50000"/>
                  </a:schemeClr>
                </a:solidFill>
                <a:latin typeface="ING Me" panose="02000506040000020004" pitchFamily="2" charset="0"/>
                <a:cs typeface="ING Me" panose="02000506040000020004" pitchFamily="2" charset="0"/>
              </a:rPr>
              <a:t>Feature</a:t>
            </a:r>
            <a:r>
              <a:rPr lang="en-GB" sz="600">
                <a:solidFill>
                  <a:schemeClr val="bg2"/>
                </a:solidFill>
                <a:latin typeface="ING Me" panose="02000506040000020004" pitchFamily="2" charset="0"/>
                <a:cs typeface="ING Me" panose="02000506040000020004" pitchFamily="2" charset="0"/>
              </a:rPr>
              <a:t>: </a:t>
            </a:r>
            <a:br>
              <a:rPr lang="en-GB" sz="600">
                <a:solidFill>
                  <a:schemeClr val="bg2"/>
                </a:solidFill>
                <a:latin typeface="ING Me" panose="02000506040000020004" pitchFamily="2" charset="0"/>
                <a:cs typeface="ING Me" panose="02000506040000020004" pitchFamily="2" charset="0"/>
              </a:rPr>
            </a:br>
            <a:r>
              <a:rPr lang="en-GB" sz="1000" b="1">
                <a:latin typeface="ING Me" panose="02000506040000020004" pitchFamily="2" charset="0"/>
                <a:cs typeface="ING Me" panose="02000506040000020004" pitchFamily="2" charset="0"/>
              </a:rPr>
              <a:t>Feature Name</a:t>
            </a:r>
            <a:br>
              <a:rPr lang="en-GB" sz="1000" b="1">
                <a:latin typeface="ING Me" panose="02000506040000020004" pitchFamily="2" charset="0"/>
                <a:cs typeface="ING Me" panose="02000506040000020004" pitchFamily="2" charset="0"/>
              </a:rPr>
            </a:br>
            <a:r>
              <a:rPr lang="en-GB" sz="1000">
                <a:latin typeface="ING Me" panose="02000506040000020004" pitchFamily="2" charset="0"/>
                <a:cs typeface="ING Me" panose="02000506040000020004" pitchFamily="2" charset="0"/>
              </a:rPr>
              <a:t>Description of what this features enables the user to do -&gt; </a:t>
            </a:r>
            <a:r>
              <a:rPr lang="en-GB" sz="1000" i="1">
                <a:latin typeface="ING Me" panose="02000506040000020004" pitchFamily="2" charset="0"/>
                <a:cs typeface="ING Me" panose="02000506040000020004" pitchFamily="2" charset="0"/>
              </a:rPr>
              <a:t>Description of the value it brings to ING. </a:t>
            </a:r>
          </a:p>
        </p:txBody>
      </p:sp>
      <p:sp>
        <p:nvSpPr>
          <p:cNvPr id="60" name="Content Placeholder 56">
            <a:extLst>
              <a:ext uri="{FF2B5EF4-FFF2-40B4-BE49-F238E27FC236}">
                <a16:creationId xmlns:a16="http://schemas.microsoft.com/office/drawing/2014/main" id="{6D11ED4E-F766-F54E-884C-74E8AFB4AB6B}"/>
              </a:ext>
            </a:extLst>
          </p:cNvPr>
          <p:cNvSpPr>
            <a:spLocks noGrp="1"/>
          </p:cNvSpPr>
          <p:nvPr>
            <p:ph sz="quarter" idx="19" hasCustomPrompt="1"/>
          </p:nvPr>
        </p:nvSpPr>
        <p:spPr>
          <a:xfrm>
            <a:off x="2905549" y="3657484"/>
            <a:ext cx="3082925" cy="923925"/>
          </a:xfrm>
          <a:prstGeom prst="rect">
            <a:avLst/>
          </a:prstGeom>
        </p:spPr>
        <p:txBody>
          <a:bodyPr lIns="36000" tIns="36000" rIns="36000" bIns="36000"/>
          <a:lstStyle>
            <a:lvl1pPr marL="0" indent="0">
              <a:buNone/>
              <a:defRPr sz="800">
                <a:latin typeface="ING Me" panose="02000506040000020004" pitchFamily="2" charset="0"/>
                <a:cs typeface="ING Me" panose="02000506040000020004" pitchFamily="2" charset="0"/>
              </a:defRPr>
            </a:lvl1pPr>
            <a:lvl2pPr marL="457200" indent="0">
              <a:buNone/>
              <a:defRPr sz="1200">
                <a:latin typeface="ING Me" panose="02000506040000020004" pitchFamily="2" charset="0"/>
                <a:cs typeface="ING Me" panose="02000506040000020004" pitchFamily="2" charset="0"/>
              </a:defRPr>
            </a:lvl2pPr>
            <a:lvl3pPr marL="914400" indent="0">
              <a:buNone/>
              <a:defRPr sz="1200">
                <a:latin typeface="ING Me" panose="02000506040000020004" pitchFamily="2" charset="0"/>
                <a:cs typeface="ING Me" panose="02000506040000020004" pitchFamily="2" charset="0"/>
              </a:defRPr>
            </a:lvl3pPr>
            <a:lvl4pPr marL="1371600" indent="0">
              <a:buNone/>
              <a:defRPr sz="1200">
                <a:latin typeface="ING Me" panose="02000506040000020004" pitchFamily="2" charset="0"/>
                <a:cs typeface="ING Me" panose="02000506040000020004" pitchFamily="2" charset="0"/>
              </a:defRPr>
            </a:lvl4pPr>
            <a:lvl5pPr marL="1828800" indent="0">
              <a:buNone/>
              <a:defRPr sz="1200">
                <a:latin typeface="ING Me" panose="02000506040000020004" pitchFamily="2" charset="0"/>
                <a:cs typeface="ING Me" panose="02000506040000020004" pitchFamily="2" charset="0"/>
              </a:defRPr>
            </a:lvl5pPr>
          </a:lstStyle>
          <a:p>
            <a:r>
              <a:rPr lang="en-GB" sz="600">
                <a:solidFill>
                  <a:schemeClr val="bg2">
                    <a:lumMod val="50000"/>
                  </a:schemeClr>
                </a:solidFill>
                <a:latin typeface="ING Me" panose="02000506040000020004" pitchFamily="2" charset="0"/>
                <a:cs typeface="ING Me" panose="02000506040000020004" pitchFamily="2" charset="0"/>
              </a:rPr>
              <a:t>Feature</a:t>
            </a:r>
            <a:r>
              <a:rPr lang="en-GB" sz="600">
                <a:solidFill>
                  <a:schemeClr val="bg2"/>
                </a:solidFill>
                <a:latin typeface="ING Me" panose="02000506040000020004" pitchFamily="2" charset="0"/>
                <a:cs typeface="ING Me" panose="02000506040000020004" pitchFamily="2" charset="0"/>
              </a:rPr>
              <a:t>: </a:t>
            </a:r>
            <a:br>
              <a:rPr lang="en-GB" sz="600">
                <a:solidFill>
                  <a:schemeClr val="bg2"/>
                </a:solidFill>
                <a:latin typeface="ING Me" panose="02000506040000020004" pitchFamily="2" charset="0"/>
                <a:cs typeface="ING Me" panose="02000506040000020004" pitchFamily="2" charset="0"/>
              </a:rPr>
            </a:br>
            <a:r>
              <a:rPr lang="en-GB" sz="1000" b="1">
                <a:latin typeface="ING Me" panose="02000506040000020004" pitchFamily="2" charset="0"/>
                <a:cs typeface="ING Me" panose="02000506040000020004" pitchFamily="2" charset="0"/>
              </a:rPr>
              <a:t>Feature Name</a:t>
            </a:r>
            <a:br>
              <a:rPr lang="en-GB" sz="1000" b="1">
                <a:latin typeface="ING Me" panose="02000506040000020004" pitchFamily="2" charset="0"/>
                <a:cs typeface="ING Me" panose="02000506040000020004" pitchFamily="2" charset="0"/>
              </a:rPr>
            </a:br>
            <a:r>
              <a:rPr lang="en-GB" sz="1000">
                <a:latin typeface="ING Me" panose="02000506040000020004" pitchFamily="2" charset="0"/>
                <a:cs typeface="ING Me" panose="02000506040000020004" pitchFamily="2" charset="0"/>
              </a:rPr>
              <a:t>Description of what this features enables the user to do -&gt; </a:t>
            </a:r>
            <a:r>
              <a:rPr lang="en-GB" sz="1000" i="1">
                <a:latin typeface="ING Me" panose="02000506040000020004" pitchFamily="2" charset="0"/>
                <a:cs typeface="ING Me" panose="02000506040000020004" pitchFamily="2" charset="0"/>
              </a:rPr>
              <a:t>Description of the value it brings to ING. </a:t>
            </a:r>
          </a:p>
        </p:txBody>
      </p:sp>
      <p:sp>
        <p:nvSpPr>
          <p:cNvPr id="61" name="Content Placeholder 56">
            <a:extLst>
              <a:ext uri="{FF2B5EF4-FFF2-40B4-BE49-F238E27FC236}">
                <a16:creationId xmlns:a16="http://schemas.microsoft.com/office/drawing/2014/main" id="{2B8AFF53-6969-114A-90E5-2BD0A7E1140B}"/>
              </a:ext>
            </a:extLst>
          </p:cNvPr>
          <p:cNvSpPr>
            <a:spLocks noGrp="1"/>
          </p:cNvSpPr>
          <p:nvPr>
            <p:ph sz="quarter" idx="20" hasCustomPrompt="1"/>
          </p:nvPr>
        </p:nvSpPr>
        <p:spPr>
          <a:xfrm>
            <a:off x="2905549" y="4631357"/>
            <a:ext cx="3082925" cy="923925"/>
          </a:xfrm>
          <a:prstGeom prst="rect">
            <a:avLst/>
          </a:prstGeom>
        </p:spPr>
        <p:txBody>
          <a:bodyPr lIns="36000" tIns="36000" rIns="36000" bIns="36000"/>
          <a:lstStyle>
            <a:lvl1pPr marL="0" indent="0">
              <a:buNone/>
              <a:defRPr sz="800">
                <a:latin typeface="ING Me" panose="02000506040000020004" pitchFamily="2" charset="0"/>
                <a:cs typeface="ING Me" panose="02000506040000020004" pitchFamily="2" charset="0"/>
              </a:defRPr>
            </a:lvl1pPr>
            <a:lvl2pPr marL="457200" indent="0">
              <a:buNone/>
              <a:defRPr sz="1200">
                <a:latin typeface="ING Me" panose="02000506040000020004" pitchFamily="2" charset="0"/>
                <a:cs typeface="ING Me" panose="02000506040000020004" pitchFamily="2" charset="0"/>
              </a:defRPr>
            </a:lvl2pPr>
            <a:lvl3pPr marL="914400" indent="0">
              <a:buNone/>
              <a:defRPr sz="1200">
                <a:latin typeface="ING Me" panose="02000506040000020004" pitchFamily="2" charset="0"/>
                <a:cs typeface="ING Me" panose="02000506040000020004" pitchFamily="2" charset="0"/>
              </a:defRPr>
            </a:lvl3pPr>
            <a:lvl4pPr marL="1371600" indent="0">
              <a:buNone/>
              <a:defRPr sz="1200">
                <a:latin typeface="ING Me" panose="02000506040000020004" pitchFamily="2" charset="0"/>
                <a:cs typeface="ING Me" panose="02000506040000020004" pitchFamily="2" charset="0"/>
              </a:defRPr>
            </a:lvl4pPr>
            <a:lvl5pPr marL="1828800" indent="0">
              <a:buNone/>
              <a:defRPr sz="1200">
                <a:latin typeface="ING Me" panose="02000506040000020004" pitchFamily="2" charset="0"/>
                <a:cs typeface="ING Me" panose="02000506040000020004" pitchFamily="2" charset="0"/>
              </a:defRPr>
            </a:lvl5pPr>
          </a:lstStyle>
          <a:p>
            <a:r>
              <a:rPr lang="en-GB" sz="600">
                <a:solidFill>
                  <a:schemeClr val="bg2">
                    <a:lumMod val="50000"/>
                  </a:schemeClr>
                </a:solidFill>
                <a:latin typeface="ING Me" panose="02000506040000020004" pitchFamily="2" charset="0"/>
                <a:cs typeface="ING Me" panose="02000506040000020004" pitchFamily="2" charset="0"/>
              </a:rPr>
              <a:t>Feature</a:t>
            </a:r>
            <a:r>
              <a:rPr lang="en-GB" sz="600">
                <a:solidFill>
                  <a:schemeClr val="bg2"/>
                </a:solidFill>
                <a:latin typeface="ING Me" panose="02000506040000020004" pitchFamily="2" charset="0"/>
                <a:cs typeface="ING Me" panose="02000506040000020004" pitchFamily="2" charset="0"/>
              </a:rPr>
              <a:t>: </a:t>
            </a:r>
            <a:br>
              <a:rPr lang="en-GB" sz="600">
                <a:solidFill>
                  <a:schemeClr val="bg2"/>
                </a:solidFill>
                <a:latin typeface="ING Me" panose="02000506040000020004" pitchFamily="2" charset="0"/>
                <a:cs typeface="ING Me" panose="02000506040000020004" pitchFamily="2" charset="0"/>
              </a:rPr>
            </a:br>
            <a:r>
              <a:rPr lang="en-GB" sz="1000" b="1">
                <a:latin typeface="ING Me" panose="02000506040000020004" pitchFamily="2" charset="0"/>
                <a:cs typeface="ING Me" panose="02000506040000020004" pitchFamily="2" charset="0"/>
              </a:rPr>
              <a:t>Feature Name</a:t>
            </a:r>
            <a:br>
              <a:rPr lang="en-GB" sz="1000" b="1">
                <a:latin typeface="ING Me" panose="02000506040000020004" pitchFamily="2" charset="0"/>
                <a:cs typeface="ING Me" panose="02000506040000020004" pitchFamily="2" charset="0"/>
              </a:rPr>
            </a:br>
            <a:r>
              <a:rPr lang="en-GB" sz="1000">
                <a:latin typeface="ING Me" panose="02000506040000020004" pitchFamily="2" charset="0"/>
                <a:cs typeface="ING Me" panose="02000506040000020004" pitchFamily="2" charset="0"/>
              </a:rPr>
              <a:t>Description of what this features enables the user to do -&gt; </a:t>
            </a:r>
            <a:r>
              <a:rPr lang="en-GB" sz="1000" i="1">
                <a:latin typeface="ING Me" panose="02000506040000020004" pitchFamily="2" charset="0"/>
                <a:cs typeface="ING Me" panose="02000506040000020004" pitchFamily="2" charset="0"/>
              </a:rPr>
              <a:t>Description of the value it brings to ING. </a:t>
            </a:r>
          </a:p>
        </p:txBody>
      </p:sp>
      <p:sp>
        <p:nvSpPr>
          <p:cNvPr id="62" name="Content Placeholder 56">
            <a:extLst>
              <a:ext uri="{FF2B5EF4-FFF2-40B4-BE49-F238E27FC236}">
                <a16:creationId xmlns:a16="http://schemas.microsoft.com/office/drawing/2014/main" id="{5C1C92EB-0626-B04E-A301-FD9FFFB9EB52}"/>
              </a:ext>
            </a:extLst>
          </p:cNvPr>
          <p:cNvSpPr>
            <a:spLocks noGrp="1"/>
          </p:cNvSpPr>
          <p:nvPr>
            <p:ph sz="quarter" idx="21" hasCustomPrompt="1"/>
          </p:nvPr>
        </p:nvSpPr>
        <p:spPr>
          <a:xfrm>
            <a:off x="6072495" y="1709738"/>
            <a:ext cx="3082925" cy="923925"/>
          </a:xfrm>
          <a:prstGeom prst="rect">
            <a:avLst/>
          </a:prstGeom>
        </p:spPr>
        <p:txBody>
          <a:bodyPr lIns="36000" tIns="36000" rIns="36000" bIns="36000"/>
          <a:lstStyle>
            <a:lvl1pPr marL="0" indent="0">
              <a:buNone/>
              <a:defRPr sz="800">
                <a:latin typeface="ING Me" panose="02000506040000020004" pitchFamily="2" charset="0"/>
                <a:cs typeface="ING Me" panose="02000506040000020004" pitchFamily="2" charset="0"/>
              </a:defRPr>
            </a:lvl1pPr>
            <a:lvl2pPr marL="457200" indent="0">
              <a:buNone/>
              <a:defRPr sz="1200">
                <a:latin typeface="ING Me" panose="02000506040000020004" pitchFamily="2" charset="0"/>
                <a:cs typeface="ING Me" panose="02000506040000020004" pitchFamily="2" charset="0"/>
              </a:defRPr>
            </a:lvl2pPr>
            <a:lvl3pPr marL="914400" indent="0">
              <a:buNone/>
              <a:defRPr sz="1200">
                <a:latin typeface="ING Me" panose="02000506040000020004" pitchFamily="2" charset="0"/>
                <a:cs typeface="ING Me" panose="02000506040000020004" pitchFamily="2" charset="0"/>
              </a:defRPr>
            </a:lvl3pPr>
            <a:lvl4pPr marL="1371600" indent="0">
              <a:buNone/>
              <a:defRPr sz="1200">
                <a:latin typeface="ING Me" panose="02000506040000020004" pitchFamily="2" charset="0"/>
                <a:cs typeface="ING Me" panose="02000506040000020004" pitchFamily="2" charset="0"/>
              </a:defRPr>
            </a:lvl4pPr>
            <a:lvl5pPr marL="1828800" indent="0">
              <a:buNone/>
              <a:defRPr sz="1200">
                <a:latin typeface="ING Me" panose="02000506040000020004" pitchFamily="2" charset="0"/>
                <a:cs typeface="ING Me" panose="02000506040000020004" pitchFamily="2" charset="0"/>
              </a:defRPr>
            </a:lvl5pPr>
          </a:lstStyle>
          <a:p>
            <a:r>
              <a:rPr lang="en-GB" sz="600">
                <a:solidFill>
                  <a:schemeClr val="bg2">
                    <a:lumMod val="50000"/>
                  </a:schemeClr>
                </a:solidFill>
                <a:latin typeface="ING Me" panose="02000506040000020004" pitchFamily="2" charset="0"/>
                <a:cs typeface="ING Me" panose="02000506040000020004" pitchFamily="2" charset="0"/>
              </a:rPr>
              <a:t>Feature</a:t>
            </a:r>
            <a:r>
              <a:rPr lang="en-GB" sz="600">
                <a:solidFill>
                  <a:schemeClr val="bg2"/>
                </a:solidFill>
                <a:latin typeface="ING Me" panose="02000506040000020004" pitchFamily="2" charset="0"/>
                <a:cs typeface="ING Me" panose="02000506040000020004" pitchFamily="2" charset="0"/>
              </a:rPr>
              <a:t>: </a:t>
            </a:r>
            <a:br>
              <a:rPr lang="en-GB" sz="600">
                <a:solidFill>
                  <a:schemeClr val="bg2"/>
                </a:solidFill>
                <a:latin typeface="ING Me" panose="02000506040000020004" pitchFamily="2" charset="0"/>
                <a:cs typeface="ING Me" panose="02000506040000020004" pitchFamily="2" charset="0"/>
              </a:rPr>
            </a:br>
            <a:r>
              <a:rPr lang="en-GB" sz="1000" b="1">
                <a:latin typeface="ING Me" panose="02000506040000020004" pitchFamily="2" charset="0"/>
                <a:cs typeface="ING Me" panose="02000506040000020004" pitchFamily="2" charset="0"/>
              </a:rPr>
              <a:t>Feature Name</a:t>
            </a:r>
            <a:br>
              <a:rPr lang="en-GB" sz="1000" b="1">
                <a:latin typeface="ING Me" panose="02000506040000020004" pitchFamily="2" charset="0"/>
                <a:cs typeface="ING Me" panose="02000506040000020004" pitchFamily="2" charset="0"/>
              </a:rPr>
            </a:br>
            <a:r>
              <a:rPr lang="en-GB" sz="1000">
                <a:latin typeface="ING Me" panose="02000506040000020004" pitchFamily="2" charset="0"/>
                <a:cs typeface="ING Me" panose="02000506040000020004" pitchFamily="2" charset="0"/>
              </a:rPr>
              <a:t>Description of what this features enables the user to do -&gt; </a:t>
            </a:r>
            <a:r>
              <a:rPr lang="en-GB" sz="1000" i="1">
                <a:latin typeface="ING Me" panose="02000506040000020004" pitchFamily="2" charset="0"/>
                <a:cs typeface="ING Me" panose="02000506040000020004" pitchFamily="2" charset="0"/>
              </a:rPr>
              <a:t>Description of the value it brings to ING. </a:t>
            </a:r>
          </a:p>
        </p:txBody>
      </p:sp>
      <p:sp>
        <p:nvSpPr>
          <p:cNvPr id="63" name="Content Placeholder 56">
            <a:extLst>
              <a:ext uri="{FF2B5EF4-FFF2-40B4-BE49-F238E27FC236}">
                <a16:creationId xmlns:a16="http://schemas.microsoft.com/office/drawing/2014/main" id="{B15F15BD-36E0-014E-A4BB-B238C2DE32FF}"/>
              </a:ext>
            </a:extLst>
          </p:cNvPr>
          <p:cNvSpPr>
            <a:spLocks noGrp="1"/>
          </p:cNvSpPr>
          <p:nvPr>
            <p:ph sz="quarter" idx="22" hasCustomPrompt="1"/>
          </p:nvPr>
        </p:nvSpPr>
        <p:spPr>
          <a:xfrm>
            <a:off x="6072495" y="2683611"/>
            <a:ext cx="3082925" cy="923925"/>
          </a:xfrm>
          <a:prstGeom prst="rect">
            <a:avLst/>
          </a:prstGeom>
        </p:spPr>
        <p:txBody>
          <a:bodyPr lIns="36000" tIns="36000" rIns="36000" bIns="36000"/>
          <a:lstStyle>
            <a:lvl1pPr marL="0" indent="0">
              <a:buNone/>
              <a:defRPr sz="800">
                <a:latin typeface="ING Me" panose="02000506040000020004" pitchFamily="2" charset="0"/>
                <a:cs typeface="ING Me" panose="02000506040000020004" pitchFamily="2" charset="0"/>
              </a:defRPr>
            </a:lvl1pPr>
            <a:lvl2pPr marL="457200" indent="0">
              <a:buNone/>
              <a:defRPr sz="1200">
                <a:latin typeface="ING Me" panose="02000506040000020004" pitchFamily="2" charset="0"/>
                <a:cs typeface="ING Me" panose="02000506040000020004" pitchFamily="2" charset="0"/>
              </a:defRPr>
            </a:lvl2pPr>
            <a:lvl3pPr marL="914400" indent="0">
              <a:buNone/>
              <a:defRPr sz="1200">
                <a:latin typeface="ING Me" panose="02000506040000020004" pitchFamily="2" charset="0"/>
                <a:cs typeface="ING Me" panose="02000506040000020004" pitchFamily="2" charset="0"/>
              </a:defRPr>
            </a:lvl3pPr>
            <a:lvl4pPr marL="1371600" indent="0">
              <a:buNone/>
              <a:defRPr sz="1200">
                <a:latin typeface="ING Me" panose="02000506040000020004" pitchFamily="2" charset="0"/>
                <a:cs typeface="ING Me" panose="02000506040000020004" pitchFamily="2" charset="0"/>
              </a:defRPr>
            </a:lvl4pPr>
            <a:lvl5pPr marL="1828800" indent="0">
              <a:buNone/>
              <a:defRPr sz="1200">
                <a:latin typeface="ING Me" panose="02000506040000020004" pitchFamily="2" charset="0"/>
                <a:cs typeface="ING Me" panose="02000506040000020004" pitchFamily="2" charset="0"/>
              </a:defRPr>
            </a:lvl5pPr>
          </a:lstStyle>
          <a:p>
            <a:r>
              <a:rPr lang="en-GB" sz="600">
                <a:solidFill>
                  <a:schemeClr val="bg2">
                    <a:lumMod val="50000"/>
                  </a:schemeClr>
                </a:solidFill>
                <a:latin typeface="ING Me" panose="02000506040000020004" pitchFamily="2" charset="0"/>
                <a:cs typeface="ING Me" panose="02000506040000020004" pitchFamily="2" charset="0"/>
              </a:rPr>
              <a:t>Feature</a:t>
            </a:r>
            <a:r>
              <a:rPr lang="en-GB" sz="600">
                <a:solidFill>
                  <a:schemeClr val="bg2"/>
                </a:solidFill>
                <a:latin typeface="ING Me" panose="02000506040000020004" pitchFamily="2" charset="0"/>
                <a:cs typeface="ING Me" panose="02000506040000020004" pitchFamily="2" charset="0"/>
              </a:rPr>
              <a:t>: </a:t>
            </a:r>
            <a:br>
              <a:rPr lang="en-GB" sz="600">
                <a:solidFill>
                  <a:schemeClr val="bg2"/>
                </a:solidFill>
                <a:latin typeface="ING Me" panose="02000506040000020004" pitchFamily="2" charset="0"/>
                <a:cs typeface="ING Me" panose="02000506040000020004" pitchFamily="2" charset="0"/>
              </a:rPr>
            </a:br>
            <a:r>
              <a:rPr lang="en-GB" sz="1000" b="1">
                <a:latin typeface="ING Me" panose="02000506040000020004" pitchFamily="2" charset="0"/>
                <a:cs typeface="ING Me" panose="02000506040000020004" pitchFamily="2" charset="0"/>
              </a:rPr>
              <a:t>Feature Name</a:t>
            </a:r>
            <a:br>
              <a:rPr lang="en-GB" sz="1000" b="1">
                <a:latin typeface="ING Me" panose="02000506040000020004" pitchFamily="2" charset="0"/>
                <a:cs typeface="ING Me" panose="02000506040000020004" pitchFamily="2" charset="0"/>
              </a:rPr>
            </a:br>
            <a:r>
              <a:rPr lang="en-GB" sz="1000">
                <a:latin typeface="ING Me" panose="02000506040000020004" pitchFamily="2" charset="0"/>
                <a:cs typeface="ING Me" panose="02000506040000020004" pitchFamily="2" charset="0"/>
              </a:rPr>
              <a:t>Description of what this features enables the user to do -&gt; </a:t>
            </a:r>
            <a:r>
              <a:rPr lang="en-GB" sz="1000" i="1">
                <a:latin typeface="ING Me" panose="02000506040000020004" pitchFamily="2" charset="0"/>
                <a:cs typeface="ING Me" panose="02000506040000020004" pitchFamily="2" charset="0"/>
              </a:rPr>
              <a:t>Description of the value it brings to ING. </a:t>
            </a:r>
          </a:p>
        </p:txBody>
      </p:sp>
      <p:sp>
        <p:nvSpPr>
          <p:cNvPr id="64" name="Content Placeholder 56">
            <a:extLst>
              <a:ext uri="{FF2B5EF4-FFF2-40B4-BE49-F238E27FC236}">
                <a16:creationId xmlns:a16="http://schemas.microsoft.com/office/drawing/2014/main" id="{A7FEDCAC-A169-3E47-88DE-DCEEFA1EB5C1}"/>
              </a:ext>
            </a:extLst>
          </p:cNvPr>
          <p:cNvSpPr>
            <a:spLocks noGrp="1"/>
          </p:cNvSpPr>
          <p:nvPr>
            <p:ph sz="quarter" idx="23" hasCustomPrompt="1"/>
          </p:nvPr>
        </p:nvSpPr>
        <p:spPr>
          <a:xfrm>
            <a:off x="6072495" y="3657484"/>
            <a:ext cx="3082925" cy="923925"/>
          </a:xfrm>
          <a:prstGeom prst="rect">
            <a:avLst/>
          </a:prstGeom>
        </p:spPr>
        <p:txBody>
          <a:bodyPr lIns="36000" tIns="36000" rIns="36000" bIns="36000"/>
          <a:lstStyle>
            <a:lvl1pPr marL="0" indent="0">
              <a:buNone/>
              <a:defRPr sz="800">
                <a:latin typeface="ING Me" panose="02000506040000020004" pitchFamily="2" charset="0"/>
                <a:cs typeface="ING Me" panose="02000506040000020004" pitchFamily="2" charset="0"/>
              </a:defRPr>
            </a:lvl1pPr>
            <a:lvl2pPr marL="457200" indent="0">
              <a:buNone/>
              <a:defRPr sz="1200">
                <a:latin typeface="ING Me" panose="02000506040000020004" pitchFamily="2" charset="0"/>
                <a:cs typeface="ING Me" panose="02000506040000020004" pitchFamily="2" charset="0"/>
              </a:defRPr>
            </a:lvl2pPr>
            <a:lvl3pPr marL="914400" indent="0">
              <a:buNone/>
              <a:defRPr sz="1200">
                <a:latin typeface="ING Me" panose="02000506040000020004" pitchFamily="2" charset="0"/>
                <a:cs typeface="ING Me" panose="02000506040000020004" pitchFamily="2" charset="0"/>
              </a:defRPr>
            </a:lvl3pPr>
            <a:lvl4pPr marL="1371600" indent="0">
              <a:buNone/>
              <a:defRPr sz="1200">
                <a:latin typeface="ING Me" panose="02000506040000020004" pitchFamily="2" charset="0"/>
                <a:cs typeface="ING Me" panose="02000506040000020004" pitchFamily="2" charset="0"/>
              </a:defRPr>
            </a:lvl4pPr>
            <a:lvl5pPr marL="1828800" indent="0">
              <a:buNone/>
              <a:defRPr sz="1200">
                <a:latin typeface="ING Me" panose="02000506040000020004" pitchFamily="2" charset="0"/>
                <a:cs typeface="ING Me" panose="02000506040000020004" pitchFamily="2" charset="0"/>
              </a:defRPr>
            </a:lvl5pPr>
          </a:lstStyle>
          <a:p>
            <a:r>
              <a:rPr lang="en-GB" sz="600">
                <a:solidFill>
                  <a:schemeClr val="bg2">
                    <a:lumMod val="50000"/>
                  </a:schemeClr>
                </a:solidFill>
                <a:latin typeface="ING Me" panose="02000506040000020004" pitchFamily="2" charset="0"/>
                <a:cs typeface="ING Me" panose="02000506040000020004" pitchFamily="2" charset="0"/>
              </a:rPr>
              <a:t>Feature</a:t>
            </a:r>
            <a:r>
              <a:rPr lang="en-GB" sz="600">
                <a:solidFill>
                  <a:schemeClr val="bg2"/>
                </a:solidFill>
                <a:latin typeface="ING Me" panose="02000506040000020004" pitchFamily="2" charset="0"/>
                <a:cs typeface="ING Me" panose="02000506040000020004" pitchFamily="2" charset="0"/>
              </a:rPr>
              <a:t>: </a:t>
            </a:r>
            <a:br>
              <a:rPr lang="en-GB" sz="600">
                <a:solidFill>
                  <a:schemeClr val="bg2"/>
                </a:solidFill>
                <a:latin typeface="ING Me" panose="02000506040000020004" pitchFamily="2" charset="0"/>
                <a:cs typeface="ING Me" panose="02000506040000020004" pitchFamily="2" charset="0"/>
              </a:rPr>
            </a:br>
            <a:r>
              <a:rPr lang="en-GB" sz="1000" b="1">
                <a:latin typeface="ING Me" panose="02000506040000020004" pitchFamily="2" charset="0"/>
                <a:cs typeface="ING Me" panose="02000506040000020004" pitchFamily="2" charset="0"/>
              </a:rPr>
              <a:t>Feature Name</a:t>
            </a:r>
            <a:br>
              <a:rPr lang="en-GB" sz="1000" b="1">
                <a:latin typeface="ING Me" panose="02000506040000020004" pitchFamily="2" charset="0"/>
                <a:cs typeface="ING Me" panose="02000506040000020004" pitchFamily="2" charset="0"/>
              </a:rPr>
            </a:br>
            <a:r>
              <a:rPr lang="en-GB" sz="1000">
                <a:latin typeface="ING Me" panose="02000506040000020004" pitchFamily="2" charset="0"/>
                <a:cs typeface="ING Me" panose="02000506040000020004" pitchFamily="2" charset="0"/>
              </a:rPr>
              <a:t>Description of what this features enables the user to do -&gt; </a:t>
            </a:r>
            <a:r>
              <a:rPr lang="en-GB" sz="1000" i="1">
                <a:latin typeface="ING Me" panose="02000506040000020004" pitchFamily="2" charset="0"/>
                <a:cs typeface="ING Me" panose="02000506040000020004" pitchFamily="2" charset="0"/>
              </a:rPr>
              <a:t>Description of the value it brings to ING. </a:t>
            </a:r>
          </a:p>
        </p:txBody>
      </p:sp>
      <p:sp>
        <p:nvSpPr>
          <p:cNvPr id="65" name="Content Placeholder 56">
            <a:extLst>
              <a:ext uri="{FF2B5EF4-FFF2-40B4-BE49-F238E27FC236}">
                <a16:creationId xmlns:a16="http://schemas.microsoft.com/office/drawing/2014/main" id="{2A1C7B39-D433-9C4F-92E6-890C08CC4992}"/>
              </a:ext>
            </a:extLst>
          </p:cNvPr>
          <p:cNvSpPr>
            <a:spLocks noGrp="1"/>
          </p:cNvSpPr>
          <p:nvPr>
            <p:ph sz="quarter" idx="24" hasCustomPrompt="1"/>
          </p:nvPr>
        </p:nvSpPr>
        <p:spPr>
          <a:xfrm>
            <a:off x="6072495" y="4631357"/>
            <a:ext cx="3082925" cy="923925"/>
          </a:xfrm>
          <a:prstGeom prst="rect">
            <a:avLst/>
          </a:prstGeom>
        </p:spPr>
        <p:txBody>
          <a:bodyPr lIns="36000" tIns="36000" rIns="36000" bIns="36000"/>
          <a:lstStyle>
            <a:lvl1pPr marL="0" indent="0">
              <a:buNone/>
              <a:defRPr sz="800">
                <a:latin typeface="ING Me" panose="02000506040000020004" pitchFamily="2" charset="0"/>
                <a:cs typeface="ING Me" panose="02000506040000020004" pitchFamily="2" charset="0"/>
              </a:defRPr>
            </a:lvl1pPr>
            <a:lvl2pPr marL="457200" indent="0">
              <a:buNone/>
              <a:defRPr sz="1200">
                <a:latin typeface="ING Me" panose="02000506040000020004" pitchFamily="2" charset="0"/>
                <a:cs typeface="ING Me" panose="02000506040000020004" pitchFamily="2" charset="0"/>
              </a:defRPr>
            </a:lvl2pPr>
            <a:lvl3pPr marL="914400" indent="0">
              <a:buNone/>
              <a:defRPr sz="1200">
                <a:latin typeface="ING Me" panose="02000506040000020004" pitchFamily="2" charset="0"/>
                <a:cs typeface="ING Me" panose="02000506040000020004" pitchFamily="2" charset="0"/>
              </a:defRPr>
            </a:lvl3pPr>
            <a:lvl4pPr marL="1371600" indent="0">
              <a:buNone/>
              <a:defRPr sz="1200">
                <a:latin typeface="ING Me" panose="02000506040000020004" pitchFamily="2" charset="0"/>
                <a:cs typeface="ING Me" panose="02000506040000020004" pitchFamily="2" charset="0"/>
              </a:defRPr>
            </a:lvl4pPr>
            <a:lvl5pPr marL="1828800" indent="0">
              <a:buNone/>
              <a:defRPr sz="1200">
                <a:latin typeface="ING Me" panose="02000506040000020004" pitchFamily="2" charset="0"/>
                <a:cs typeface="ING Me" panose="02000506040000020004" pitchFamily="2" charset="0"/>
              </a:defRPr>
            </a:lvl5pPr>
          </a:lstStyle>
          <a:p>
            <a:r>
              <a:rPr lang="en-GB" sz="600">
                <a:solidFill>
                  <a:schemeClr val="bg2">
                    <a:lumMod val="50000"/>
                  </a:schemeClr>
                </a:solidFill>
                <a:latin typeface="ING Me" panose="02000506040000020004" pitchFamily="2" charset="0"/>
                <a:cs typeface="ING Me" panose="02000506040000020004" pitchFamily="2" charset="0"/>
              </a:rPr>
              <a:t>Feature</a:t>
            </a:r>
            <a:r>
              <a:rPr lang="en-GB" sz="600">
                <a:solidFill>
                  <a:schemeClr val="bg2"/>
                </a:solidFill>
                <a:latin typeface="ING Me" panose="02000506040000020004" pitchFamily="2" charset="0"/>
                <a:cs typeface="ING Me" panose="02000506040000020004" pitchFamily="2" charset="0"/>
              </a:rPr>
              <a:t>: </a:t>
            </a:r>
            <a:br>
              <a:rPr lang="en-GB" sz="600">
                <a:solidFill>
                  <a:schemeClr val="bg2"/>
                </a:solidFill>
                <a:latin typeface="ING Me" panose="02000506040000020004" pitchFamily="2" charset="0"/>
                <a:cs typeface="ING Me" panose="02000506040000020004" pitchFamily="2" charset="0"/>
              </a:rPr>
            </a:br>
            <a:r>
              <a:rPr lang="en-GB" sz="1000" b="1">
                <a:latin typeface="ING Me" panose="02000506040000020004" pitchFamily="2" charset="0"/>
                <a:cs typeface="ING Me" panose="02000506040000020004" pitchFamily="2" charset="0"/>
              </a:rPr>
              <a:t>Feature Name</a:t>
            </a:r>
            <a:br>
              <a:rPr lang="en-GB" sz="1000" b="1">
                <a:latin typeface="ING Me" panose="02000506040000020004" pitchFamily="2" charset="0"/>
                <a:cs typeface="ING Me" panose="02000506040000020004" pitchFamily="2" charset="0"/>
              </a:rPr>
            </a:br>
            <a:r>
              <a:rPr lang="en-GB" sz="1000">
                <a:latin typeface="ING Me" panose="02000506040000020004" pitchFamily="2" charset="0"/>
                <a:cs typeface="ING Me" panose="02000506040000020004" pitchFamily="2" charset="0"/>
              </a:rPr>
              <a:t>Description of what this features enables the user to do -&gt; </a:t>
            </a:r>
            <a:r>
              <a:rPr lang="en-GB" sz="1000" i="1">
                <a:latin typeface="ING Me" panose="02000506040000020004" pitchFamily="2" charset="0"/>
                <a:cs typeface="ING Me" panose="02000506040000020004" pitchFamily="2" charset="0"/>
              </a:rPr>
              <a:t>Description of the value it brings to ING. </a:t>
            </a:r>
          </a:p>
        </p:txBody>
      </p:sp>
      <p:sp>
        <p:nvSpPr>
          <p:cNvPr id="68" name="Text Placeholder 67">
            <a:extLst>
              <a:ext uri="{FF2B5EF4-FFF2-40B4-BE49-F238E27FC236}">
                <a16:creationId xmlns:a16="http://schemas.microsoft.com/office/drawing/2014/main" id="{C6BE0353-549B-5845-9759-444B55D6A89A}"/>
              </a:ext>
            </a:extLst>
          </p:cNvPr>
          <p:cNvSpPr>
            <a:spLocks noGrp="1"/>
          </p:cNvSpPr>
          <p:nvPr>
            <p:ph type="body" sz="quarter" idx="25" hasCustomPrompt="1"/>
          </p:nvPr>
        </p:nvSpPr>
        <p:spPr>
          <a:xfrm>
            <a:off x="507158" y="1862138"/>
            <a:ext cx="1945323" cy="771525"/>
          </a:xfrm>
          <a:prstGeom prst="rect">
            <a:avLst/>
          </a:prstGeom>
        </p:spPr>
        <p:txBody>
          <a:bodyPr lIns="36000" tIns="36000" rIns="36000" bIns="36000"/>
          <a:lstStyle>
            <a:lvl1pPr marL="0" indent="0">
              <a:buNone/>
              <a:defRPr sz="1000">
                <a:latin typeface="ING Me" panose="02000506040000020004" pitchFamily="2" charset="0"/>
                <a:cs typeface="ING Me" panose="02000506040000020004" pitchFamily="2" charset="0"/>
              </a:defRPr>
            </a:lvl1pPr>
            <a:lvl2pPr marL="457200" indent="0">
              <a:buNone/>
              <a:defRPr sz="1000">
                <a:latin typeface="ING Me" panose="02000506040000020004" pitchFamily="2" charset="0"/>
                <a:cs typeface="ING Me" panose="02000506040000020004" pitchFamily="2" charset="0"/>
              </a:defRPr>
            </a:lvl2pPr>
            <a:lvl3pPr marL="914400" indent="0">
              <a:buNone/>
              <a:defRPr sz="1000">
                <a:latin typeface="ING Me" panose="02000506040000020004" pitchFamily="2" charset="0"/>
                <a:cs typeface="ING Me" panose="02000506040000020004" pitchFamily="2" charset="0"/>
              </a:defRPr>
            </a:lvl3pPr>
            <a:lvl4pPr marL="1371600" indent="0">
              <a:buNone/>
              <a:defRPr sz="1000">
                <a:latin typeface="ING Me" panose="02000506040000020004" pitchFamily="2" charset="0"/>
                <a:cs typeface="ING Me" panose="02000506040000020004" pitchFamily="2" charset="0"/>
              </a:defRPr>
            </a:lvl4pPr>
            <a:lvl5pPr marL="1828800" indent="0">
              <a:buNone/>
              <a:defRPr sz="1000">
                <a:latin typeface="ING Me" panose="02000506040000020004" pitchFamily="2" charset="0"/>
                <a:cs typeface="ING Me" panose="02000506040000020004" pitchFamily="2" charset="0"/>
              </a:defRPr>
            </a:lvl5pPr>
          </a:lstStyle>
          <a:p>
            <a:r>
              <a:rPr lang="en-GB" sz="1000" b="1">
                <a:solidFill>
                  <a:schemeClr val="bg2">
                    <a:lumMod val="25000"/>
                  </a:schemeClr>
                </a:solidFill>
                <a:latin typeface="ING Me" panose="02000506040000020004" pitchFamily="2" charset="0"/>
                <a:cs typeface="ING Me" panose="02000506040000020004" pitchFamily="2" charset="0"/>
              </a:rPr>
              <a:t>[Other product name]</a:t>
            </a:r>
            <a:br>
              <a:rPr lang="en-GB" sz="1000" b="1">
                <a:solidFill>
                  <a:schemeClr val="bg2">
                    <a:lumMod val="25000"/>
                  </a:schemeClr>
                </a:solidFill>
                <a:latin typeface="ING Me" panose="02000506040000020004" pitchFamily="2" charset="0"/>
                <a:cs typeface="ING Me" panose="02000506040000020004" pitchFamily="2" charset="0"/>
              </a:rPr>
            </a:br>
            <a:r>
              <a:rPr lang="en-GB" sz="1000">
                <a:solidFill>
                  <a:schemeClr val="bg2">
                    <a:lumMod val="25000"/>
                  </a:schemeClr>
                </a:solidFill>
                <a:latin typeface="ING Me" panose="02000506040000020004" pitchFamily="2" charset="0"/>
                <a:cs typeface="ING Me" panose="02000506040000020004" pitchFamily="2" charset="0"/>
              </a:rPr>
              <a:t>Description of what can be achieved by using other touchpoint products</a:t>
            </a:r>
          </a:p>
        </p:txBody>
      </p:sp>
      <p:sp>
        <p:nvSpPr>
          <p:cNvPr id="69" name="Text Placeholder 67">
            <a:extLst>
              <a:ext uri="{FF2B5EF4-FFF2-40B4-BE49-F238E27FC236}">
                <a16:creationId xmlns:a16="http://schemas.microsoft.com/office/drawing/2014/main" id="{0FDEEC0B-E8F3-CC41-83E4-E00C78CDD996}"/>
              </a:ext>
            </a:extLst>
          </p:cNvPr>
          <p:cNvSpPr>
            <a:spLocks noGrp="1"/>
          </p:cNvSpPr>
          <p:nvPr>
            <p:ph type="body" sz="quarter" idx="26" hasCustomPrompt="1"/>
          </p:nvPr>
        </p:nvSpPr>
        <p:spPr>
          <a:xfrm>
            <a:off x="507158" y="2726357"/>
            <a:ext cx="1945323" cy="771525"/>
          </a:xfrm>
          <a:prstGeom prst="rect">
            <a:avLst/>
          </a:prstGeom>
        </p:spPr>
        <p:txBody>
          <a:bodyPr lIns="36000" tIns="36000" rIns="36000" bIns="36000"/>
          <a:lstStyle>
            <a:lvl1pPr marL="0" indent="0">
              <a:buNone/>
              <a:defRPr sz="1000">
                <a:latin typeface="ING Me" panose="02000506040000020004" pitchFamily="2" charset="0"/>
                <a:cs typeface="ING Me" panose="02000506040000020004" pitchFamily="2" charset="0"/>
              </a:defRPr>
            </a:lvl1pPr>
            <a:lvl2pPr marL="457200" indent="0">
              <a:buNone/>
              <a:defRPr sz="1000">
                <a:latin typeface="ING Me" panose="02000506040000020004" pitchFamily="2" charset="0"/>
                <a:cs typeface="ING Me" panose="02000506040000020004" pitchFamily="2" charset="0"/>
              </a:defRPr>
            </a:lvl2pPr>
            <a:lvl3pPr marL="914400" indent="0">
              <a:buNone/>
              <a:defRPr sz="1000">
                <a:latin typeface="ING Me" panose="02000506040000020004" pitchFamily="2" charset="0"/>
                <a:cs typeface="ING Me" panose="02000506040000020004" pitchFamily="2" charset="0"/>
              </a:defRPr>
            </a:lvl3pPr>
            <a:lvl4pPr marL="1371600" indent="0">
              <a:buNone/>
              <a:defRPr sz="1000">
                <a:latin typeface="ING Me" panose="02000506040000020004" pitchFamily="2" charset="0"/>
                <a:cs typeface="ING Me" panose="02000506040000020004" pitchFamily="2" charset="0"/>
              </a:defRPr>
            </a:lvl4pPr>
            <a:lvl5pPr marL="1828800" indent="0">
              <a:buNone/>
              <a:defRPr sz="1000">
                <a:latin typeface="ING Me" panose="02000506040000020004" pitchFamily="2" charset="0"/>
                <a:cs typeface="ING Me" panose="02000506040000020004" pitchFamily="2" charset="0"/>
              </a:defRPr>
            </a:lvl5pPr>
          </a:lstStyle>
          <a:p>
            <a:r>
              <a:rPr lang="en-GB" sz="1000" b="1">
                <a:solidFill>
                  <a:schemeClr val="bg2">
                    <a:lumMod val="25000"/>
                  </a:schemeClr>
                </a:solidFill>
                <a:latin typeface="ING Me" panose="02000506040000020004" pitchFamily="2" charset="0"/>
                <a:cs typeface="ING Me" panose="02000506040000020004" pitchFamily="2" charset="0"/>
              </a:rPr>
              <a:t>[Other product name]</a:t>
            </a:r>
            <a:br>
              <a:rPr lang="en-GB" sz="1000" b="1">
                <a:solidFill>
                  <a:schemeClr val="bg2">
                    <a:lumMod val="25000"/>
                  </a:schemeClr>
                </a:solidFill>
                <a:latin typeface="ING Me" panose="02000506040000020004" pitchFamily="2" charset="0"/>
                <a:cs typeface="ING Me" panose="02000506040000020004" pitchFamily="2" charset="0"/>
              </a:rPr>
            </a:br>
            <a:r>
              <a:rPr lang="en-GB" sz="1000">
                <a:solidFill>
                  <a:schemeClr val="bg2">
                    <a:lumMod val="25000"/>
                  </a:schemeClr>
                </a:solidFill>
                <a:latin typeface="ING Me" panose="02000506040000020004" pitchFamily="2" charset="0"/>
                <a:cs typeface="ING Me" panose="02000506040000020004" pitchFamily="2" charset="0"/>
              </a:rPr>
              <a:t>Description of what can be achieved by using other touchpoint products</a:t>
            </a:r>
          </a:p>
        </p:txBody>
      </p:sp>
      <p:sp>
        <p:nvSpPr>
          <p:cNvPr id="70" name="Text Placeholder 67">
            <a:extLst>
              <a:ext uri="{FF2B5EF4-FFF2-40B4-BE49-F238E27FC236}">
                <a16:creationId xmlns:a16="http://schemas.microsoft.com/office/drawing/2014/main" id="{12FB8E09-342D-F044-861B-495FD649D6DC}"/>
              </a:ext>
            </a:extLst>
          </p:cNvPr>
          <p:cNvSpPr>
            <a:spLocks noGrp="1"/>
          </p:cNvSpPr>
          <p:nvPr>
            <p:ph type="body" sz="quarter" idx="27" hasCustomPrompt="1"/>
          </p:nvPr>
        </p:nvSpPr>
        <p:spPr>
          <a:xfrm>
            <a:off x="507158" y="3590577"/>
            <a:ext cx="1945323" cy="771525"/>
          </a:xfrm>
          <a:prstGeom prst="rect">
            <a:avLst/>
          </a:prstGeom>
        </p:spPr>
        <p:txBody>
          <a:bodyPr lIns="36000" tIns="36000" rIns="36000" bIns="36000"/>
          <a:lstStyle>
            <a:lvl1pPr marL="0" indent="0">
              <a:buNone/>
              <a:defRPr sz="1000">
                <a:latin typeface="ING Me" panose="02000506040000020004" pitchFamily="2" charset="0"/>
                <a:cs typeface="ING Me" panose="02000506040000020004" pitchFamily="2" charset="0"/>
              </a:defRPr>
            </a:lvl1pPr>
            <a:lvl2pPr marL="457200" indent="0">
              <a:buNone/>
              <a:defRPr sz="1000">
                <a:latin typeface="ING Me" panose="02000506040000020004" pitchFamily="2" charset="0"/>
                <a:cs typeface="ING Me" panose="02000506040000020004" pitchFamily="2" charset="0"/>
              </a:defRPr>
            </a:lvl2pPr>
            <a:lvl3pPr marL="914400" indent="0">
              <a:buNone/>
              <a:defRPr sz="1000">
                <a:latin typeface="ING Me" panose="02000506040000020004" pitchFamily="2" charset="0"/>
                <a:cs typeface="ING Me" panose="02000506040000020004" pitchFamily="2" charset="0"/>
              </a:defRPr>
            </a:lvl3pPr>
            <a:lvl4pPr marL="1371600" indent="0">
              <a:buNone/>
              <a:defRPr sz="1000">
                <a:latin typeface="ING Me" panose="02000506040000020004" pitchFamily="2" charset="0"/>
                <a:cs typeface="ING Me" panose="02000506040000020004" pitchFamily="2" charset="0"/>
              </a:defRPr>
            </a:lvl4pPr>
            <a:lvl5pPr marL="1828800" indent="0">
              <a:buNone/>
              <a:defRPr sz="1000">
                <a:latin typeface="ING Me" panose="02000506040000020004" pitchFamily="2" charset="0"/>
                <a:cs typeface="ING Me" panose="02000506040000020004" pitchFamily="2" charset="0"/>
              </a:defRPr>
            </a:lvl5pPr>
          </a:lstStyle>
          <a:p>
            <a:r>
              <a:rPr lang="en-GB" sz="1000" b="1">
                <a:solidFill>
                  <a:schemeClr val="bg2">
                    <a:lumMod val="25000"/>
                  </a:schemeClr>
                </a:solidFill>
                <a:latin typeface="ING Me" panose="02000506040000020004" pitchFamily="2" charset="0"/>
                <a:cs typeface="ING Me" panose="02000506040000020004" pitchFamily="2" charset="0"/>
              </a:rPr>
              <a:t>[Other product name]</a:t>
            </a:r>
            <a:br>
              <a:rPr lang="en-GB" sz="1000" b="1">
                <a:solidFill>
                  <a:schemeClr val="bg2">
                    <a:lumMod val="25000"/>
                  </a:schemeClr>
                </a:solidFill>
                <a:latin typeface="ING Me" panose="02000506040000020004" pitchFamily="2" charset="0"/>
                <a:cs typeface="ING Me" panose="02000506040000020004" pitchFamily="2" charset="0"/>
              </a:rPr>
            </a:br>
            <a:r>
              <a:rPr lang="en-GB" sz="1000">
                <a:solidFill>
                  <a:schemeClr val="bg2">
                    <a:lumMod val="25000"/>
                  </a:schemeClr>
                </a:solidFill>
                <a:latin typeface="ING Me" panose="02000506040000020004" pitchFamily="2" charset="0"/>
                <a:cs typeface="ING Me" panose="02000506040000020004" pitchFamily="2" charset="0"/>
              </a:rPr>
              <a:t>Description of what can be achieved by using other touchpoint products</a:t>
            </a:r>
          </a:p>
        </p:txBody>
      </p:sp>
      <p:sp>
        <p:nvSpPr>
          <p:cNvPr id="71" name="Text Placeholder 67">
            <a:extLst>
              <a:ext uri="{FF2B5EF4-FFF2-40B4-BE49-F238E27FC236}">
                <a16:creationId xmlns:a16="http://schemas.microsoft.com/office/drawing/2014/main" id="{5F11FF68-43B3-8A46-8D30-4829D5B56C9B}"/>
              </a:ext>
            </a:extLst>
          </p:cNvPr>
          <p:cNvSpPr>
            <a:spLocks noGrp="1"/>
          </p:cNvSpPr>
          <p:nvPr>
            <p:ph type="body" sz="quarter" idx="28" hasCustomPrompt="1"/>
          </p:nvPr>
        </p:nvSpPr>
        <p:spPr>
          <a:xfrm>
            <a:off x="9462322" y="1431708"/>
            <a:ext cx="1945323" cy="771525"/>
          </a:xfrm>
          <a:prstGeom prst="rect">
            <a:avLst/>
          </a:prstGeom>
        </p:spPr>
        <p:txBody>
          <a:bodyPr lIns="36000" tIns="36000" rIns="36000" bIns="36000"/>
          <a:lstStyle>
            <a:lvl1pPr marL="0" indent="0">
              <a:buNone/>
              <a:defRPr sz="1000">
                <a:latin typeface="ING Me" panose="02000506040000020004" pitchFamily="2" charset="0"/>
                <a:cs typeface="ING Me" panose="02000506040000020004" pitchFamily="2" charset="0"/>
              </a:defRPr>
            </a:lvl1pPr>
            <a:lvl2pPr marL="457200" indent="0">
              <a:buNone/>
              <a:defRPr sz="1000">
                <a:latin typeface="ING Me" panose="02000506040000020004" pitchFamily="2" charset="0"/>
                <a:cs typeface="ING Me" panose="02000506040000020004" pitchFamily="2" charset="0"/>
              </a:defRPr>
            </a:lvl2pPr>
            <a:lvl3pPr marL="914400" indent="0">
              <a:buNone/>
              <a:defRPr sz="1000">
                <a:latin typeface="ING Me" panose="02000506040000020004" pitchFamily="2" charset="0"/>
                <a:cs typeface="ING Me" panose="02000506040000020004" pitchFamily="2" charset="0"/>
              </a:defRPr>
            </a:lvl3pPr>
            <a:lvl4pPr marL="1371600" indent="0">
              <a:buNone/>
              <a:defRPr sz="1000">
                <a:latin typeface="ING Me" panose="02000506040000020004" pitchFamily="2" charset="0"/>
                <a:cs typeface="ING Me" panose="02000506040000020004" pitchFamily="2" charset="0"/>
              </a:defRPr>
            </a:lvl4pPr>
            <a:lvl5pPr marL="1828800" indent="0">
              <a:buNone/>
              <a:defRPr sz="1000">
                <a:latin typeface="ING Me" panose="02000506040000020004" pitchFamily="2" charset="0"/>
                <a:cs typeface="ING Me" panose="02000506040000020004" pitchFamily="2" charset="0"/>
              </a:defRPr>
            </a:lvl5pPr>
          </a:lstStyle>
          <a:p>
            <a:r>
              <a:rPr lang="en-GB" sz="1000" b="1">
                <a:solidFill>
                  <a:schemeClr val="bg2">
                    <a:lumMod val="25000"/>
                  </a:schemeClr>
                </a:solidFill>
                <a:latin typeface="ING Me" panose="02000506040000020004" pitchFamily="2" charset="0"/>
                <a:cs typeface="ING Me" panose="02000506040000020004" pitchFamily="2" charset="0"/>
              </a:rPr>
              <a:t>Released:</a:t>
            </a:r>
            <a:endParaRPr lang="en-GB" sz="1000">
              <a:solidFill>
                <a:schemeClr val="bg2">
                  <a:lumMod val="25000"/>
                </a:schemeClr>
              </a:solidFill>
              <a:latin typeface="ING Me" panose="02000506040000020004" pitchFamily="2" charset="0"/>
              <a:cs typeface="ING Me" panose="02000506040000020004" pitchFamily="2" charset="0"/>
            </a:endParaRPr>
          </a:p>
        </p:txBody>
      </p:sp>
    </p:spTree>
    <p:extLst>
      <p:ext uri="{BB962C8B-B14F-4D97-AF65-F5344CB8AC3E}">
        <p14:creationId xmlns:p14="http://schemas.microsoft.com/office/powerpoint/2010/main" val="424605336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Chapter title_3_Sun">
    <p:bg>
      <p:bgPr>
        <a:solidFill>
          <a:schemeClr val="accent5"/>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CB8CFB-52CE-5448-764B-A50A2DEFC96D}"/>
              </a:ext>
            </a:extLst>
          </p:cNvPr>
          <p:cNvSpPr>
            <a:spLocks noGrp="1"/>
          </p:cNvSpPr>
          <p:nvPr>
            <p:ph type="title" hasCustomPrompt="1"/>
          </p:nvPr>
        </p:nvSpPr>
        <p:spPr>
          <a:xfrm>
            <a:off x="331216" y="2551837"/>
            <a:ext cx="6450584" cy="1754326"/>
          </a:xfrm>
          <a:noFill/>
        </p:spPr>
        <p:txBody>
          <a:bodyPr wrap="square" rtlCol="0" anchor="ctr">
            <a:spAutoFit/>
          </a:bodyPr>
          <a:lstStyle>
            <a:lvl1pPr>
              <a:defRPr lang="en-NL" sz="5400" b="0">
                <a:solidFill>
                  <a:schemeClr val="tx1"/>
                </a:solidFill>
                <a:ea typeface="+mn-ea"/>
                <a:cs typeface="+mn-cs"/>
              </a:defRPr>
            </a:lvl1pPr>
          </a:lstStyle>
          <a:p>
            <a:pPr marL="0" lvl="0" defTabSz="457200"/>
            <a:r>
              <a:rPr lang="en-GB"/>
              <a:t>Chapter title running over two lines</a:t>
            </a:r>
            <a:endParaRPr lang="en-NL"/>
          </a:p>
        </p:txBody>
      </p:sp>
      <p:sp>
        <p:nvSpPr>
          <p:cNvPr id="32" name="TextBox 31">
            <a:extLst>
              <a:ext uri="{FF2B5EF4-FFF2-40B4-BE49-F238E27FC236}">
                <a16:creationId xmlns:a16="http://schemas.microsoft.com/office/drawing/2014/main" id="{9C3E5B63-3A86-2B5D-75D8-7787207FC762}"/>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NL" sz="7200" b="1" i="0">
              <a:solidFill>
                <a:schemeClr val="bg1"/>
              </a:solidFill>
              <a:latin typeface="ING display" panose="020B0803030508020203" pitchFamily="34" charset="77"/>
            </a:endParaRPr>
          </a:p>
        </p:txBody>
      </p:sp>
      <p:sp>
        <p:nvSpPr>
          <p:cNvPr id="2" name="Rectangle 1">
            <a:extLst>
              <a:ext uri="{FF2B5EF4-FFF2-40B4-BE49-F238E27FC236}">
                <a16:creationId xmlns:a16="http://schemas.microsoft.com/office/drawing/2014/main" id="{AB4D16EA-3460-134C-E525-2145C5B2B4E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grpSp>
        <p:nvGrpSpPr>
          <p:cNvPr id="15" name="Group 14">
            <a:extLst>
              <a:ext uri="{FF2B5EF4-FFF2-40B4-BE49-F238E27FC236}">
                <a16:creationId xmlns:a16="http://schemas.microsoft.com/office/drawing/2014/main" id="{68274BE7-756D-41B0-51BD-6CB9BB603255}"/>
              </a:ext>
            </a:extLst>
          </p:cNvPr>
          <p:cNvGrpSpPr/>
          <p:nvPr userDrawn="1"/>
        </p:nvGrpSpPr>
        <p:grpSpPr>
          <a:xfrm>
            <a:off x="-2579659" y="3714818"/>
            <a:ext cx="2144619" cy="2625866"/>
            <a:chOff x="-2608729" y="1272988"/>
            <a:chExt cx="2064454" cy="3585883"/>
          </a:xfrm>
        </p:grpSpPr>
        <p:sp>
          <p:nvSpPr>
            <p:cNvPr id="16" name="Rectangle 15">
              <a:extLst>
                <a:ext uri="{FF2B5EF4-FFF2-40B4-BE49-F238E27FC236}">
                  <a16:creationId xmlns:a16="http://schemas.microsoft.com/office/drawing/2014/main" id="{80990A79-C820-A461-F9B2-F9F00E560129}"/>
                </a:ext>
              </a:extLst>
            </p:cNvPr>
            <p:cNvSpPr/>
            <p:nvPr userDrawn="1"/>
          </p:nvSpPr>
          <p:spPr>
            <a:xfrm>
              <a:off x="-2608729" y="1272988"/>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7" name="Rectangle 16">
              <a:extLst>
                <a:ext uri="{FF2B5EF4-FFF2-40B4-BE49-F238E27FC236}">
                  <a16:creationId xmlns:a16="http://schemas.microsoft.com/office/drawing/2014/main" id="{E7C1319F-4834-5E8A-084C-AD8461913EBE}"/>
                </a:ext>
              </a:extLst>
            </p:cNvPr>
            <p:cNvSpPr/>
            <p:nvPr userDrawn="1"/>
          </p:nvSpPr>
          <p:spPr>
            <a:xfrm>
              <a:off x="-1539357" y="12729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8" name="Rectangle 17">
              <a:extLst>
                <a:ext uri="{FF2B5EF4-FFF2-40B4-BE49-F238E27FC236}">
                  <a16:creationId xmlns:a16="http://schemas.microsoft.com/office/drawing/2014/main" id="{DE258F07-8E6B-E281-5EC9-496C346767E9}"/>
                </a:ext>
              </a:extLst>
            </p:cNvPr>
            <p:cNvSpPr/>
            <p:nvPr userDrawn="1"/>
          </p:nvSpPr>
          <p:spPr>
            <a:xfrm>
              <a:off x="-2608729" y="21873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9" name="Rectangle 18">
              <a:extLst>
                <a:ext uri="{FF2B5EF4-FFF2-40B4-BE49-F238E27FC236}">
                  <a16:creationId xmlns:a16="http://schemas.microsoft.com/office/drawing/2014/main" id="{DFAC0242-0F42-EA0D-E4DD-1C919444A274}"/>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0" name="Rectangle 19">
              <a:extLst>
                <a:ext uri="{FF2B5EF4-FFF2-40B4-BE49-F238E27FC236}">
                  <a16:creationId xmlns:a16="http://schemas.microsoft.com/office/drawing/2014/main" id="{1FD8E7E3-FD74-8098-690A-4DD4D9EA1515}"/>
                </a:ext>
              </a:extLst>
            </p:cNvPr>
            <p:cNvSpPr/>
            <p:nvPr userDrawn="1"/>
          </p:nvSpPr>
          <p:spPr>
            <a:xfrm>
              <a:off x="-2608729" y="3101788"/>
              <a:ext cx="995082" cy="842683"/>
            </a:xfrm>
            <a:prstGeom prst="rect">
              <a:avLst/>
            </a:prstGeom>
            <a:solidFill>
              <a:srgbClr val="89D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03AD26D8-9561-F593-64F0-B0B85D7A3DF4}"/>
                </a:ext>
              </a:extLst>
            </p:cNvPr>
            <p:cNvSpPr/>
            <p:nvPr userDrawn="1"/>
          </p:nvSpPr>
          <p:spPr>
            <a:xfrm>
              <a:off x="-1539357"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7198E17C-F590-AE62-AF4B-54D96C5DB9EB}"/>
                </a:ext>
              </a:extLst>
            </p:cNvPr>
            <p:cNvSpPr/>
            <p:nvPr userDrawn="1"/>
          </p:nvSpPr>
          <p:spPr>
            <a:xfrm>
              <a:off x="-2608729" y="40161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solidFill>
                    <a:schemeClr val="tx1"/>
                  </a:solidFill>
                  <a:latin typeface="ING Me" panose="02000506040000020004" pitchFamily="2" charset="0"/>
                </a:rPr>
                <a:t>Text</a:t>
              </a:r>
            </a:p>
          </p:txBody>
        </p:sp>
      </p:grpSp>
      <p:sp>
        <p:nvSpPr>
          <p:cNvPr id="23" name="Rectangle 22">
            <a:extLst>
              <a:ext uri="{FF2B5EF4-FFF2-40B4-BE49-F238E27FC236}">
                <a16:creationId xmlns:a16="http://schemas.microsoft.com/office/drawing/2014/main" id="{FFECE139-245C-6D1F-057C-B291400C1205}"/>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4" name="Picture Placeholder 6">
            <a:extLst>
              <a:ext uri="{FF2B5EF4-FFF2-40B4-BE49-F238E27FC236}">
                <a16:creationId xmlns:a16="http://schemas.microsoft.com/office/drawing/2014/main" id="{70080357-BD69-ABAB-37AD-DB4DDE0AA7C5}"/>
              </a:ext>
            </a:extLst>
          </p:cNvPr>
          <p:cNvSpPr>
            <a:spLocks noGrp="1"/>
          </p:cNvSpPr>
          <p:nvPr>
            <p:ph type="pic" sz="quarter" idx="10"/>
          </p:nvPr>
        </p:nvSpPr>
        <p:spPr>
          <a:xfrm>
            <a:off x="7548563" y="0"/>
            <a:ext cx="4657725"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Tree>
    <p:extLst>
      <p:ext uri="{BB962C8B-B14F-4D97-AF65-F5344CB8AC3E}">
        <p14:creationId xmlns:p14="http://schemas.microsoft.com/office/powerpoint/2010/main" val="1909554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42061252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ING Me" panose="02000506040000020004" pitchFamily="2"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5" y="637721"/>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ING Me" panose="02000506040000020004" pitchFamily="2" charset="0"/>
              </a:rPr>
              <a:pPr algn="r" defTabSz="610744" rtl="0" fontAlgn="auto">
                <a:spcBef>
                  <a:spcPts val="0"/>
                </a:spcBef>
                <a:spcAft>
                  <a:spcPts val="0"/>
                </a:spcAft>
                <a:defRPr/>
              </a:pPr>
              <a:t>‹#›</a:t>
            </a:fld>
            <a:endParaRPr lang="en-US" sz="900" b="0">
              <a:solidFill>
                <a:schemeClr val="tx1"/>
              </a:solidFill>
              <a:latin typeface="+mn-lt"/>
              <a:ea typeface="+mn-ea"/>
              <a:cs typeface="ING Me" panose="02000506040000020004" pitchFamily="2"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cs typeface="ING Me" panose="02000506040000020004" pitchFamily="2" charset="0"/>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554736" y="172212"/>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5117142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458437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ING Me" panose="02000506040000020004" pitchFamily="2"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0"/>
            <a:ext cx="352661"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022441"/>
            <a:ext cx="11082528" cy="246221"/>
          </a:xfrm>
          <a:prstGeom prst="rect">
            <a:avLst/>
          </a:prstGeom>
        </p:spPr>
        <p:txBody>
          <a:bodyPr wrap="square">
            <a:no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ING Me" panose="02000506040000020004" pitchFamily="2" charset="0"/>
              </a:rPr>
              <a:pPr algn="r" defTabSz="610744" rtl="0" fontAlgn="auto">
                <a:spcBef>
                  <a:spcPts val="0"/>
                </a:spcBef>
                <a:spcAft>
                  <a:spcPts val="0"/>
                </a:spcAft>
                <a:defRPr/>
              </a:pPr>
              <a:t>‹#›</a:t>
            </a:fld>
            <a:endParaRPr lang="en-US" sz="900" b="0">
              <a:solidFill>
                <a:schemeClr val="tx1"/>
              </a:solidFill>
              <a:latin typeface="+mn-lt"/>
              <a:ea typeface="+mn-ea"/>
              <a:cs typeface="ING Me" panose="02000506040000020004" pitchFamily="2"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cs typeface="ING Me" panose="02000506040000020004" pitchFamily="2" charset="0"/>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hasCustomPrompt="1"/>
            <p:custDataLst>
              <p:tags r:id="rId7"/>
            </p:custDataLst>
          </p:nvPr>
        </p:nvSpPr>
        <p:spPr bwMode="gray">
          <a:xfrm>
            <a:off x="554736" y="17221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br>
              <a:rPr lang="en-US"/>
            </a:br>
            <a:endParaRPr lang="en-US"/>
          </a:p>
        </p:txBody>
      </p:sp>
    </p:spTree>
    <p:extLst>
      <p:ext uri="{BB962C8B-B14F-4D97-AF65-F5344CB8AC3E}">
        <p14:creationId xmlns:p14="http://schemas.microsoft.com/office/powerpoint/2010/main" val="233419578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Index slid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2" name="Footer Placeholder 1">
            <a:extLst>
              <a:ext uri="{FF2B5EF4-FFF2-40B4-BE49-F238E27FC236}">
                <a16:creationId xmlns:a16="http://schemas.microsoft.com/office/drawing/2014/main" id="{515CBA26-4510-4A9C-B080-4211950399FD}"/>
              </a:ext>
            </a:extLst>
          </p:cNvPr>
          <p:cNvSpPr>
            <a:spLocks noGrp="1"/>
          </p:cNvSpPr>
          <p:nvPr>
            <p:ph type="ftr" sz="quarter" idx="1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1DDC45C2-05A9-46EA-B276-6A874E5C1E4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11" name="Text Placeholder 10">
            <a:extLst>
              <a:ext uri="{FF2B5EF4-FFF2-40B4-BE49-F238E27FC236}">
                <a16:creationId xmlns:a16="http://schemas.microsoft.com/office/drawing/2014/main" id="{6BA07CBC-1D3E-422E-A575-116DF6809A5F}"/>
              </a:ext>
            </a:extLst>
          </p:cNvPr>
          <p:cNvSpPr>
            <a:spLocks noGrp="1"/>
          </p:cNvSpPr>
          <p:nvPr>
            <p:ph type="body" sz="quarter" idx="13" hasCustomPrompt="1"/>
          </p:nvPr>
        </p:nvSpPr>
        <p:spPr bwMode="auto">
          <a:xfrm>
            <a:off x="659008" y="1141198"/>
            <a:ext cx="10875600" cy="5058000"/>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a:t>Click to add text</a:t>
            </a:r>
          </a:p>
          <a:p>
            <a:pPr lvl="1"/>
            <a:r>
              <a:rPr lang="en-GB" noProof="0"/>
              <a:t>Second level</a:t>
            </a:r>
          </a:p>
        </p:txBody>
      </p:sp>
    </p:spTree>
    <p:extLst>
      <p:ext uri="{BB962C8B-B14F-4D97-AF65-F5344CB8AC3E}">
        <p14:creationId xmlns:p14="http://schemas.microsoft.com/office/powerpoint/2010/main" val="318903150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Copy_1_Paragraph">
    <p:spTree>
      <p:nvGrpSpPr>
        <p:cNvPr id="1" name=""/>
        <p:cNvGrpSpPr/>
        <p:nvPr/>
      </p:nvGrpSpPr>
      <p:grpSpPr>
        <a:xfrm>
          <a:off x="0" y="0"/>
          <a:ext cx="0" cy="0"/>
          <a:chOff x="0" y="0"/>
          <a:chExt cx="0" cy="0"/>
        </a:xfrm>
      </p:grpSpPr>
      <p:sp>
        <p:nvSpPr>
          <p:cNvPr id="3" name="Content Placeholder 2"/>
          <p:cNvSpPr>
            <a:spLocks noGrp="1"/>
          </p:cNvSpPr>
          <p:nvPr>
            <p:ph idx="1"/>
          </p:nvPr>
        </p:nvSpPr>
        <p:spPr>
          <a:xfrm>
            <a:off x="273899" y="1952785"/>
            <a:ext cx="7935132" cy="4224177"/>
          </a:xfrm>
          <a:prstGeom prst="rect">
            <a:avLst/>
          </a:prstGeo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Master text styles</a:t>
            </a:r>
          </a:p>
        </p:txBody>
      </p:sp>
      <p:sp>
        <p:nvSpPr>
          <p:cNvPr id="7" name="Title 6">
            <a:extLst>
              <a:ext uri="{FF2B5EF4-FFF2-40B4-BE49-F238E27FC236}">
                <a16:creationId xmlns:a16="http://schemas.microsoft.com/office/drawing/2014/main" id="{2473E001-4BEF-774D-DF9A-4502048B52A8}"/>
              </a:ext>
            </a:extLst>
          </p:cNvPr>
          <p:cNvSpPr>
            <a:spLocks noGrp="1"/>
          </p:cNvSpPr>
          <p:nvPr>
            <p:ph type="title"/>
          </p:nvPr>
        </p:nvSpPr>
        <p:spPr/>
        <p:txBody>
          <a:bodyPr/>
          <a:lstStyle>
            <a:lvl1pPr>
              <a:defRPr b="0"/>
            </a:lvl1pPr>
          </a:lstStyle>
          <a:p>
            <a:r>
              <a:rPr lang="en-US"/>
              <a:t>Click to edit Master title style</a:t>
            </a:r>
            <a:endParaRPr lang="en-NL"/>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Tree>
    <p:extLst>
      <p:ext uri="{BB962C8B-B14F-4D97-AF65-F5344CB8AC3E}">
        <p14:creationId xmlns:p14="http://schemas.microsoft.com/office/powerpoint/2010/main" val="60711401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Bullet slide">
    <p:spTree>
      <p:nvGrpSpPr>
        <p:cNvPr id="1" name=""/>
        <p:cNvGrpSpPr/>
        <p:nvPr/>
      </p:nvGrpSpPr>
      <p:grpSpPr>
        <a:xfrm>
          <a:off x="0" y="0"/>
          <a:ext cx="0" cy="0"/>
          <a:chOff x="0" y="0"/>
          <a:chExt cx="0" cy="0"/>
        </a:xfrm>
      </p:grpSpPr>
      <p:sp>
        <p:nvSpPr>
          <p:cNvPr id="9" name="Text Placeholder 2"/>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marL="180000" indent="-180000">
              <a:buClr>
                <a:schemeClr val="accent1"/>
              </a:buClr>
              <a:buFontTx/>
              <a:buBlip>
                <a:blip>
                  <a:extLst>
                    <a:ext uri="{96DAC541-7B7A-43D3-8B79-37D633B846F1}">
                      <asvg:svgBlip xmlns:asvg="http://schemas.microsoft.com/office/drawing/2016/SVG/main" r:embed="rId2"/>
                    </a:ext>
                  </a:extLst>
                </a:blip>
              </a:buBlip>
              <a:defRPr/>
            </a:lvl1pPr>
            <a:lvl2pPr marL="360000" indent="-180000">
              <a:buClr>
                <a:schemeClr val="accent2"/>
              </a:buClr>
              <a:buFontTx/>
              <a:buBlip>
                <a:blip>
                  <a:extLst>
                    <a:ext uri="{96DAC541-7B7A-43D3-8B79-37D633B846F1}">
                      <asvg:svgBlip xmlns:asvg="http://schemas.microsoft.com/office/drawing/2016/SVG/main" r:embed="rId3"/>
                    </a:ext>
                  </a:extLst>
                </a:blip>
              </a:buBlip>
              <a:defRPr/>
            </a:lvl2pPr>
            <a:lvl3pPr marL="540000" indent="-180000">
              <a:buClr>
                <a:schemeClr val="accent3"/>
              </a:buClr>
              <a:buFontTx/>
              <a:buBlip>
                <a:blip>
                  <a:extLst>
                    <a:ext uri="{96DAC541-7B7A-43D3-8B79-37D633B846F1}">
                      <asvg:svgBlip xmlns:asvg="http://schemas.microsoft.com/office/drawing/2016/SVG/main" r:embed="rId4"/>
                    </a:ext>
                  </a:extLst>
                </a:blip>
              </a:buBlip>
              <a:defRPr/>
            </a:lvl3pPr>
            <a:lvl4pPr marL="720000" indent="-180000">
              <a:buClr>
                <a:schemeClr val="accent4"/>
              </a:buClr>
              <a:buFontTx/>
              <a:buBlip>
                <a:blip>
                  <a:extLst>
                    <a:ext uri="{96DAC541-7B7A-43D3-8B79-37D633B846F1}">
                      <asvg:svgBlip xmlns:asvg="http://schemas.microsoft.com/office/drawing/2016/SVG/main" r:embed="rId5"/>
                    </a:ext>
                  </a:extLst>
                </a:blip>
              </a:buBlip>
              <a:defRPr/>
            </a:lvl4pPr>
            <a:lvl5pPr marL="900000" indent="-180000">
              <a:buClr>
                <a:schemeClr val="accent5"/>
              </a:buClr>
              <a:buFontTx/>
              <a:buBlip>
                <a:blip>
                  <a:extLst>
                    <a:ext uri="{96DAC541-7B7A-43D3-8B79-37D633B846F1}">
                      <asvg:svgBlip xmlns:asvg="http://schemas.microsoft.com/office/drawing/2016/SVG/main" r:embed="rId6"/>
                    </a:ext>
                  </a:extLst>
                </a:blip>
              </a:buBlip>
              <a:defRPr/>
            </a:lvl5pPr>
            <a:lvl6pPr marL="1080000" indent="-180000">
              <a:lnSpc>
                <a:spcPct val="93000"/>
              </a:lnSpc>
              <a:spcBef>
                <a:spcPts val="0"/>
              </a:spcBef>
              <a:buFontTx/>
              <a:buBlip>
                <a:blip>
                  <a:extLst>
                    <a:ext uri="{96DAC541-7B7A-43D3-8B79-37D633B846F1}">
                      <asvg:svgBlip xmlns:asvg="http://schemas.microsoft.com/office/drawing/2016/SVG/main" r:embed="rId7"/>
                    </a:ext>
                  </a:extLst>
                </a:blip>
              </a:buBlip>
              <a:defRPr sz="2000"/>
            </a:lvl6pPr>
            <a:lvl7pPr marL="1260000" indent="-180000">
              <a:lnSpc>
                <a:spcPct val="93000"/>
              </a:lnSpc>
              <a:spcBef>
                <a:spcPts val="0"/>
              </a:spcBef>
              <a:buFontTx/>
              <a:buBlip>
                <a:blip>
                  <a:extLst>
                    <a:ext uri="{96DAC541-7B7A-43D3-8B79-37D633B846F1}">
                      <asvg:svgBlip xmlns:asvg="http://schemas.microsoft.com/office/drawing/2016/SVG/main" r:embed="rId8"/>
                    </a:ext>
                  </a:extLst>
                </a:blip>
              </a:buBlip>
              <a:defRPr sz="2000"/>
            </a:lvl7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p:txBody>
      </p:sp>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3" name="Footer Placeholder 2">
            <a:extLst>
              <a:ext uri="{FF2B5EF4-FFF2-40B4-BE49-F238E27FC236}">
                <a16:creationId xmlns:a16="http://schemas.microsoft.com/office/drawing/2014/main" id="{D200E7AA-C44B-426E-B459-FAE63DF6B45E}"/>
              </a:ext>
            </a:extLst>
          </p:cNvPr>
          <p:cNvSpPr>
            <a:spLocks noGrp="1"/>
          </p:cNvSpPr>
          <p:nvPr>
            <p:ph type="ftr" sz="quarter" idx="12"/>
          </p:nvPr>
        </p:nvSpPr>
        <p:spPr/>
        <p:txBody>
          <a:bodyPr/>
          <a:lstStyle>
            <a:lvl1pPr>
              <a:defRPr/>
            </a:lvl1pPr>
          </a:lstStyle>
          <a:p>
            <a:endParaRPr lang="en-GB" noProof="0"/>
          </a:p>
        </p:txBody>
      </p:sp>
      <p:sp>
        <p:nvSpPr>
          <p:cNvPr id="7" name="Title 6">
            <a:extLst>
              <a:ext uri="{FF2B5EF4-FFF2-40B4-BE49-F238E27FC236}">
                <a16:creationId xmlns:a16="http://schemas.microsoft.com/office/drawing/2014/main" id="{572D2BF4-B73D-41D9-ABBC-BA54F524221F}"/>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6" name="Group 5">
            <a:extLst>
              <a:ext uri="{FF2B5EF4-FFF2-40B4-BE49-F238E27FC236}">
                <a16:creationId xmlns:a16="http://schemas.microsoft.com/office/drawing/2014/main" id="{28518AE9-A05C-440E-B9E1-876EC28E1BD0}"/>
              </a:ext>
            </a:extLst>
          </p:cNvPr>
          <p:cNvGrpSpPr/>
          <p:nvPr userDrawn="1"/>
        </p:nvGrpSpPr>
        <p:grpSpPr>
          <a:xfrm>
            <a:off x="-2368598" y="0"/>
            <a:ext cx="1872000" cy="4379495"/>
            <a:chOff x="-2025698" y="0"/>
            <a:chExt cx="1872000" cy="4379495"/>
          </a:xfrm>
        </p:grpSpPr>
        <p:grpSp>
          <p:nvGrpSpPr>
            <p:cNvPr id="8" name="Group 7">
              <a:extLst>
                <a:ext uri="{FF2B5EF4-FFF2-40B4-BE49-F238E27FC236}">
                  <a16:creationId xmlns:a16="http://schemas.microsoft.com/office/drawing/2014/main" id="{D9DF109D-A8C2-4886-80B0-048F765CAB37}"/>
                </a:ext>
              </a:extLst>
            </p:cNvPr>
            <p:cNvGrpSpPr/>
            <p:nvPr userDrawn="1"/>
          </p:nvGrpSpPr>
          <p:grpSpPr>
            <a:xfrm>
              <a:off x="-2025698" y="0"/>
              <a:ext cx="1872000" cy="4379495"/>
              <a:chOff x="-2025698" y="0"/>
              <a:chExt cx="1872000" cy="4379495"/>
            </a:xfrm>
          </p:grpSpPr>
          <p:grpSp>
            <p:nvGrpSpPr>
              <p:cNvPr id="11" name="Group 10">
                <a:extLst>
                  <a:ext uri="{FF2B5EF4-FFF2-40B4-BE49-F238E27FC236}">
                    <a16:creationId xmlns:a16="http://schemas.microsoft.com/office/drawing/2014/main" id="{0480695D-2895-4499-A20D-9E1A9EEDC854}"/>
                  </a:ext>
                </a:extLst>
              </p:cNvPr>
              <p:cNvGrpSpPr/>
              <p:nvPr userDrawn="1"/>
            </p:nvGrpSpPr>
            <p:grpSpPr>
              <a:xfrm>
                <a:off x="-2025698" y="0"/>
                <a:ext cx="1872000" cy="4379495"/>
                <a:chOff x="-2025698" y="0"/>
                <a:chExt cx="1872000" cy="4379495"/>
              </a:xfrm>
            </p:grpSpPr>
            <p:grpSp>
              <p:nvGrpSpPr>
                <p:cNvPr id="13" name="Group 12">
                  <a:extLst>
                    <a:ext uri="{FF2B5EF4-FFF2-40B4-BE49-F238E27FC236}">
                      <a16:creationId xmlns:a16="http://schemas.microsoft.com/office/drawing/2014/main" id="{8FDDD35E-C14B-4A25-8CDC-FF3D2C373200}"/>
                    </a:ext>
                  </a:extLst>
                </p:cNvPr>
                <p:cNvGrpSpPr/>
                <p:nvPr/>
              </p:nvGrpSpPr>
              <p:grpSpPr>
                <a:xfrm>
                  <a:off x="-2025698" y="0"/>
                  <a:ext cx="1872000" cy="4379495"/>
                  <a:chOff x="-2025698" y="0"/>
                  <a:chExt cx="1872000" cy="4379495"/>
                </a:xfrm>
              </p:grpSpPr>
              <p:sp>
                <p:nvSpPr>
                  <p:cNvPr id="15" name="Rectangle 104">
                    <a:extLst>
                      <a:ext uri="{FF2B5EF4-FFF2-40B4-BE49-F238E27FC236}">
                        <a16:creationId xmlns:a16="http://schemas.microsoft.com/office/drawing/2014/main" id="{D5CE5D8E-9FD9-4A5B-89EB-A650D1C27FF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16" name="Rectangle 113">
                    <a:extLst>
                      <a:ext uri="{FF2B5EF4-FFF2-40B4-BE49-F238E27FC236}">
                        <a16:creationId xmlns:a16="http://schemas.microsoft.com/office/drawing/2014/main" id="{A06B4935-D494-4304-AC9F-CD1905ED11B3}"/>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14" name="Rectangle 106">
                  <a:extLst>
                    <a:ext uri="{FF2B5EF4-FFF2-40B4-BE49-F238E27FC236}">
                      <a16:creationId xmlns:a16="http://schemas.microsoft.com/office/drawing/2014/main" id="{0FBBC0EA-00FB-4241-8D08-083F6FF05DB7}"/>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12" name="Picture 11">
                <a:extLst>
                  <a:ext uri="{FF2B5EF4-FFF2-40B4-BE49-F238E27FC236}">
                    <a16:creationId xmlns:a16="http://schemas.microsoft.com/office/drawing/2014/main" id="{3BEBDEE9-4DE3-4572-9ED1-61CE6B32A511}"/>
                  </a:ext>
                </a:extLst>
              </p:cNvPr>
              <p:cNvPicPr>
                <a:picLocks noChangeAspect="1"/>
              </p:cNvPicPr>
              <p:nvPr userDrawn="1"/>
            </p:nvPicPr>
            <p:blipFill>
              <a:blip r:embed="rId9"/>
              <a:srcRect/>
              <a:stretch/>
            </p:blipFill>
            <p:spPr>
              <a:xfrm>
                <a:off x="-1893936" y="1754883"/>
                <a:ext cx="1046211" cy="788945"/>
              </a:xfrm>
              <a:prstGeom prst="rect">
                <a:avLst/>
              </a:prstGeom>
            </p:spPr>
          </p:pic>
        </p:grpSp>
        <p:sp>
          <p:nvSpPr>
            <p:cNvPr id="10" name="Rectangle 9">
              <a:extLst>
                <a:ext uri="{FF2B5EF4-FFF2-40B4-BE49-F238E27FC236}">
                  <a16:creationId xmlns:a16="http://schemas.microsoft.com/office/drawing/2014/main" id="{2FFB253F-6D46-44AA-A75D-74AAE0E0BC0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82101972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slide_1_Identifier_Orang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C6C1D5-F6D9-54EA-F2C8-B97AB2E45F4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11" name="Date Placeholder 3">
            <a:extLst>
              <a:ext uri="{FF2B5EF4-FFF2-40B4-BE49-F238E27FC236}">
                <a16:creationId xmlns:a16="http://schemas.microsoft.com/office/drawing/2014/main" id="{0C54E0C4-C9D3-A784-B662-8F064B161417}"/>
              </a:ext>
            </a:extLst>
          </p:cNvPr>
          <p:cNvSpPr>
            <a:spLocks noGrp="1"/>
          </p:cNvSpPr>
          <p:nvPr>
            <p:ph type="dt" sz="half" idx="2"/>
          </p:nvPr>
        </p:nvSpPr>
        <p:spPr>
          <a:xfrm>
            <a:off x="3258095" y="6274158"/>
            <a:ext cx="2743200" cy="365125"/>
          </a:xfrm>
          <a:prstGeom prst="rect">
            <a:avLst/>
          </a:prstGeom>
        </p:spPr>
        <p:txBody>
          <a:bodyPr vert="horz" lIns="91440" tIns="45720" rIns="91440" bIns="45720" rtlCol="0" anchor="t" anchorCtr="0"/>
          <a:lstStyle>
            <a:lvl1pPr marL="0" algn="r"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
        <p:nvSpPr>
          <p:cNvPr id="14" name="Footer Placeholder 4">
            <a:extLst>
              <a:ext uri="{FF2B5EF4-FFF2-40B4-BE49-F238E27FC236}">
                <a16:creationId xmlns:a16="http://schemas.microsoft.com/office/drawing/2014/main" id="{49D1D03F-CAC6-764E-9A21-481E7A54F3CA}"/>
              </a:ext>
            </a:extLst>
          </p:cNvPr>
          <p:cNvSpPr>
            <a:spLocks noGrp="1"/>
          </p:cNvSpPr>
          <p:nvPr>
            <p:ph type="ftr" sz="quarter" idx="3"/>
          </p:nvPr>
        </p:nvSpPr>
        <p:spPr>
          <a:xfrm>
            <a:off x="6190707" y="6274158"/>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12" name="Title 1">
            <a:extLst>
              <a:ext uri="{FF2B5EF4-FFF2-40B4-BE49-F238E27FC236}">
                <a16:creationId xmlns:a16="http://schemas.microsoft.com/office/drawing/2014/main" id="{8939700F-4388-241A-6C07-ED432F72FDE1}"/>
              </a:ext>
            </a:extLst>
          </p:cNvPr>
          <p:cNvSpPr>
            <a:spLocks noGrp="1"/>
          </p:cNvSpPr>
          <p:nvPr>
            <p:ph type="ctrTitle" hasCustomPrompt="1"/>
          </p:nvPr>
        </p:nvSpPr>
        <p:spPr>
          <a:xfrm>
            <a:off x="476249" y="1958340"/>
            <a:ext cx="11239500" cy="2941320"/>
          </a:xfrm>
          <a:prstGeom prst="rect">
            <a:avLst/>
          </a:prstGeom>
        </p:spPr>
        <p:txBody>
          <a:bodyPr anchor="ctr" anchorCtr="0">
            <a:normAutofit/>
          </a:bodyPr>
          <a:lstStyle>
            <a:lvl1pPr algn="ctr">
              <a:defRPr sz="7200" b="0">
                <a:solidFill>
                  <a:schemeClr val="bg1"/>
                </a:solidFill>
              </a:defRPr>
            </a:lvl1pPr>
          </a:lstStyle>
          <a:p>
            <a:r>
              <a:rPr lang="en-GB"/>
              <a:t>Name your presentation and a second line if you want</a:t>
            </a:r>
            <a:endParaRPr lang="en-US"/>
          </a:p>
        </p:txBody>
      </p:sp>
      <p:sp>
        <p:nvSpPr>
          <p:cNvPr id="4" name="Rectangle 3">
            <a:extLst>
              <a:ext uri="{FF2B5EF4-FFF2-40B4-BE49-F238E27FC236}">
                <a16:creationId xmlns:a16="http://schemas.microsoft.com/office/drawing/2014/main" id="{B13BF4B8-5D46-AB62-4422-C9754992372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5" name="Rectangle 4">
            <a:extLst>
              <a:ext uri="{FF2B5EF4-FFF2-40B4-BE49-F238E27FC236}">
                <a16:creationId xmlns:a16="http://schemas.microsoft.com/office/drawing/2014/main" id="{CCBA41A5-D196-CE9E-66C5-D521AAD64A89}"/>
              </a:ext>
            </a:extLst>
          </p:cNvPr>
          <p:cNvSpPr/>
          <p:nvPr userDrawn="1"/>
        </p:nvSpPr>
        <p:spPr>
          <a:xfrm>
            <a:off x="-2576721"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9" name="Rectangle 8">
            <a:extLst>
              <a:ext uri="{FF2B5EF4-FFF2-40B4-BE49-F238E27FC236}">
                <a16:creationId xmlns:a16="http://schemas.microsoft.com/office/drawing/2014/main" id="{15F991CF-6037-0EC3-F7B2-D870BD44AD14}"/>
              </a:ext>
            </a:extLst>
          </p:cNvPr>
          <p:cNvSpPr/>
          <p:nvPr userDrawn="1"/>
        </p:nvSpPr>
        <p:spPr>
          <a:xfrm>
            <a:off x="-1507349"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Tree>
    <p:extLst>
      <p:ext uri="{BB962C8B-B14F-4D97-AF65-F5344CB8AC3E}">
        <p14:creationId xmlns:p14="http://schemas.microsoft.com/office/powerpoint/2010/main" val="50417068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lide_1_Identifier_Maroon">
    <p:bg>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C6C1D5-F6D9-54EA-F2C8-B97AB2E45F4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11" name="Date Placeholder 3">
            <a:extLst>
              <a:ext uri="{FF2B5EF4-FFF2-40B4-BE49-F238E27FC236}">
                <a16:creationId xmlns:a16="http://schemas.microsoft.com/office/drawing/2014/main" id="{0C54E0C4-C9D3-A784-B662-8F064B161417}"/>
              </a:ext>
            </a:extLst>
          </p:cNvPr>
          <p:cNvSpPr>
            <a:spLocks noGrp="1"/>
          </p:cNvSpPr>
          <p:nvPr>
            <p:ph type="dt" sz="half" idx="2"/>
          </p:nvPr>
        </p:nvSpPr>
        <p:spPr>
          <a:xfrm>
            <a:off x="3258095" y="6274158"/>
            <a:ext cx="2743200" cy="365125"/>
          </a:xfrm>
          <a:prstGeom prst="rect">
            <a:avLst/>
          </a:prstGeom>
        </p:spPr>
        <p:txBody>
          <a:bodyPr vert="horz" lIns="91440" tIns="45720" rIns="91440" bIns="45720" rtlCol="0" anchor="t" anchorCtr="0"/>
          <a:lstStyle>
            <a:lvl1pPr marL="0" algn="r"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
        <p:nvSpPr>
          <p:cNvPr id="14" name="Footer Placeholder 4">
            <a:extLst>
              <a:ext uri="{FF2B5EF4-FFF2-40B4-BE49-F238E27FC236}">
                <a16:creationId xmlns:a16="http://schemas.microsoft.com/office/drawing/2014/main" id="{49D1D03F-CAC6-764E-9A21-481E7A54F3CA}"/>
              </a:ext>
            </a:extLst>
          </p:cNvPr>
          <p:cNvSpPr>
            <a:spLocks noGrp="1"/>
          </p:cNvSpPr>
          <p:nvPr>
            <p:ph type="ftr" sz="quarter" idx="3"/>
          </p:nvPr>
        </p:nvSpPr>
        <p:spPr>
          <a:xfrm>
            <a:off x="6190707" y="6274158"/>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6" name="Title 1">
            <a:extLst>
              <a:ext uri="{FF2B5EF4-FFF2-40B4-BE49-F238E27FC236}">
                <a16:creationId xmlns:a16="http://schemas.microsoft.com/office/drawing/2014/main" id="{5E535A0F-8853-138D-4B26-9BE42AD13FE7}"/>
              </a:ext>
            </a:extLst>
          </p:cNvPr>
          <p:cNvSpPr>
            <a:spLocks noGrp="1"/>
          </p:cNvSpPr>
          <p:nvPr>
            <p:ph type="ctrTitle" hasCustomPrompt="1"/>
          </p:nvPr>
        </p:nvSpPr>
        <p:spPr>
          <a:xfrm>
            <a:off x="476249" y="1958340"/>
            <a:ext cx="11239500" cy="2941320"/>
          </a:xfrm>
          <a:prstGeom prst="rect">
            <a:avLst/>
          </a:prstGeom>
        </p:spPr>
        <p:txBody>
          <a:bodyPr anchor="ctr" anchorCtr="0">
            <a:normAutofit/>
          </a:bodyPr>
          <a:lstStyle>
            <a:lvl1pPr algn="ctr">
              <a:defRPr sz="7200" b="0">
                <a:solidFill>
                  <a:schemeClr val="bg1"/>
                </a:solidFill>
              </a:defRPr>
            </a:lvl1pPr>
          </a:lstStyle>
          <a:p>
            <a:r>
              <a:rPr lang="en-GB"/>
              <a:t>Name your presentation and a second line if you want</a:t>
            </a:r>
            <a:endParaRPr lang="en-US"/>
          </a:p>
        </p:txBody>
      </p:sp>
      <p:sp>
        <p:nvSpPr>
          <p:cNvPr id="7" name="Rectangle 6">
            <a:extLst>
              <a:ext uri="{FF2B5EF4-FFF2-40B4-BE49-F238E27FC236}">
                <a16:creationId xmlns:a16="http://schemas.microsoft.com/office/drawing/2014/main" id="{6A6435B5-00D6-CF0D-E7A6-E613F912A30F}"/>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8" name="Rectangle 7">
            <a:extLst>
              <a:ext uri="{FF2B5EF4-FFF2-40B4-BE49-F238E27FC236}">
                <a16:creationId xmlns:a16="http://schemas.microsoft.com/office/drawing/2014/main" id="{A3E37322-BB92-7298-B3AA-B7F4BA07B4D7}"/>
              </a:ext>
            </a:extLst>
          </p:cNvPr>
          <p:cNvSpPr/>
          <p:nvPr userDrawn="1"/>
        </p:nvSpPr>
        <p:spPr>
          <a:xfrm>
            <a:off x="-2576721"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9" name="Rectangle 8">
            <a:extLst>
              <a:ext uri="{FF2B5EF4-FFF2-40B4-BE49-F238E27FC236}">
                <a16:creationId xmlns:a16="http://schemas.microsoft.com/office/drawing/2014/main" id="{1D00FBE0-8F74-4E46-25FE-80C9FD89F45C}"/>
              </a:ext>
            </a:extLst>
          </p:cNvPr>
          <p:cNvSpPr/>
          <p:nvPr userDrawn="1"/>
        </p:nvSpPr>
        <p:spPr>
          <a:xfrm>
            <a:off x="-1507349"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Tree>
    <p:extLst>
      <p:ext uri="{BB962C8B-B14F-4D97-AF65-F5344CB8AC3E}">
        <p14:creationId xmlns:p14="http://schemas.microsoft.com/office/powerpoint/2010/main" val="6233688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slide_1_Logo_Oran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76249" y="1958340"/>
            <a:ext cx="11239500" cy="2941320"/>
          </a:xfrm>
          <a:prstGeom prst="rect">
            <a:avLst/>
          </a:prstGeom>
        </p:spPr>
        <p:txBody>
          <a:bodyPr anchor="ctr" anchorCtr="0">
            <a:normAutofit/>
          </a:bodyPr>
          <a:lstStyle>
            <a:lvl1pPr algn="ctr">
              <a:defRPr sz="7200" b="0">
                <a:solidFill>
                  <a:schemeClr val="bg1"/>
                </a:solidFill>
              </a:defRPr>
            </a:lvl1pPr>
          </a:lstStyle>
          <a:p>
            <a:r>
              <a:rPr lang="en-GB"/>
              <a:t>Name your presentation and a second line if you want</a:t>
            </a:r>
            <a:endParaRPr lang="en-US"/>
          </a:p>
        </p:txBody>
      </p:sp>
      <p:pic>
        <p:nvPicPr>
          <p:cNvPr id="8" name="Picture 7">
            <a:extLst>
              <a:ext uri="{FF2B5EF4-FFF2-40B4-BE49-F238E27FC236}">
                <a16:creationId xmlns:a16="http://schemas.microsoft.com/office/drawing/2014/main" id="{1B339E4B-B2F4-E88F-652E-BEE5AA87549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12" name="Date Placeholder 3">
            <a:extLst>
              <a:ext uri="{FF2B5EF4-FFF2-40B4-BE49-F238E27FC236}">
                <a16:creationId xmlns:a16="http://schemas.microsoft.com/office/drawing/2014/main" id="{33FDC8C7-4524-387D-D158-9E672FD082CD}"/>
              </a:ext>
            </a:extLst>
          </p:cNvPr>
          <p:cNvSpPr>
            <a:spLocks noGrp="1"/>
          </p:cNvSpPr>
          <p:nvPr>
            <p:ph type="dt" sz="half" idx="2"/>
          </p:nvPr>
        </p:nvSpPr>
        <p:spPr>
          <a:xfrm>
            <a:off x="3258095" y="6274158"/>
            <a:ext cx="2743200" cy="365125"/>
          </a:xfrm>
          <a:prstGeom prst="rect">
            <a:avLst/>
          </a:prstGeom>
        </p:spPr>
        <p:txBody>
          <a:bodyPr vert="horz" lIns="91440" tIns="45720" rIns="91440" bIns="45720" rtlCol="0" anchor="t" anchorCtr="0"/>
          <a:lstStyle>
            <a:lvl1pPr marL="0" algn="r"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
        <p:nvSpPr>
          <p:cNvPr id="13" name="Footer Placeholder 4">
            <a:extLst>
              <a:ext uri="{FF2B5EF4-FFF2-40B4-BE49-F238E27FC236}">
                <a16:creationId xmlns:a16="http://schemas.microsoft.com/office/drawing/2014/main" id="{0ECFE826-779E-D1BF-61D9-544C7504A42B}"/>
              </a:ext>
            </a:extLst>
          </p:cNvPr>
          <p:cNvSpPr>
            <a:spLocks noGrp="1"/>
          </p:cNvSpPr>
          <p:nvPr>
            <p:ph type="ftr" sz="quarter" idx="3"/>
          </p:nvPr>
        </p:nvSpPr>
        <p:spPr>
          <a:xfrm>
            <a:off x="6190707" y="6274158"/>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6" name="Rectangle 5">
            <a:extLst>
              <a:ext uri="{FF2B5EF4-FFF2-40B4-BE49-F238E27FC236}">
                <a16:creationId xmlns:a16="http://schemas.microsoft.com/office/drawing/2014/main" id="{A884C44A-C4A1-4612-CBA6-8B60C7AD2677}"/>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8BC39A7C-8C0D-63AE-1C26-B3B372B2E5D8}"/>
              </a:ext>
            </a:extLst>
          </p:cNvPr>
          <p:cNvSpPr/>
          <p:nvPr userDrawn="1"/>
        </p:nvSpPr>
        <p:spPr>
          <a:xfrm>
            <a:off x="-2576721"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9" name="Rectangle 8">
            <a:extLst>
              <a:ext uri="{FF2B5EF4-FFF2-40B4-BE49-F238E27FC236}">
                <a16:creationId xmlns:a16="http://schemas.microsoft.com/office/drawing/2014/main" id="{3E70A3AA-6BC2-B15D-D195-A869A9C3A52D}"/>
              </a:ext>
            </a:extLst>
          </p:cNvPr>
          <p:cNvSpPr/>
          <p:nvPr userDrawn="1"/>
        </p:nvSpPr>
        <p:spPr>
          <a:xfrm>
            <a:off x="-1507349"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Tree>
    <p:extLst>
      <p:ext uri="{BB962C8B-B14F-4D97-AF65-F5344CB8AC3E}">
        <p14:creationId xmlns:p14="http://schemas.microsoft.com/office/powerpoint/2010/main" val="56447121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lide_1_Logo_Maroon">
    <p:bg>
      <p:bgPr>
        <a:solidFill>
          <a:schemeClr val="accent2"/>
        </a:solidFill>
        <a:effectLst/>
      </p:bgPr>
    </p:bg>
    <p:spTree>
      <p:nvGrpSpPr>
        <p:cNvPr id="1" name=""/>
        <p:cNvGrpSpPr/>
        <p:nvPr/>
      </p:nvGrpSpPr>
      <p:grpSpPr>
        <a:xfrm>
          <a:off x="0" y="0"/>
          <a:ext cx="0" cy="0"/>
          <a:chOff x="0" y="0"/>
          <a:chExt cx="0" cy="0"/>
        </a:xfrm>
      </p:grpSpPr>
      <p:sp>
        <p:nvSpPr>
          <p:cNvPr id="12" name="Date Placeholder 3">
            <a:extLst>
              <a:ext uri="{FF2B5EF4-FFF2-40B4-BE49-F238E27FC236}">
                <a16:creationId xmlns:a16="http://schemas.microsoft.com/office/drawing/2014/main" id="{33FDC8C7-4524-387D-D158-9E672FD082CD}"/>
              </a:ext>
            </a:extLst>
          </p:cNvPr>
          <p:cNvSpPr>
            <a:spLocks noGrp="1"/>
          </p:cNvSpPr>
          <p:nvPr>
            <p:ph type="dt" sz="half" idx="2"/>
          </p:nvPr>
        </p:nvSpPr>
        <p:spPr>
          <a:xfrm>
            <a:off x="3258095" y="6274158"/>
            <a:ext cx="2743200" cy="365125"/>
          </a:xfrm>
          <a:prstGeom prst="rect">
            <a:avLst/>
          </a:prstGeom>
        </p:spPr>
        <p:txBody>
          <a:bodyPr vert="horz" lIns="91440" tIns="45720" rIns="91440" bIns="45720" rtlCol="0" anchor="t" anchorCtr="0"/>
          <a:lstStyle>
            <a:lvl1pPr marL="0" algn="r"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
        <p:nvSpPr>
          <p:cNvPr id="13" name="Footer Placeholder 4">
            <a:extLst>
              <a:ext uri="{FF2B5EF4-FFF2-40B4-BE49-F238E27FC236}">
                <a16:creationId xmlns:a16="http://schemas.microsoft.com/office/drawing/2014/main" id="{0ECFE826-779E-D1BF-61D9-544C7504A42B}"/>
              </a:ext>
            </a:extLst>
          </p:cNvPr>
          <p:cNvSpPr>
            <a:spLocks noGrp="1"/>
          </p:cNvSpPr>
          <p:nvPr>
            <p:ph type="ftr" sz="quarter" idx="3"/>
          </p:nvPr>
        </p:nvSpPr>
        <p:spPr>
          <a:xfrm>
            <a:off x="6190707" y="6274158"/>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6" name="Title 1">
            <a:extLst>
              <a:ext uri="{FF2B5EF4-FFF2-40B4-BE49-F238E27FC236}">
                <a16:creationId xmlns:a16="http://schemas.microsoft.com/office/drawing/2014/main" id="{8801C623-E303-B90D-2C42-D32F341D828B}"/>
              </a:ext>
            </a:extLst>
          </p:cNvPr>
          <p:cNvSpPr>
            <a:spLocks noGrp="1"/>
          </p:cNvSpPr>
          <p:nvPr>
            <p:ph type="ctrTitle" hasCustomPrompt="1"/>
          </p:nvPr>
        </p:nvSpPr>
        <p:spPr>
          <a:xfrm>
            <a:off x="476249" y="1958340"/>
            <a:ext cx="11239500" cy="2941320"/>
          </a:xfrm>
          <a:prstGeom prst="rect">
            <a:avLst/>
          </a:prstGeom>
        </p:spPr>
        <p:txBody>
          <a:bodyPr anchor="ctr" anchorCtr="0">
            <a:normAutofit/>
          </a:bodyPr>
          <a:lstStyle>
            <a:lvl1pPr algn="ctr">
              <a:defRPr sz="7200" b="0">
                <a:solidFill>
                  <a:schemeClr val="bg1"/>
                </a:solidFill>
              </a:defRPr>
            </a:lvl1pPr>
          </a:lstStyle>
          <a:p>
            <a:r>
              <a:rPr lang="en-GB"/>
              <a:t>Name your presentation and a second line if you want</a:t>
            </a:r>
            <a:endParaRPr lang="en-US"/>
          </a:p>
        </p:txBody>
      </p:sp>
      <p:pic>
        <p:nvPicPr>
          <p:cNvPr id="7" name="Picture 6">
            <a:extLst>
              <a:ext uri="{FF2B5EF4-FFF2-40B4-BE49-F238E27FC236}">
                <a16:creationId xmlns:a16="http://schemas.microsoft.com/office/drawing/2014/main" id="{55B99E7A-2131-D691-CD7B-EB5E3622D6CC}"/>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5" name="Rectangle 4">
            <a:extLst>
              <a:ext uri="{FF2B5EF4-FFF2-40B4-BE49-F238E27FC236}">
                <a16:creationId xmlns:a16="http://schemas.microsoft.com/office/drawing/2014/main" id="{5438D263-9963-CA1E-23A7-F95792A50622}"/>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8" name="Rectangle 7">
            <a:extLst>
              <a:ext uri="{FF2B5EF4-FFF2-40B4-BE49-F238E27FC236}">
                <a16:creationId xmlns:a16="http://schemas.microsoft.com/office/drawing/2014/main" id="{A665B543-0B7C-7D0B-55D9-70A1DC803070}"/>
              </a:ext>
            </a:extLst>
          </p:cNvPr>
          <p:cNvSpPr/>
          <p:nvPr userDrawn="1"/>
        </p:nvSpPr>
        <p:spPr>
          <a:xfrm>
            <a:off x="-2576721"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9" name="Rectangle 8">
            <a:extLst>
              <a:ext uri="{FF2B5EF4-FFF2-40B4-BE49-F238E27FC236}">
                <a16:creationId xmlns:a16="http://schemas.microsoft.com/office/drawing/2014/main" id="{F151FC2D-144E-9414-2FEE-F4F8374963DB}"/>
              </a:ext>
            </a:extLst>
          </p:cNvPr>
          <p:cNvSpPr/>
          <p:nvPr userDrawn="1"/>
        </p:nvSpPr>
        <p:spPr>
          <a:xfrm>
            <a:off x="-1507349"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Tree>
    <p:extLst>
      <p:ext uri="{BB962C8B-B14F-4D97-AF65-F5344CB8AC3E}">
        <p14:creationId xmlns:p14="http://schemas.microsoft.com/office/powerpoint/2010/main" val="749093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_2_Identifier_Orang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4A41ABD-F224-89E5-B764-BCD2C3BEC8F8}"/>
              </a:ext>
            </a:extLst>
          </p:cNvPr>
          <p:cNvSpPr>
            <a:spLocks noGrp="1"/>
          </p:cNvSpPr>
          <p:nvPr>
            <p:ph type="ctrTitle" hasCustomPrompt="1"/>
          </p:nvPr>
        </p:nvSpPr>
        <p:spPr>
          <a:xfrm>
            <a:off x="300736" y="76696"/>
            <a:ext cx="8690864" cy="2824480"/>
          </a:xfrm>
          <a:prstGeom prst="rect">
            <a:avLst/>
          </a:prstGeom>
          <a:noFill/>
        </p:spPr>
        <p:txBody>
          <a:bodyPr wrap="square" rtlCol="0" anchor="t">
            <a:normAutofit/>
          </a:bodyPr>
          <a:lstStyle>
            <a:lvl1pPr>
              <a:defRPr lang="en-US" sz="9600" b="0" dirty="0">
                <a:solidFill>
                  <a:schemeClr val="bg1"/>
                </a:solidFill>
                <a:ea typeface="+mn-ea"/>
                <a:cs typeface="+mn-cs"/>
              </a:defRPr>
            </a:lvl1pPr>
          </a:lstStyle>
          <a:p>
            <a:pPr marL="0" lvl="0" defTabSz="457200"/>
            <a:r>
              <a:rPr lang="en-GB"/>
              <a:t>A very large title goes here.</a:t>
            </a:r>
            <a:endParaRPr lang="en-US"/>
          </a:p>
        </p:txBody>
      </p:sp>
      <p:sp>
        <p:nvSpPr>
          <p:cNvPr id="9" name="Date Placeholder 3">
            <a:extLst>
              <a:ext uri="{FF2B5EF4-FFF2-40B4-BE49-F238E27FC236}">
                <a16:creationId xmlns:a16="http://schemas.microsoft.com/office/drawing/2014/main" id="{2A354AD5-8545-D0CE-8A23-488BB4A2310E}"/>
              </a:ext>
            </a:extLst>
          </p:cNvPr>
          <p:cNvSpPr>
            <a:spLocks noGrp="1"/>
          </p:cNvSpPr>
          <p:nvPr>
            <p:ph type="dt" sz="half" idx="2"/>
          </p:nvPr>
        </p:nvSpPr>
        <p:spPr>
          <a:xfrm>
            <a:off x="300736" y="6276727"/>
            <a:ext cx="1418734"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
        <p:nvSpPr>
          <p:cNvPr id="10" name="Footer Placeholder 4">
            <a:extLst>
              <a:ext uri="{FF2B5EF4-FFF2-40B4-BE49-F238E27FC236}">
                <a16:creationId xmlns:a16="http://schemas.microsoft.com/office/drawing/2014/main" id="{E7086C52-5054-2963-CBFA-DD2515293B5D}"/>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pic>
        <p:nvPicPr>
          <p:cNvPr id="18" name="Picture 17">
            <a:extLst>
              <a:ext uri="{FF2B5EF4-FFF2-40B4-BE49-F238E27FC236}">
                <a16:creationId xmlns:a16="http://schemas.microsoft.com/office/drawing/2014/main" id="{B0C30C88-24FE-98B1-213B-89BA4EB0620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5" name="Rectangle 4">
            <a:extLst>
              <a:ext uri="{FF2B5EF4-FFF2-40B4-BE49-F238E27FC236}">
                <a16:creationId xmlns:a16="http://schemas.microsoft.com/office/drawing/2014/main" id="{AF420F89-0D27-60B5-AA64-53CDA95460F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11098317-DFF1-5FFE-3D2C-46E845C7D6E0}"/>
              </a:ext>
            </a:extLst>
          </p:cNvPr>
          <p:cNvSpPr/>
          <p:nvPr userDrawn="1"/>
        </p:nvSpPr>
        <p:spPr>
          <a:xfrm>
            <a:off x="-2576721"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8" name="Rectangle 7">
            <a:extLst>
              <a:ext uri="{FF2B5EF4-FFF2-40B4-BE49-F238E27FC236}">
                <a16:creationId xmlns:a16="http://schemas.microsoft.com/office/drawing/2014/main" id="{7D3E3AF9-CB6A-0830-1BBA-06ED38CF4A3B}"/>
              </a:ext>
            </a:extLst>
          </p:cNvPr>
          <p:cNvSpPr/>
          <p:nvPr userDrawn="1"/>
        </p:nvSpPr>
        <p:spPr>
          <a:xfrm>
            <a:off x="-1507349"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Tree>
    <p:extLst>
      <p:ext uri="{BB962C8B-B14F-4D97-AF65-F5344CB8AC3E}">
        <p14:creationId xmlns:p14="http://schemas.microsoft.com/office/powerpoint/2010/main" val="11605364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_2_Identifier_Maroon">
    <p:bg>
      <p:bgPr>
        <a:solidFill>
          <a:schemeClr val="accent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4A41ABD-F224-89E5-B764-BCD2C3BEC8F8}"/>
              </a:ext>
            </a:extLst>
          </p:cNvPr>
          <p:cNvSpPr>
            <a:spLocks noGrp="1"/>
          </p:cNvSpPr>
          <p:nvPr>
            <p:ph type="ctrTitle" hasCustomPrompt="1"/>
          </p:nvPr>
        </p:nvSpPr>
        <p:spPr>
          <a:xfrm>
            <a:off x="300736" y="76696"/>
            <a:ext cx="8690864" cy="2824480"/>
          </a:xfrm>
          <a:prstGeom prst="rect">
            <a:avLst/>
          </a:prstGeom>
          <a:noFill/>
        </p:spPr>
        <p:txBody>
          <a:bodyPr wrap="square" rtlCol="0" anchor="t">
            <a:normAutofit/>
          </a:bodyPr>
          <a:lstStyle>
            <a:lvl1pPr>
              <a:defRPr lang="en-US" sz="9600" b="0" dirty="0">
                <a:solidFill>
                  <a:schemeClr val="bg1"/>
                </a:solidFill>
                <a:ea typeface="+mn-ea"/>
                <a:cs typeface="+mn-cs"/>
              </a:defRPr>
            </a:lvl1pPr>
          </a:lstStyle>
          <a:p>
            <a:pPr marL="0" lvl="0" defTabSz="457200"/>
            <a:r>
              <a:rPr lang="en-GB"/>
              <a:t>A very large title goes here.</a:t>
            </a:r>
            <a:endParaRPr lang="en-US"/>
          </a:p>
        </p:txBody>
      </p:sp>
      <p:sp>
        <p:nvSpPr>
          <p:cNvPr id="9" name="Date Placeholder 3">
            <a:extLst>
              <a:ext uri="{FF2B5EF4-FFF2-40B4-BE49-F238E27FC236}">
                <a16:creationId xmlns:a16="http://schemas.microsoft.com/office/drawing/2014/main" id="{2A354AD5-8545-D0CE-8A23-488BB4A2310E}"/>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
        <p:nvSpPr>
          <p:cNvPr id="10" name="Footer Placeholder 4">
            <a:extLst>
              <a:ext uri="{FF2B5EF4-FFF2-40B4-BE49-F238E27FC236}">
                <a16:creationId xmlns:a16="http://schemas.microsoft.com/office/drawing/2014/main" id="{E7086C52-5054-2963-CBFA-DD2515293B5D}"/>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pic>
        <p:nvPicPr>
          <p:cNvPr id="18" name="Picture 17">
            <a:extLst>
              <a:ext uri="{FF2B5EF4-FFF2-40B4-BE49-F238E27FC236}">
                <a16:creationId xmlns:a16="http://schemas.microsoft.com/office/drawing/2014/main" id="{B0C30C88-24FE-98B1-213B-89BA4EB0620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5" name="Rectangle 4">
            <a:extLst>
              <a:ext uri="{FF2B5EF4-FFF2-40B4-BE49-F238E27FC236}">
                <a16:creationId xmlns:a16="http://schemas.microsoft.com/office/drawing/2014/main" id="{869B4495-B72D-8E5C-F64C-75153FF77409}"/>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5F0175D0-B02C-D947-47B2-1864932E83D1}"/>
              </a:ext>
            </a:extLst>
          </p:cNvPr>
          <p:cNvSpPr/>
          <p:nvPr userDrawn="1"/>
        </p:nvSpPr>
        <p:spPr>
          <a:xfrm>
            <a:off x="-2576721"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8" name="Rectangle 7">
            <a:extLst>
              <a:ext uri="{FF2B5EF4-FFF2-40B4-BE49-F238E27FC236}">
                <a16:creationId xmlns:a16="http://schemas.microsoft.com/office/drawing/2014/main" id="{100FA3B0-D454-9B15-B194-6528D95145D5}"/>
              </a:ext>
            </a:extLst>
          </p:cNvPr>
          <p:cNvSpPr/>
          <p:nvPr userDrawn="1"/>
        </p:nvSpPr>
        <p:spPr>
          <a:xfrm>
            <a:off x="-1507349"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Tree>
    <p:extLst>
      <p:ext uri="{BB962C8B-B14F-4D97-AF65-F5344CB8AC3E}">
        <p14:creationId xmlns:p14="http://schemas.microsoft.com/office/powerpoint/2010/main" val="353113299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_2_Logo_Orange">
    <p:bg>
      <p:bgPr>
        <a:solidFill>
          <a:schemeClr val="accent1"/>
        </a:solidFill>
        <a:effectLst/>
      </p:bgPr>
    </p:bg>
    <p:spTree>
      <p:nvGrpSpPr>
        <p:cNvPr id="1" name=""/>
        <p:cNvGrpSpPr/>
        <p:nvPr/>
      </p:nvGrpSpPr>
      <p:grpSpPr>
        <a:xfrm>
          <a:off x="0" y="0"/>
          <a:ext cx="0" cy="0"/>
          <a:chOff x="0" y="0"/>
          <a:chExt cx="0" cy="0"/>
        </a:xfrm>
      </p:grpSpPr>
      <p:sp>
        <p:nvSpPr>
          <p:cNvPr id="13" name="Footer Placeholder 4">
            <a:extLst>
              <a:ext uri="{FF2B5EF4-FFF2-40B4-BE49-F238E27FC236}">
                <a16:creationId xmlns:a16="http://schemas.microsoft.com/office/drawing/2014/main" id="{0ECFE826-779E-D1BF-61D9-544C7504A42B}"/>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14" name="Title 1">
            <a:extLst>
              <a:ext uri="{FF2B5EF4-FFF2-40B4-BE49-F238E27FC236}">
                <a16:creationId xmlns:a16="http://schemas.microsoft.com/office/drawing/2014/main" id="{DF4AA5B8-BFDA-18F9-B22E-1B88E923988A}"/>
              </a:ext>
            </a:extLst>
          </p:cNvPr>
          <p:cNvSpPr>
            <a:spLocks noGrp="1"/>
          </p:cNvSpPr>
          <p:nvPr>
            <p:ph type="ctrTitle" hasCustomPrompt="1"/>
          </p:nvPr>
        </p:nvSpPr>
        <p:spPr>
          <a:xfrm>
            <a:off x="300736" y="76696"/>
            <a:ext cx="8690864" cy="2824480"/>
          </a:xfrm>
          <a:prstGeom prst="rect">
            <a:avLst/>
          </a:prstGeom>
          <a:noFill/>
        </p:spPr>
        <p:txBody>
          <a:bodyPr wrap="square" rtlCol="0" anchor="t">
            <a:normAutofit/>
          </a:bodyPr>
          <a:lstStyle>
            <a:lvl1pPr>
              <a:defRPr lang="en-US" sz="9600" b="0" dirty="0">
                <a:solidFill>
                  <a:schemeClr val="bg1"/>
                </a:solidFill>
                <a:ea typeface="+mn-ea"/>
                <a:cs typeface="+mn-cs"/>
              </a:defRPr>
            </a:lvl1pPr>
          </a:lstStyle>
          <a:p>
            <a:pPr marL="0" lvl="0" defTabSz="457200"/>
            <a:r>
              <a:rPr lang="en-GB"/>
              <a:t>A very large title goes here.</a:t>
            </a:r>
            <a:endParaRPr lang="en-US"/>
          </a:p>
        </p:txBody>
      </p:sp>
      <p:pic>
        <p:nvPicPr>
          <p:cNvPr id="18" name="Picture 17">
            <a:extLst>
              <a:ext uri="{FF2B5EF4-FFF2-40B4-BE49-F238E27FC236}">
                <a16:creationId xmlns:a16="http://schemas.microsoft.com/office/drawing/2014/main" id="{4572D8EE-27F9-9A3C-27B9-33D30B182B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9856289" y="5865417"/>
            <a:ext cx="2272339" cy="928139"/>
          </a:xfrm>
          <a:prstGeom prst="rect">
            <a:avLst/>
          </a:prstGeom>
        </p:spPr>
      </p:pic>
      <p:sp>
        <p:nvSpPr>
          <p:cNvPr id="5" name="Rectangle 4">
            <a:extLst>
              <a:ext uri="{FF2B5EF4-FFF2-40B4-BE49-F238E27FC236}">
                <a16:creationId xmlns:a16="http://schemas.microsoft.com/office/drawing/2014/main" id="{DB2803E6-CA74-7B9A-DB7D-E5C5A93F576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6" name="Rectangle 5">
            <a:extLst>
              <a:ext uri="{FF2B5EF4-FFF2-40B4-BE49-F238E27FC236}">
                <a16:creationId xmlns:a16="http://schemas.microsoft.com/office/drawing/2014/main" id="{ADD061E5-FE3C-7F9C-BBFD-2E51345E6A73}"/>
              </a:ext>
            </a:extLst>
          </p:cNvPr>
          <p:cNvSpPr/>
          <p:nvPr userDrawn="1"/>
        </p:nvSpPr>
        <p:spPr>
          <a:xfrm>
            <a:off x="-2576721"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7" name="Rectangle 6">
            <a:extLst>
              <a:ext uri="{FF2B5EF4-FFF2-40B4-BE49-F238E27FC236}">
                <a16:creationId xmlns:a16="http://schemas.microsoft.com/office/drawing/2014/main" id="{0CBC4153-3C3D-A20C-B421-636A90CBB718}"/>
              </a:ext>
            </a:extLst>
          </p:cNvPr>
          <p:cNvSpPr/>
          <p:nvPr userDrawn="1"/>
        </p:nvSpPr>
        <p:spPr>
          <a:xfrm>
            <a:off x="-1507349"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 name="Date Placeholder 3">
            <a:extLst>
              <a:ext uri="{FF2B5EF4-FFF2-40B4-BE49-F238E27FC236}">
                <a16:creationId xmlns:a16="http://schemas.microsoft.com/office/drawing/2014/main" id="{A6187DAC-E9E5-EF6F-EBFA-E4387A418186}"/>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Tree>
    <p:extLst>
      <p:ext uri="{BB962C8B-B14F-4D97-AF65-F5344CB8AC3E}">
        <p14:creationId xmlns:p14="http://schemas.microsoft.com/office/powerpoint/2010/main" val="212216115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lide_2_Logo_Maroon">
    <p:bg>
      <p:bgPr>
        <a:solidFill>
          <a:schemeClr val="accent2"/>
        </a:solidFill>
        <a:effectLst/>
      </p:bgPr>
    </p:bg>
    <p:spTree>
      <p:nvGrpSpPr>
        <p:cNvPr id="1" name=""/>
        <p:cNvGrpSpPr/>
        <p:nvPr/>
      </p:nvGrpSpPr>
      <p:grpSpPr>
        <a:xfrm>
          <a:off x="0" y="0"/>
          <a:ext cx="0" cy="0"/>
          <a:chOff x="0" y="0"/>
          <a:chExt cx="0" cy="0"/>
        </a:xfrm>
      </p:grpSpPr>
      <p:sp>
        <p:nvSpPr>
          <p:cNvPr id="13" name="Footer Placeholder 4">
            <a:extLst>
              <a:ext uri="{FF2B5EF4-FFF2-40B4-BE49-F238E27FC236}">
                <a16:creationId xmlns:a16="http://schemas.microsoft.com/office/drawing/2014/main" id="{0ECFE826-779E-D1BF-61D9-544C7504A42B}"/>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14" name="Title 1">
            <a:extLst>
              <a:ext uri="{FF2B5EF4-FFF2-40B4-BE49-F238E27FC236}">
                <a16:creationId xmlns:a16="http://schemas.microsoft.com/office/drawing/2014/main" id="{DF4AA5B8-BFDA-18F9-B22E-1B88E923988A}"/>
              </a:ext>
            </a:extLst>
          </p:cNvPr>
          <p:cNvSpPr>
            <a:spLocks noGrp="1"/>
          </p:cNvSpPr>
          <p:nvPr>
            <p:ph type="ctrTitle" hasCustomPrompt="1"/>
          </p:nvPr>
        </p:nvSpPr>
        <p:spPr>
          <a:xfrm>
            <a:off x="300736" y="76696"/>
            <a:ext cx="8690864" cy="2824480"/>
          </a:xfrm>
          <a:prstGeom prst="rect">
            <a:avLst/>
          </a:prstGeom>
          <a:noFill/>
        </p:spPr>
        <p:txBody>
          <a:bodyPr wrap="square" rtlCol="0" anchor="t">
            <a:normAutofit/>
          </a:bodyPr>
          <a:lstStyle>
            <a:lvl1pPr>
              <a:defRPr lang="en-US" sz="9600" b="0" dirty="0">
                <a:solidFill>
                  <a:schemeClr val="bg1"/>
                </a:solidFill>
                <a:ea typeface="+mn-ea"/>
                <a:cs typeface="+mn-cs"/>
              </a:defRPr>
            </a:lvl1pPr>
          </a:lstStyle>
          <a:p>
            <a:pPr marL="0" lvl="0" defTabSz="457200"/>
            <a:r>
              <a:rPr lang="en-GB"/>
              <a:t>A very large title goes here.</a:t>
            </a:r>
            <a:endParaRPr lang="en-US"/>
          </a:p>
        </p:txBody>
      </p:sp>
      <p:pic>
        <p:nvPicPr>
          <p:cNvPr id="2" name="Picture 1">
            <a:extLst>
              <a:ext uri="{FF2B5EF4-FFF2-40B4-BE49-F238E27FC236}">
                <a16:creationId xmlns:a16="http://schemas.microsoft.com/office/drawing/2014/main" id="{7D0DC5B3-EF11-9931-1039-EF0DDD615A3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9856289" y="5865417"/>
            <a:ext cx="2272339" cy="928139"/>
          </a:xfrm>
          <a:prstGeom prst="rect">
            <a:avLst/>
          </a:prstGeom>
        </p:spPr>
      </p:pic>
      <p:sp>
        <p:nvSpPr>
          <p:cNvPr id="15" name="Rectangle 14">
            <a:extLst>
              <a:ext uri="{FF2B5EF4-FFF2-40B4-BE49-F238E27FC236}">
                <a16:creationId xmlns:a16="http://schemas.microsoft.com/office/drawing/2014/main" id="{EDAEF4C1-8793-1144-3F98-A0D7AC6B8F41}"/>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6" name="Rectangle 15">
            <a:extLst>
              <a:ext uri="{FF2B5EF4-FFF2-40B4-BE49-F238E27FC236}">
                <a16:creationId xmlns:a16="http://schemas.microsoft.com/office/drawing/2014/main" id="{54268DAE-410A-3664-6AB7-70F7372B15EF}"/>
              </a:ext>
            </a:extLst>
          </p:cNvPr>
          <p:cNvSpPr/>
          <p:nvPr userDrawn="1"/>
        </p:nvSpPr>
        <p:spPr>
          <a:xfrm>
            <a:off x="-2576721"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7" name="Rectangle 16">
            <a:extLst>
              <a:ext uri="{FF2B5EF4-FFF2-40B4-BE49-F238E27FC236}">
                <a16:creationId xmlns:a16="http://schemas.microsoft.com/office/drawing/2014/main" id="{4C59E4C0-07DB-A4D4-0989-8E08789F99EE}"/>
              </a:ext>
            </a:extLst>
          </p:cNvPr>
          <p:cNvSpPr/>
          <p:nvPr userDrawn="1"/>
        </p:nvSpPr>
        <p:spPr>
          <a:xfrm>
            <a:off x="-1507349"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3" name="Date Placeholder 3">
            <a:extLst>
              <a:ext uri="{FF2B5EF4-FFF2-40B4-BE49-F238E27FC236}">
                <a16:creationId xmlns:a16="http://schemas.microsoft.com/office/drawing/2014/main" id="{7CB7AD33-5393-95DD-F38F-D339A2508F74}"/>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Tree>
    <p:extLst>
      <p:ext uri="{BB962C8B-B14F-4D97-AF65-F5344CB8AC3E}">
        <p14:creationId xmlns:p14="http://schemas.microsoft.com/office/powerpoint/2010/main" val="94565762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lide_3_Identifier_Orange">
    <p:bg>
      <p:bgPr>
        <a:solidFill>
          <a:schemeClr val="accent1"/>
        </a:solidFill>
        <a:effectLst/>
      </p:bgPr>
    </p:bg>
    <p:spTree>
      <p:nvGrpSpPr>
        <p:cNvPr id="1" name=""/>
        <p:cNvGrpSpPr/>
        <p:nvPr/>
      </p:nvGrpSpPr>
      <p:grpSpPr>
        <a:xfrm>
          <a:off x="0" y="0"/>
          <a:ext cx="0" cy="0"/>
          <a:chOff x="0" y="0"/>
          <a:chExt cx="0" cy="0"/>
        </a:xfrm>
      </p:grpSpPr>
      <p:sp>
        <p:nvSpPr>
          <p:cNvPr id="27" name="Picture Placeholder 9">
            <a:extLst>
              <a:ext uri="{FF2B5EF4-FFF2-40B4-BE49-F238E27FC236}">
                <a16:creationId xmlns:a16="http://schemas.microsoft.com/office/drawing/2014/main" id="{A06311B9-2019-6E65-850F-99063C33A822}"/>
              </a:ext>
            </a:extLst>
          </p:cNvPr>
          <p:cNvSpPr>
            <a:spLocks noGrp="1"/>
          </p:cNvSpPr>
          <p:nvPr>
            <p:ph type="pic" sz="quarter" idx="10"/>
          </p:nvPr>
        </p:nvSpPr>
        <p:spPr>
          <a:xfrm>
            <a:off x="6096000" y="0"/>
            <a:ext cx="6096000" cy="3423095"/>
          </a:xfrm>
          <a:solidFill>
            <a:srgbClr val="A69F98"/>
          </a:solidFill>
          <a:ln>
            <a:noFill/>
          </a:ln>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NL"/>
          </a:p>
        </p:txBody>
      </p:sp>
      <p:sp>
        <p:nvSpPr>
          <p:cNvPr id="9" name="Title 1">
            <a:extLst>
              <a:ext uri="{FF2B5EF4-FFF2-40B4-BE49-F238E27FC236}">
                <a16:creationId xmlns:a16="http://schemas.microsoft.com/office/drawing/2014/main" id="{824E61B4-943A-D0EE-F313-CD075361BEAB}"/>
              </a:ext>
            </a:extLst>
          </p:cNvPr>
          <p:cNvSpPr>
            <a:spLocks noGrp="1"/>
          </p:cNvSpPr>
          <p:nvPr>
            <p:ph type="ctrTitle" hasCustomPrompt="1"/>
          </p:nvPr>
        </p:nvSpPr>
        <p:spPr>
          <a:xfrm>
            <a:off x="1008773" y="3022462"/>
            <a:ext cx="8613648" cy="1200329"/>
          </a:xfrm>
          <a:prstGeom prst="rect">
            <a:avLst/>
          </a:prstGeom>
          <a:noFill/>
        </p:spPr>
        <p:txBody>
          <a:bodyPr wrap="square" rtlCol="0" anchor="t">
            <a:spAutoFit/>
          </a:bodyPr>
          <a:lstStyle>
            <a:lvl1pPr>
              <a:defRPr lang="en-US" sz="7200" b="0" dirty="0">
                <a:solidFill>
                  <a:schemeClr val="bg1"/>
                </a:solidFill>
                <a:ea typeface="+mn-ea"/>
                <a:cs typeface="+mn-cs"/>
              </a:defRPr>
            </a:lvl1pPr>
          </a:lstStyle>
          <a:p>
            <a:pPr marL="0" lvl="0" defTabSz="457200"/>
            <a:r>
              <a:rPr lang="en-GB"/>
              <a:t>Presentation title.</a:t>
            </a:r>
            <a:endParaRPr lang="en-US"/>
          </a:p>
        </p:txBody>
      </p:sp>
      <p:sp>
        <p:nvSpPr>
          <p:cNvPr id="10" name="Text Placeholder 10">
            <a:extLst>
              <a:ext uri="{FF2B5EF4-FFF2-40B4-BE49-F238E27FC236}">
                <a16:creationId xmlns:a16="http://schemas.microsoft.com/office/drawing/2014/main" id="{D4713FE2-247B-9A43-4A7A-5C5A05C632ED}"/>
              </a:ext>
            </a:extLst>
          </p:cNvPr>
          <p:cNvSpPr>
            <a:spLocks noGrp="1"/>
          </p:cNvSpPr>
          <p:nvPr>
            <p:ph type="body" sz="quarter" idx="11" hasCustomPrompt="1"/>
          </p:nvPr>
        </p:nvSpPr>
        <p:spPr>
          <a:xfrm>
            <a:off x="1789112" y="3895200"/>
            <a:ext cx="8613775" cy="1200329"/>
          </a:xfrm>
          <a:noFill/>
        </p:spPr>
        <p:txBody>
          <a:bodyPr vert="horz" wrap="square" lIns="91440" tIns="45720" rIns="91440" bIns="45720" rtlCol="0" anchor="t" anchorCtr="0">
            <a:spAutoFit/>
          </a:bodyPr>
          <a:lstStyle>
            <a:lvl1pPr marL="0" indent="0">
              <a:lnSpc>
                <a:spcPct val="100000"/>
              </a:lnSpc>
              <a:buNone/>
              <a:defRPr lang="en-GB" sz="7200" b="0" i="0" smtClean="0">
                <a:solidFill>
                  <a:schemeClr val="bg1"/>
                </a:solidFill>
                <a:latin typeface="ING display" panose="020B0803030508020203" pitchFamily="34" charset="77"/>
              </a:defRPr>
            </a:lvl1pPr>
            <a:lvl2pPr>
              <a:defRPr lang="en-GB" sz="1800" smtClean="0"/>
            </a:lvl2pPr>
            <a:lvl3pPr>
              <a:defRPr lang="en-GB" sz="1800" smtClean="0"/>
            </a:lvl3pPr>
            <a:lvl4pPr>
              <a:defRPr lang="en-GB" smtClean="0"/>
            </a:lvl4pPr>
            <a:lvl5pPr>
              <a:defRPr lang="en-NL"/>
            </a:lvl5pPr>
          </a:lstStyle>
          <a:p>
            <a:pPr marL="628650" lvl="0" indent="-857250" defTabSz="457200">
              <a:spcBef>
                <a:spcPct val="0"/>
              </a:spcBef>
            </a:pPr>
            <a:r>
              <a:rPr lang="en-GB"/>
              <a:t>Subtitle goes here.</a:t>
            </a:r>
          </a:p>
        </p:txBody>
      </p:sp>
      <p:sp>
        <p:nvSpPr>
          <p:cNvPr id="3" name="Footer Placeholder 4">
            <a:extLst>
              <a:ext uri="{FF2B5EF4-FFF2-40B4-BE49-F238E27FC236}">
                <a16:creationId xmlns:a16="http://schemas.microsoft.com/office/drawing/2014/main" id="{169E8FF0-BD49-0851-A3B5-AC64E4D7E5D7}"/>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pic>
        <p:nvPicPr>
          <p:cNvPr id="21" name="Picture 20">
            <a:extLst>
              <a:ext uri="{FF2B5EF4-FFF2-40B4-BE49-F238E27FC236}">
                <a16:creationId xmlns:a16="http://schemas.microsoft.com/office/drawing/2014/main" id="{61FBFC31-C4F7-3077-328F-D69745F2C18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71757" y="169114"/>
            <a:ext cx="1073363" cy="1215531"/>
          </a:xfrm>
          <a:prstGeom prst="rect">
            <a:avLst/>
          </a:prstGeom>
        </p:spPr>
      </p:pic>
      <p:sp>
        <p:nvSpPr>
          <p:cNvPr id="25" name="Rectangle 24">
            <a:extLst>
              <a:ext uri="{FF2B5EF4-FFF2-40B4-BE49-F238E27FC236}">
                <a16:creationId xmlns:a16="http://schemas.microsoft.com/office/drawing/2014/main" id="{1C67AADF-D050-5B88-5B1F-C43CD027697A}"/>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12" name="Rectangle 11">
            <a:extLst>
              <a:ext uri="{FF2B5EF4-FFF2-40B4-BE49-F238E27FC236}">
                <a16:creationId xmlns:a16="http://schemas.microsoft.com/office/drawing/2014/main" id="{CB1F1772-C77E-1EA3-167E-87C03E77000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3" name="Rectangle 12">
            <a:extLst>
              <a:ext uri="{FF2B5EF4-FFF2-40B4-BE49-F238E27FC236}">
                <a16:creationId xmlns:a16="http://schemas.microsoft.com/office/drawing/2014/main" id="{3C0226CE-B37A-F4A9-E78B-BEEC92BE4624}"/>
              </a:ext>
            </a:extLst>
          </p:cNvPr>
          <p:cNvSpPr/>
          <p:nvPr userDrawn="1"/>
        </p:nvSpPr>
        <p:spPr>
          <a:xfrm>
            <a:off x="-5204806"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4" name="Rectangle 13">
            <a:extLst>
              <a:ext uri="{FF2B5EF4-FFF2-40B4-BE49-F238E27FC236}">
                <a16:creationId xmlns:a16="http://schemas.microsoft.com/office/drawing/2014/main" id="{E3F030E9-E65B-D1AB-3EA7-0F4CC8086042}"/>
              </a:ext>
            </a:extLst>
          </p:cNvPr>
          <p:cNvSpPr/>
          <p:nvPr userDrawn="1"/>
        </p:nvSpPr>
        <p:spPr>
          <a:xfrm>
            <a:off x="-4135434"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4" name="Date Placeholder 3">
            <a:extLst>
              <a:ext uri="{FF2B5EF4-FFF2-40B4-BE49-F238E27FC236}">
                <a16:creationId xmlns:a16="http://schemas.microsoft.com/office/drawing/2014/main" id="{C6A98F2B-D462-592D-45E2-629C0DB652C2}"/>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Tree>
    <p:extLst>
      <p:ext uri="{BB962C8B-B14F-4D97-AF65-F5344CB8AC3E}">
        <p14:creationId xmlns:p14="http://schemas.microsoft.com/office/powerpoint/2010/main" val="488649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lide_3_Identifer_Maroon">
    <p:bg>
      <p:bgPr>
        <a:solidFill>
          <a:schemeClr val="accent2"/>
        </a:solidFill>
        <a:effectLst/>
      </p:bgPr>
    </p:bg>
    <p:spTree>
      <p:nvGrpSpPr>
        <p:cNvPr id="1" name=""/>
        <p:cNvGrpSpPr/>
        <p:nvPr/>
      </p:nvGrpSpPr>
      <p:grpSpPr>
        <a:xfrm>
          <a:off x="0" y="0"/>
          <a:ext cx="0" cy="0"/>
          <a:chOff x="0" y="0"/>
          <a:chExt cx="0" cy="0"/>
        </a:xfrm>
      </p:grpSpPr>
      <p:sp>
        <p:nvSpPr>
          <p:cNvPr id="15" name="Picture Placeholder 9">
            <a:extLst>
              <a:ext uri="{FF2B5EF4-FFF2-40B4-BE49-F238E27FC236}">
                <a16:creationId xmlns:a16="http://schemas.microsoft.com/office/drawing/2014/main" id="{10EE0717-A122-5F51-895E-C30FE96ED61D}"/>
              </a:ext>
            </a:extLst>
          </p:cNvPr>
          <p:cNvSpPr>
            <a:spLocks noGrp="1"/>
          </p:cNvSpPr>
          <p:nvPr>
            <p:ph type="pic" sz="quarter" idx="10"/>
          </p:nvPr>
        </p:nvSpPr>
        <p:spPr>
          <a:xfrm>
            <a:off x="6096000" y="5903"/>
            <a:ext cx="6096000" cy="3423095"/>
          </a:xfrm>
          <a:solidFill>
            <a:srgbClr val="A69F98"/>
          </a:solidFill>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NL"/>
          </a:p>
        </p:txBody>
      </p:sp>
      <p:sp>
        <p:nvSpPr>
          <p:cNvPr id="9" name="Title 1">
            <a:extLst>
              <a:ext uri="{FF2B5EF4-FFF2-40B4-BE49-F238E27FC236}">
                <a16:creationId xmlns:a16="http://schemas.microsoft.com/office/drawing/2014/main" id="{824E61B4-943A-D0EE-F313-CD075361BEAB}"/>
              </a:ext>
            </a:extLst>
          </p:cNvPr>
          <p:cNvSpPr>
            <a:spLocks noGrp="1"/>
          </p:cNvSpPr>
          <p:nvPr>
            <p:ph type="ctrTitle" hasCustomPrompt="1"/>
          </p:nvPr>
        </p:nvSpPr>
        <p:spPr>
          <a:xfrm>
            <a:off x="1008773" y="3022462"/>
            <a:ext cx="8613648" cy="1200329"/>
          </a:xfrm>
          <a:prstGeom prst="rect">
            <a:avLst/>
          </a:prstGeom>
          <a:noFill/>
        </p:spPr>
        <p:txBody>
          <a:bodyPr wrap="square" rtlCol="0" anchor="t">
            <a:spAutoFit/>
          </a:bodyPr>
          <a:lstStyle>
            <a:lvl1pPr>
              <a:defRPr lang="en-US" sz="7200" b="0" dirty="0">
                <a:solidFill>
                  <a:schemeClr val="bg1"/>
                </a:solidFill>
                <a:ea typeface="+mn-ea"/>
                <a:cs typeface="+mn-cs"/>
              </a:defRPr>
            </a:lvl1pPr>
          </a:lstStyle>
          <a:p>
            <a:pPr marL="0" lvl="0" defTabSz="457200"/>
            <a:r>
              <a:rPr lang="en-GB"/>
              <a:t>Presentation title.</a:t>
            </a:r>
            <a:endParaRPr lang="en-US"/>
          </a:p>
        </p:txBody>
      </p:sp>
      <p:sp>
        <p:nvSpPr>
          <p:cNvPr id="3" name="Footer Placeholder 4">
            <a:extLst>
              <a:ext uri="{FF2B5EF4-FFF2-40B4-BE49-F238E27FC236}">
                <a16:creationId xmlns:a16="http://schemas.microsoft.com/office/drawing/2014/main" id="{169E8FF0-BD49-0851-A3B5-AC64E4D7E5D7}"/>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pic>
        <p:nvPicPr>
          <p:cNvPr id="21" name="Picture 20">
            <a:extLst>
              <a:ext uri="{FF2B5EF4-FFF2-40B4-BE49-F238E27FC236}">
                <a16:creationId xmlns:a16="http://schemas.microsoft.com/office/drawing/2014/main" id="{61FBFC31-C4F7-3077-328F-D69745F2C18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71757" y="169114"/>
            <a:ext cx="1073363" cy="1215531"/>
          </a:xfrm>
          <a:prstGeom prst="rect">
            <a:avLst/>
          </a:prstGeom>
        </p:spPr>
      </p:pic>
      <p:sp>
        <p:nvSpPr>
          <p:cNvPr id="14" name="Rectangle 13">
            <a:extLst>
              <a:ext uri="{FF2B5EF4-FFF2-40B4-BE49-F238E27FC236}">
                <a16:creationId xmlns:a16="http://schemas.microsoft.com/office/drawing/2014/main" id="{ED7EF17B-61B8-112A-DBC4-A1B44564DC25}"/>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16" name="Rectangle 15">
            <a:extLst>
              <a:ext uri="{FF2B5EF4-FFF2-40B4-BE49-F238E27FC236}">
                <a16:creationId xmlns:a16="http://schemas.microsoft.com/office/drawing/2014/main" id="{ACF82368-9525-026E-F8FE-57E1EBC2C385}"/>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7" name="Rectangle 16">
            <a:extLst>
              <a:ext uri="{FF2B5EF4-FFF2-40B4-BE49-F238E27FC236}">
                <a16:creationId xmlns:a16="http://schemas.microsoft.com/office/drawing/2014/main" id="{BDB805CF-B4FB-709A-32E6-1210E20A0042}"/>
              </a:ext>
            </a:extLst>
          </p:cNvPr>
          <p:cNvSpPr/>
          <p:nvPr userDrawn="1"/>
        </p:nvSpPr>
        <p:spPr>
          <a:xfrm>
            <a:off x="-5204806"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8" name="Rectangle 17">
            <a:extLst>
              <a:ext uri="{FF2B5EF4-FFF2-40B4-BE49-F238E27FC236}">
                <a16:creationId xmlns:a16="http://schemas.microsoft.com/office/drawing/2014/main" id="{10A8E28F-9FA4-876A-1C25-D90A0BD3BC86}"/>
              </a:ext>
            </a:extLst>
          </p:cNvPr>
          <p:cNvSpPr/>
          <p:nvPr userDrawn="1"/>
        </p:nvSpPr>
        <p:spPr>
          <a:xfrm>
            <a:off x="-4135434"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4" name="Date Placeholder 3">
            <a:extLst>
              <a:ext uri="{FF2B5EF4-FFF2-40B4-BE49-F238E27FC236}">
                <a16:creationId xmlns:a16="http://schemas.microsoft.com/office/drawing/2014/main" id="{F85D239F-CF0F-E531-A57A-5DD64E589106}"/>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Tree>
    <p:extLst>
      <p:ext uri="{BB962C8B-B14F-4D97-AF65-F5344CB8AC3E}">
        <p14:creationId xmlns:p14="http://schemas.microsoft.com/office/powerpoint/2010/main" val="12064028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_3_Logo_Orange">
    <p:bg>
      <p:bgPr>
        <a:solidFill>
          <a:schemeClr val="accent1"/>
        </a:solidFill>
        <a:effectLst/>
      </p:bgPr>
    </p:bg>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2F5CF978-4711-2268-60D0-A9FF61AFE8FB}"/>
              </a:ext>
            </a:extLst>
          </p:cNvPr>
          <p:cNvSpPr>
            <a:spLocks noGrp="1"/>
          </p:cNvSpPr>
          <p:nvPr>
            <p:ph type="pic" sz="quarter" idx="10"/>
          </p:nvPr>
        </p:nvSpPr>
        <p:spPr>
          <a:xfrm>
            <a:off x="6096000" y="5903"/>
            <a:ext cx="6096000" cy="3423095"/>
          </a:xfrm>
          <a:solidFill>
            <a:srgbClr val="A69F98"/>
          </a:solidFill>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NL"/>
          </a:p>
        </p:txBody>
      </p:sp>
      <p:sp>
        <p:nvSpPr>
          <p:cNvPr id="8" name="Title 1">
            <a:extLst>
              <a:ext uri="{FF2B5EF4-FFF2-40B4-BE49-F238E27FC236}">
                <a16:creationId xmlns:a16="http://schemas.microsoft.com/office/drawing/2014/main" id="{97894C13-0A71-2FB7-E295-A7963A0B963B}"/>
              </a:ext>
            </a:extLst>
          </p:cNvPr>
          <p:cNvSpPr>
            <a:spLocks noGrp="1"/>
          </p:cNvSpPr>
          <p:nvPr>
            <p:ph type="ctrTitle" hasCustomPrompt="1"/>
          </p:nvPr>
        </p:nvSpPr>
        <p:spPr>
          <a:xfrm>
            <a:off x="1008773" y="3022462"/>
            <a:ext cx="8613648" cy="1200329"/>
          </a:xfrm>
          <a:prstGeom prst="rect">
            <a:avLst/>
          </a:prstGeom>
          <a:noFill/>
        </p:spPr>
        <p:txBody>
          <a:bodyPr wrap="square" rtlCol="0" anchor="t">
            <a:spAutoFit/>
          </a:bodyPr>
          <a:lstStyle>
            <a:lvl1pPr>
              <a:defRPr lang="en-US" sz="7200" b="0" dirty="0">
                <a:solidFill>
                  <a:schemeClr val="bg1"/>
                </a:solidFill>
                <a:ea typeface="+mn-ea"/>
                <a:cs typeface="+mn-cs"/>
              </a:defRPr>
            </a:lvl1pPr>
          </a:lstStyle>
          <a:p>
            <a:pPr marL="0" lvl="0" defTabSz="457200"/>
            <a:r>
              <a:rPr lang="en-GB"/>
              <a:t>Presentation title.</a:t>
            </a:r>
            <a:endParaRPr lang="en-US"/>
          </a:p>
        </p:txBody>
      </p:sp>
      <p:sp>
        <p:nvSpPr>
          <p:cNvPr id="11" name="Text Placeholder 10">
            <a:extLst>
              <a:ext uri="{FF2B5EF4-FFF2-40B4-BE49-F238E27FC236}">
                <a16:creationId xmlns:a16="http://schemas.microsoft.com/office/drawing/2014/main" id="{CED6EACE-0556-4C5A-0207-6FD00994E755}"/>
              </a:ext>
            </a:extLst>
          </p:cNvPr>
          <p:cNvSpPr>
            <a:spLocks noGrp="1"/>
          </p:cNvSpPr>
          <p:nvPr>
            <p:ph type="body" sz="quarter" idx="11" hasCustomPrompt="1"/>
          </p:nvPr>
        </p:nvSpPr>
        <p:spPr>
          <a:xfrm>
            <a:off x="1789200" y="3895200"/>
            <a:ext cx="8613775" cy="1200329"/>
          </a:xfrm>
          <a:noFill/>
        </p:spPr>
        <p:txBody>
          <a:bodyPr vert="horz" wrap="square" lIns="91440" tIns="45720" rIns="91440" bIns="45720" rtlCol="0" anchor="t" anchorCtr="0">
            <a:spAutoFit/>
          </a:bodyPr>
          <a:lstStyle>
            <a:lvl1pPr marL="0" indent="0">
              <a:lnSpc>
                <a:spcPct val="100000"/>
              </a:lnSpc>
              <a:buNone/>
              <a:defRPr lang="en-GB" sz="7200" b="0" i="0" smtClean="0">
                <a:solidFill>
                  <a:schemeClr val="bg1"/>
                </a:solidFill>
                <a:latin typeface="ING display" panose="020B0803030508020203" pitchFamily="34" charset="77"/>
              </a:defRPr>
            </a:lvl1pPr>
            <a:lvl2pPr>
              <a:defRPr lang="en-GB" sz="1800" smtClean="0"/>
            </a:lvl2pPr>
            <a:lvl3pPr>
              <a:defRPr lang="en-GB" sz="1800" smtClean="0"/>
            </a:lvl3pPr>
            <a:lvl4pPr>
              <a:defRPr lang="en-GB" smtClean="0"/>
            </a:lvl4pPr>
            <a:lvl5pPr>
              <a:defRPr lang="en-NL"/>
            </a:lvl5pPr>
          </a:lstStyle>
          <a:p>
            <a:pPr marL="628650" lvl="0" indent="-857250" defTabSz="457200">
              <a:spcBef>
                <a:spcPct val="0"/>
              </a:spcBef>
            </a:pPr>
            <a:r>
              <a:rPr lang="en-GB"/>
              <a:t>Subtitle goes here.</a:t>
            </a:r>
          </a:p>
        </p:txBody>
      </p:sp>
      <p:sp>
        <p:nvSpPr>
          <p:cNvPr id="17" name="Footer Placeholder 4">
            <a:extLst>
              <a:ext uri="{FF2B5EF4-FFF2-40B4-BE49-F238E27FC236}">
                <a16:creationId xmlns:a16="http://schemas.microsoft.com/office/drawing/2014/main" id="{C8D3F8F2-826C-1F28-F9E2-0C0CF3D3E6AF}"/>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pic>
        <p:nvPicPr>
          <p:cNvPr id="23" name="Picture 22">
            <a:extLst>
              <a:ext uri="{FF2B5EF4-FFF2-40B4-BE49-F238E27FC236}">
                <a16:creationId xmlns:a16="http://schemas.microsoft.com/office/drawing/2014/main" id="{363D0769-CF99-1F40-88B2-AEC9EFB1E15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8537" y="140219"/>
            <a:ext cx="2272339" cy="928139"/>
          </a:xfrm>
          <a:prstGeom prst="rect">
            <a:avLst/>
          </a:prstGeom>
        </p:spPr>
      </p:pic>
      <p:sp>
        <p:nvSpPr>
          <p:cNvPr id="19" name="Rectangle 18">
            <a:extLst>
              <a:ext uri="{FF2B5EF4-FFF2-40B4-BE49-F238E27FC236}">
                <a16:creationId xmlns:a16="http://schemas.microsoft.com/office/drawing/2014/main" id="{247A9B37-040E-9EA7-B2E8-B00B033B09F6}"/>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20" name="Rectangle 19">
            <a:extLst>
              <a:ext uri="{FF2B5EF4-FFF2-40B4-BE49-F238E27FC236}">
                <a16:creationId xmlns:a16="http://schemas.microsoft.com/office/drawing/2014/main" id="{2289F63A-2797-491B-8EF3-755334846C61}"/>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0" i="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sp>
        <p:nvSpPr>
          <p:cNvPr id="21" name="Rectangle 20">
            <a:extLst>
              <a:ext uri="{FF2B5EF4-FFF2-40B4-BE49-F238E27FC236}">
                <a16:creationId xmlns:a16="http://schemas.microsoft.com/office/drawing/2014/main" id="{CA341E21-3CB5-FFBC-8AF2-387B3D602739}"/>
              </a:ext>
            </a:extLst>
          </p:cNvPr>
          <p:cNvSpPr/>
          <p:nvPr userDrawn="1"/>
        </p:nvSpPr>
        <p:spPr>
          <a:xfrm>
            <a:off x="-5204806"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2" name="Rectangle 21">
            <a:extLst>
              <a:ext uri="{FF2B5EF4-FFF2-40B4-BE49-F238E27FC236}">
                <a16:creationId xmlns:a16="http://schemas.microsoft.com/office/drawing/2014/main" id="{940E7CC0-3F52-3619-0DD1-860EE4B1F679}"/>
              </a:ext>
            </a:extLst>
          </p:cNvPr>
          <p:cNvSpPr/>
          <p:nvPr userDrawn="1"/>
        </p:nvSpPr>
        <p:spPr>
          <a:xfrm>
            <a:off x="-4135434"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 name="Date Placeholder 3">
            <a:extLst>
              <a:ext uri="{FF2B5EF4-FFF2-40B4-BE49-F238E27FC236}">
                <a16:creationId xmlns:a16="http://schemas.microsoft.com/office/drawing/2014/main" id="{AE1D124E-60A8-26E3-307F-24686AAEC7E1}"/>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Tree>
    <p:extLst>
      <p:ext uri="{BB962C8B-B14F-4D97-AF65-F5344CB8AC3E}">
        <p14:creationId xmlns:p14="http://schemas.microsoft.com/office/powerpoint/2010/main" val="168625659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slide_3_Logo_Maroon">
    <p:bg>
      <p:bgPr>
        <a:solidFill>
          <a:schemeClr val="accent2"/>
        </a:solidFill>
        <a:effectLst/>
      </p:bgPr>
    </p:bg>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602930BD-BCC2-7678-F5B3-725D25581C5A}"/>
              </a:ext>
            </a:extLst>
          </p:cNvPr>
          <p:cNvSpPr>
            <a:spLocks noGrp="1"/>
          </p:cNvSpPr>
          <p:nvPr>
            <p:ph type="pic" sz="quarter" idx="10"/>
          </p:nvPr>
        </p:nvSpPr>
        <p:spPr>
          <a:xfrm>
            <a:off x="6096000" y="0"/>
            <a:ext cx="6096000" cy="3423095"/>
          </a:xfrm>
          <a:solidFill>
            <a:srgbClr val="A69F98"/>
          </a:solidFill>
          <a:ln>
            <a:noFill/>
          </a:ln>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NL"/>
          </a:p>
        </p:txBody>
      </p:sp>
      <p:sp>
        <p:nvSpPr>
          <p:cNvPr id="8" name="Title 1">
            <a:extLst>
              <a:ext uri="{FF2B5EF4-FFF2-40B4-BE49-F238E27FC236}">
                <a16:creationId xmlns:a16="http://schemas.microsoft.com/office/drawing/2014/main" id="{97894C13-0A71-2FB7-E295-A7963A0B963B}"/>
              </a:ext>
            </a:extLst>
          </p:cNvPr>
          <p:cNvSpPr>
            <a:spLocks noGrp="1"/>
          </p:cNvSpPr>
          <p:nvPr>
            <p:ph type="ctrTitle" hasCustomPrompt="1"/>
          </p:nvPr>
        </p:nvSpPr>
        <p:spPr>
          <a:xfrm>
            <a:off x="1008773" y="3022462"/>
            <a:ext cx="8613648" cy="1200329"/>
          </a:xfrm>
          <a:prstGeom prst="rect">
            <a:avLst/>
          </a:prstGeom>
          <a:noFill/>
        </p:spPr>
        <p:txBody>
          <a:bodyPr wrap="square" rtlCol="0" anchor="t">
            <a:spAutoFit/>
          </a:bodyPr>
          <a:lstStyle>
            <a:lvl1pPr>
              <a:defRPr lang="en-US" sz="7200" b="0" dirty="0">
                <a:solidFill>
                  <a:schemeClr val="bg1"/>
                </a:solidFill>
                <a:ea typeface="+mn-ea"/>
                <a:cs typeface="+mn-cs"/>
              </a:defRPr>
            </a:lvl1pPr>
          </a:lstStyle>
          <a:p>
            <a:pPr marL="0" lvl="0" defTabSz="457200"/>
            <a:r>
              <a:rPr lang="en-GB"/>
              <a:t>Presentation title.</a:t>
            </a:r>
            <a:endParaRPr lang="en-US"/>
          </a:p>
        </p:txBody>
      </p:sp>
      <p:sp>
        <p:nvSpPr>
          <p:cNvPr id="11" name="Text Placeholder 10">
            <a:extLst>
              <a:ext uri="{FF2B5EF4-FFF2-40B4-BE49-F238E27FC236}">
                <a16:creationId xmlns:a16="http://schemas.microsoft.com/office/drawing/2014/main" id="{CED6EACE-0556-4C5A-0207-6FD00994E755}"/>
              </a:ext>
            </a:extLst>
          </p:cNvPr>
          <p:cNvSpPr>
            <a:spLocks noGrp="1"/>
          </p:cNvSpPr>
          <p:nvPr>
            <p:ph type="body" sz="quarter" idx="11" hasCustomPrompt="1"/>
          </p:nvPr>
        </p:nvSpPr>
        <p:spPr>
          <a:xfrm>
            <a:off x="1789200" y="3895200"/>
            <a:ext cx="8613775" cy="1200329"/>
          </a:xfrm>
          <a:noFill/>
        </p:spPr>
        <p:txBody>
          <a:bodyPr vert="horz" wrap="square" lIns="91440" tIns="45720" rIns="91440" bIns="45720" rtlCol="0" anchor="t" anchorCtr="0">
            <a:spAutoFit/>
          </a:bodyPr>
          <a:lstStyle>
            <a:lvl1pPr marL="0" indent="0">
              <a:lnSpc>
                <a:spcPct val="100000"/>
              </a:lnSpc>
              <a:buNone/>
              <a:defRPr lang="en-GB" sz="7200" b="0" i="0" smtClean="0">
                <a:solidFill>
                  <a:schemeClr val="bg1"/>
                </a:solidFill>
                <a:latin typeface="ING display" panose="020B0803030508020203" pitchFamily="34" charset="77"/>
              </a:defRPr>
            </a:lvl1pPr>
            <a:lvl2pPr>
              <a:defRPr lang="en-GB" sz="1800" smtClean="0"/>
            </a:lvl2pPr>
            <a:lvl3pPr>
              <a:defRPr lang="en-GB" sz="1800" smtClean="0"/>
            </a:lvl3pPr>
            <a:lvl4pPr>
              <a:defRPr lang="en-GB" smtClean="0"/>
            </a:lvl4pPr>
            <a:lvl5pPr>
              <a:defRPr lang="en-NL"/>
            </a:lvl5pPr>
          </a:lstStyle>
          <a:p>
            <a:pPr marL="628650" lvl="0" indent="-857250" defTabSz="457200">
              <a:spcBef>
                <a:spcPct val="0"/>
              </a:spcBef>
            </a:pPr>
            <a:r>
              <a:rPr lang="en-GB"/>
              <a:t>Subtitle goes here.</a:t>
            </a:r>
          </a:p>
        </p:txBody>
      </p:sp>
      <p:sp>
        <p:nvSpPr>
          <p:cNvPr id="17" name="Footer Placeholder 4">
            <a:extLst>
              <a:ext uri="{FF2B5EF4-FFF2-40B4-BE49-F238E27FC236}">
                <a16:creationId xmlns:a16="http://schemas.microsoft.com/office/drawing/2014/main" id="{C8D3F8F2-826C-1F28-F9E2-0C0CF3D3E6AF}"/>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pic>
        <p:nvPicPr>
          <p:cNvPr id="18" name="Picture 17">
            <a:extLst>
              <a:ext uri="{FF2B5EF4-FFF2-40B4-BE49-F238E27FC236}">
                <a16:creationId xmlns:a16="http://schemas.microsoft.com/office/drawing/2014/main" id="{2C2AAAB9-E683-158D-4D33-73AF07C99A73}"/>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8537" y="140219"/>
            <a:ext cx="2272339" cy="928139"/>
          </a:xfrm>
          <a:prstGeom prst="rect">
            <a:avLst/>
          </a:prstGeom>
        </p:spPr>
      </p:pic>
      <p:sp>
        <p:nvSpPr>
          <p:cNvPr id="6" name="Rectangle 5">
            <a:extLst>
              <a:ext uri="{FF2B5EF4-FFF2-40B4-BE49-F238E27FC236}">
                <a16:creationId xmlns:a16="http://schemas.microsoft.com/office/drawing/2014/main" id="{CAB7007C-5E48-303E-7CB0-A7F63DD1CD9C}"/>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BB5F8250-1AEF-6FAA-1640-2686F471C501}"/>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9" name="Rectangle 8">
            <a:extLst>
              <a:ext uri="{FF2B5EF4-FFF2-40B4-BE49-F238E27FC236}">
                <a16:creationId xmlns:a16="http://schemas.microsoft.com/office/drawing/2014/main" id="{C4EFDCCB-5D09-AB28-FE40-9FCEB9D551EB}"/>
              </a:ext>
            </a:extLst>
          </p:cNvPr>
          <p:cNvSpPr/>
          <p:nvPr userDrawn="1"/>
        </p:nvSpPr>
        <p:spPr>
          <a:xfrm>
            <a:off x="-5204806"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0" name="Rectangle 9">
            <a:extLst>
              <a:ext uri="{FF2B5EF4-FFF2-40B4-BE49-F238E27FC236}">
                <a16:creationId xmlns:a16="http://schemas.microsoft.com/office/drawing/2014/main" id="{3727F644-CAA8-6C0A-9CEE-5D2FEFDD5D50}"/>
              </a:ext>
            </a:extLst>
          </p:cNvPr>
          <p:cNvSpPr/>
          <p:nvPr userDrawn="1"/>
        </p:nvSpPr>
        <p:spPr>
          <a:xfrm>
            <a:off x="-4135434"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2" name="Date Placeholder 3">
            <a:extLst>
              <a:ext uri="{FF2B5EF4-FFF2-40B4-BE49-F238E27FC236}">
                <a16:creationId xmlns:a16="http://schemas.microsoft.com/office/drawing/2014/main" id="{B0CECB6B-BA02-1BAE-29B1-88CE6E647502}"/>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Tree>
    <p:extLst>
      <p:ext uri="{BB962C8B-B14F-4D97-AF65-F5344CB8AC3E}">
        <p14:creationId xmlns:p14="http://schemas.microsoft.com/office/powerpoint/2010/main" val="63019205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slide_4_Identifier_Orange">
    <p:bg>
      <p:bgPr>
        <a:solidFill>
          <a:schemeClr val="accent1"/>
        </a:solidFill>
        <a:effectLst/>
      </p:bgPr>
    </p:bg>
    <p:spTree>
      <p:nvGrpSpPr>
        <p:cNvPr id="1" name=""/>
        <p:cNvGrpSpPr/>
        <p:nvPr/>
      </p:nvGrpSpPr>
      <p:grpSpPr>
        <a:xfrm>
          <a:off x="0" y="0"/>
          <a:ext cx="0" cy="0"/>
          <a:chOff x="0" y="0"/>
          <a:chExt cx="0" cy="0"/>
        </a:xfrm>
      </p:grpSpPr>
      <p:sp>
        <p:nvSpPr>
          <p:cNvPr id="24" name="Footer Placeholder 4">
            <a:extLst>
              <a:ext uri="{FF2B5EF4-FFF2-40B4-BE49-F238E27FC236}">
                <a16:creationId xmlns:a16="http://schemas.microsoft.com/office/drawing/2014/main" id="{731F0C64-6426-6B1D-39F4-DEE659318749}"/>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pic>
        <p:nvPicPr>
          <p:cNvPr id="13" name="Picture 12">
            <a:extLst>
              <a:ext uri="{FF2B5EF4-FFF2-40B4-BE49-F238E27FC236}">
                <a16:creationId xmlns:a16="http://schemas.microsoft.com/office/drawing/2014/main" id="{2C1869E5-C970-D2AF-DE33-2EA09E0B557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21" name="Title 1">
            <a:extLst>
              <a:ext uri="{FF2B5EF4-FFF2-40B4-BE49-F238E27FC236}">
                <a16:creationId xmlns:a16="http://schemas.microsoft.com/office/drawing/2014/main" id="{0D7CFDB8-C01C-B7A3-D2B5-D3AC6349C76D}"/>
              </a:ext>
            </a:extLst>
          </p:cNvPr>
          <p:cNvSpPr>
            <a:spLocks noGrp="1"/>
          </p:cNvSpPr>
          <p:nvPr>
            <p:ph type="ctrTitle" hasCustomPrompt="1"/>
          </p:nvPr>
        </p:nvSpPr>
        <p:spPr>
          <a:xfrm>
            <a:off x="300736" y="3729786"/>
            <a:ext cx="10837164" cy="923330"/>
          </a:xfrm>
          <a:prstGeom prst="rect">
            <a:avLst/>
          </a:prstGeom>
          <a:noFill/>
        </p:spPr>
        <p:txBody>
          <a:bodyPr wrap="square" rtlCol="0" anchor="t">
            <a:spAutoFit/>
          </a:bodyPr>
          <a:lstStyle>
            <a:lvl1pPr>
              <a:defRPr lang="en-US" sz="5400" b="0" dirty="0">
                <a:solidFill>
                  <a:schemeClr val="bg1"/>
                </a:solidFill>
                <a:ea typeface="+mn-ea"/>
                <a:cs typeface="+mn-cs"/>
              </a:defRPr>
            </a:lvl1pPr>
          </a:lstStyle>
          <a:p>
            <a:pPr marL="0" lvl="0" defTabSz="457200"/>
            <a:r>
              <a:rPr lang="en-GB"/>
              <a:t>Name your presentation</a:t>
            </a:r>
            <a:endParaRPr lang="en-US"/>
          </a:p>
        </p:txBody>
      </p:sp>
      <p:sp>
        <p:nvSpPr>
          <p:cNvPr id="22" name="Text Placeholder 10">
            <a:extLst>
              <a:ext uri="{FF2B5EF4-FFF2-40B4-BE49-F238E27FC236}">
                <a16:creationId xmlns:a16="http://schemas.microsoft.com/office/drawing/2014/main" id="{98B4A13B-E9B5-D06E-24C2-99AE3440C6BA}"/>
              </a:ext>
            </a:extLst>
          </p:cNvPr>
          <p:cNvSpPr>
            <a:spLocks noGrp="1"/>
          </p:cNvSpPr>
          <p:nvPr>
            <p:ph type="body" sz="quarter" idx="11" hasCustomPrompt="1"/>
          </p:nvPr>
        </p:nvSpPr>
        <p:spPr>
          <a:xfrm>
            <a:off x="979043" y="4516151"/>
            <a:ext cx="10158857" cy="923330"/>
          </a:xfrm>
          <a:noFill/>
        </p:spPr>
        <p:txBody>
          <a:bodyPr wrap="square" rtlCol="0" anchor="t">
            <a:spAutoFit/>
          </a:bodyPr>
          <a:lstStyle>
            <a:lvl1pPr marL="0" indent="0">
              <a:lnSpc>
                <a:spcPct val="100000"/>
              </a:lnSpc>
              <a:buNone/>
              <a:defRPr lang="en-GB" sz="5400" b="0" i="0" dirty="0" smtClean="0">
                <a:solidFill>
                  <a:schemeClr val="bg1"/>
                </a:solidFill>
                <a:latin typeface="ING display" panose="020B0803030508020203" pitchFamily="34" charset="77"/>
              </a:defRPr>
            </a:lvl1pPr>
          </a:lstStyle>
          <a:p>
            <a:pPr marL="0" lvl="0" defTabSz="457200"/>
            <a:r>
              <a:rPr lang="en-GB"/>
              <a:t>and a second line if you want</a:t>
            </a:r>
          </a:p>
        </p:txBody>
      </p:sp>
      <p:sp>
        <p:nvSpPr>
          <p:cNvPr id="6" name="Rectangle 5">
            <a:extLst>
              <a:ext uri="{FF2B5EF4-FFF2-40B4-BE49-F238E27FC236}">
                <a16:creationId xmlns:a16="http://schemas.microsoft.com/office/drawing/2014/main" id="{3F2A4502-10EB-B18E-E437-C75F2960718F}"/>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573D0641-5AD5-83F9-E01A-A30C23F34E8E}"/>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8" name="Rectangle 7">
            <a:extLst>
              <a:ext uri="{FF2B5EF4-FFF2-40B4-BE49-F238E27FC236}">
                <a16:creationId xmlns:a16="http://schemas.microsoft.com/office/drawing/2014/main" id="{3FABA5BC-29AC-8D2C-41C6-1796389903AD}"/>
              </a:ext>
            </a:extLst>
          </p:cNvPr>
          <p:cNvSpPr/>
          <p:nvPr userDrawn="1"/>
        </p:nvSpPr>
        <p:spPr>
          <a:xfrm>
            <a:off x="-5204806"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9" name="Rectangle 8">
            <a:extLst>
              <a:ext uri="{FF2B5EF4-FFF2-40B4-BE49-F238E27FC236}">
                <a16:creationId xmlns:a16="http://schemas.microsoft.com/office/drawing/2014/main" id="{62F414CB-18AC-4416-DF0F-777242D59233}"/>
              </a:ext>
            </a:extLst>
          </p:cNvPr>
          <p:cNvSpPr/>
          <p:nvPr userDrawn="1"/>
        </p:nvSpPr>
        <p:spPr>
          <a:xfrm>
            <a:off x="-4135434"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0" name="Picture Placeholder 9">
            <a:extLst>
              <a:ext uri="{FF2B5EF4-FFF2-40B4-BE49-F238E27FC236}">
                <a16:creationId xmlns:a16="http://schemas.microsoft.com/office/drawing/2014/main" id="{9D179EC4-B562-D977-6FF8-EF49CD71DC1B}"/>
              </a:ext>
            </a:extLst>
          </p:cNvPr>
          <p:cNvSpPr>
            <a:spLocks noGrp="1"/>
          </p:cNvSpPr>
          <p:nvPr>
            <p:ph type="pic" sz="quarter" idx="10"/>
          </p:nvPr>
        </p:nvSpPr>
        <p:spPr>
          <a:xfrm>
            <a:off x="-600" y="0"/>
            <a:ext cx="12193200" cy="3423095"/>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Date Placeholder 3">
            <a:extLst>
              <a:ext uri="{FF2B5EF4-FFF2-40B4-BE49-F238E27FC236}">
                <a16:creationId xmlns:a16="http://schemas.microsoft.com/office/drawing/2014/main" id="{3B2E0F8F-0B6B-C7D6-FF75-09BBC12D2905}"/>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Tree>
    <p:extLst>
      <p:ext uri="{BB962C8B-B14F-4D97-AF65-F5344CB8AC3E}">
        <p14:creationId xmlns:p14="http://schemas.microsoft.com/office/powerpoint/2010/main" val="256854368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slide_4_Identifier_Maroon">
    <p:bg>
      <p:bgPr>
        <a:solidFill>
          <a:schemeClr val="accent2"/>
        </a:solidFill>
        <a:effectLst/>
      </p:bgPr>
    </p:bg>
    <p:spTree>
      <p:nvGrpSpPr>
        <p:cNvPr id="1" name=""/>
        <p:cNvGrpSpPr/>
        <p:nvPr/>
      </p:nvGrpSpPr>
      <p:grpSpPr>
        <a:xfrm>
          <a:off x="0" y="0"/>
          <a:ext cx="0" cy="0"/>
          <a:chOff x="0" y="0"/>
          <a:chExt cx="0" cy="0"/>
        </a:xfrm>
      </p:grpSpPr>
      <p:sp>
        <p:nvSpPr>
          <p:cNvPr id="24" name="Footer Placeholder 4">
            <a:extLst>
              <a:ext uri="{FF2B5EF4-FFF2-40B4-BE49-F238E27FC236}">
                <a16:creationId xmlns:a16="http://schemas.microsoft.com/office/drawing/2014/main" id="{731F0C64-6426-6B1D-39F4-DEE659318749}"/>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pic>
        <p:nvPicPr>
          <p:cNvPr id="13" name="Picture 12">
            <a:extLst>
              <a:ext uri="{FF2B5EF4-FFF2-40B4-BE49-F238E27FC236}">
                <a16:creationId xmlns:a16="http://schemas.microsoft.com/office/drawing/2014/main" id="{2C1869E5-C970-D2AF-DE33-2EA09E0B557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10" name="Title 1">
            <a:extLst>
              <a:ext uri="{FF2B5EF4-FFF2-40B4-BE49-F238E27FC236}">
                <a16:creationId xmlns:a16="http://schemas.microsoft.com/office/drawing/2014/main" id="{E95B6AF9-923B-53D4-0DC3-9E9294CFCBD8}"/>
              </a:ext>
            </a:extLst>
          </p:cNvPr>
          <p:cNvSpPr>
            <a:spLocks noGrp="1"/>
          </p:cNvSpPr>
          <p:nvPr>
            <p:ph type="ctrTitle" hasCustomPrompt="1"/>
          </p:nvPr>
        </p:nvSpPr>
        <p:spPr>
          <a:xfrm>
            <a:off x="300736" y="3729786"/>
            <a:ext cx="10837164" cy="923330"/>
          </a:xfrm>
          <a:prstGeom prst="rect">
            <a:avLst/>
          </a:prstGeom>
          <a:noFill/>
        </p:spPr>
        <p:txBody>
          <a:bodyPr wrap="square" rtlCol="0" anchor="t">
            <a:spAutoFit/>
          </a:bodyPr>
          <a:lstStyle>
            <a:lvl1pPr>
              <a:defRPr lang="en-US" sz="5400" b="0" dirty="0">
                <a:solidFill>
                  <a:schemeClr val="bg1"/>
                </a:solidFill>
                <a:ea typeface="+mn-ea"/>
                <a:cs typeface="+mn-cs"/>
              </a:defRPr>
            </a:lvl1pPr>
          </a:lstStyle>
          <a:p>
            <a:pPr marL="0" lvl="0" defTabSz="457200"/>
            <a:r>
              <a:rPr lang="en-GB"/>
              <a:t>Name your presentation</a:t>
            </a:r>
            <a:endParaRPr lang="en-US"/>
          </a:p>
        </p:txBody>
      </p:sp>
      <p:sp>
        <p:nvSpPr>
          <p:cNvPr id="12" name="Text Placeholder 10">
            <a:extLst>
              <a:ext uri="{FF2B5EF4-FFF2-40B4-BE49-F238E27FC236}">
                <a16:creationId xmlns:a16="http://schemas.microsoft.com/office/drawing/2014/main" id="{40B51CAC-AC8D-8519-9EB9-496A3CC5FBDA}"/>
              </a:ext>
            </a:extLst>
          </p:cNvPr>
          <p:cNvSpPr>
            <a:spLocks noGrp="1"/>
          </p:cNvSpPr>
          <p:nvPr>
            <p:ph type="body" sz="quarter" idx="11" hasCustomPrompt="1"/>
          </p:nvPr>
        </p:nvSpPr>
        <p:spPr>
          <a:xfrm>
            <a:off x="979043" y="4516151"/>
            <a:ext cx="10158857" cy="923330"/>
          </a:xfrm>
          <a:noFill/>
        </p:spPr>
        <p:txBody>
          <a:bodyPr wrap="square" rtlCol="0" anchor="t">
            <a:spAutoFit/>
          </a:bodyPr>
          <a:lstStyle>
            <a:lvl1pPr marL="0" indent="0">
              <a:lnSpc>
                <a:spcPct val="100000"/>
              </a:lnSpc>
              <a:buNone/>
              <a:defRPr lang="en-GB" sz="5400" b="0" i="0" dirty="0" smtClean="0">
                <a:solidFill>
                  <a:schemeClr val="bg1"/>
                </a:solidFill>
                <a:latin typeface="ING display" panose="020B0803030508020203" pitchFamily="34" charset="77"/>
              </a:defRPr>
            </a:lvl1pPr>
          </a:lstStyle>
          <a:p>
            <a:pPr marL="0" lvl="0" defTabSz="457200"/>
            <a:r>
              <a:rPr lang="en-GB"/>
              <a:t>and a second line if you want</a:t>
            </a:r>
          </a:p>
        </p:txBody>
      </p:sp>
      <p:sp>
        <p:nvSpPr>
          <p:cNvPr id="6" name="Rectangle 5">
            <a:extLst>
              <a:ext uri="{FF2B5EF4-FFF2-40B4-BE49-F238E27FC236}">
                <a16:creationId xmlns:a16="http://schemas.microsoft.com/office/drawing/2014/main" id="{C099439C-7735-4DDB-B332-891F689C0EE5}"/>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3784D9FE-5C3E-772A-CAEE-99428EB9CB2F}"/>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8" name="Rectangle 7">
            <a:extLst>
              <a:ext uri="{FF2B5EF4-FFF2-40B4-BE49-F238E27FC236}">
                <a16:creationId xmlns:a16="http://schemas.microsoft.com/office/drawing/2014/main" id="{18DD5337-CF5B-CB10-84BF-A40CCD3C81A7}"/>
              </a:ext>
            </a:extLst>
          </p:cNvPr>
          <p:cNvSpPr/>
          <p:nvPr userDrawn="1"/>
        </p:nvSpPr>
        <p:spPr>
          <a:xfrm>
            <a:off x="-5204806"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9" name="Rectangle 8">
            <a:extLst>
              <a:ext uri="{FF2B5EF4-FFF2-40B4-BE49-F238E27FC236}">
                <a16:creationId xmlns:a16="http://schemas.microsoft.com/office/drawing/2014/main" id="{AD9D4B0C-028E-B9B7-ECB4-1BECAB698F24}"/>
              </a:ext>
            </a:extLst>
          </p:cNvPr>
          <p:cNvSpPr/>
          <p:nvPr userDrawn="1"/>
        </p:nvSpPr>
        <p:spPr>
          <a:xfrm>
            <a:off x="-4135434"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4" name="Picture Placeholder 9">
            <a:extLst>
              <a:ext uri="{FF2B5EF4-FFF2-40B4-BE49-F238E27FC236}">
                <a16:creationId xmlns:a16="http://schemas.microsoft.com/office/drawing/2014/main" id="{81F6CF81-01ED-9794-0A84-AF6D2F24A50D}"/>
              </a:ext>
            </a:extLst>
          </p:cNvPr>
          <p:cNvSpPr>
            <a:spLocks noGrp="1"/>
          </p:cNvSpPr>
          <p:nvPr>
            <p:ph type="pic" sz="quarter" idx="10"/>
          </p:nvPr>
        </p:nvSpPr>
        <p:spPr>
          <a:xfrm>
            <a:off x="-600" y="0"/>
            <a:ext cx="12193200" cy="3423095"/>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Date Placeholder 3">
            <a:extLst>
              <a:ext uri="{FF2B5EF4-FFF2-40B4-BE49-F238E27FC236}">
                <a16:creationId xmlns:a16="http://schemas.microsoft.com/office/drawing/2014/main" id="{D0181EBE-0DCA-9549-7108-4C3FF90D6BDB}"/>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Tree>
    <p:extLst>
      <p:ext uri="{BB962C8B-B14F-4D97-AF65-F5344CB8AC3E}">
        <p14:creationId xmlns:p14="http://schemas.microsoft.com/office/powerpoint/2010/main" val="241367378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lide_4_Logo_Orange">
    <p:bg>
      <p:bgPr>
        <a:solidFill>
          <a:schemeClr val="accent1"/>
        </a:solidFill>
        <a:effectLst/>
      </p:bgPr>
    </p:bg>
    <p:spTree>
      <p:nvGrpSpPr>
        <p:cNvPr id="1" name=""/>
        <p:cNvGrpSpPr/>
        <p:nvPr/>
      </p:nvGrpSpPr>
      <p:grpSpPr>
        <a:xfrm>
          <a:off x="0" y="0"/>
          <a:ext cx="0" cy="0"/>
          <a:chOff x="0" y="0"/>
          <a:chExt cx="0" cy="0"/>
        </a:xfrm>
      </p:grpSpPr>
      <p:sp>
        <p:nvSpPr>
          <p:cNvPr id="18" name="Footer Placeholder 4">
            <a:extLst>
              <a:ext uri="{FF2B5EF4-FFF2-40B4-BE49-F238E27FC236}">
                <a16:creationId xmlns:a16="http://schemas.microsoft.com/office/drawing/2014/main" id="{AD5F4D1D-8176-C356-0D51-B31109B62E23}"/>
              </a:ext>
            </a:extLst>
          </p:cNvPr>
          <p:cNvSpPr>
            <a:spLocks noGrp="1"/>
          </p:cNvSpPr>
          <p:nvPr>
            <p:ph type="ftr" sz="quarter" idx="3"/>
          </p:nvPr>
        </p:nvSpPr>
        <p:spPr>
          <a:xfrm>
            <a:off x="1818732" y="6276727"/>
            <a:ext cx="4114800" cy="365125"/>
          </a:xfrm>
          <a:prstGeom prst="rect">
            <a:avLst/>
          </a:prstGeom>
        </p:spPr>
        <p:txBody>
          <a:bodyPr vert="horz" lIns="91440" tIns="45720" rIns="91440" bIns="45720" rtlCol="0" anchor="t" anchorCtr="0"/>
          <a:lstStyle>
            <a:lvl1pPr algn="l">
              <a:defRPr lang="en-NL" sz="12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pic>
        <p:nvPicPr>
          <p:cNvPr id="23" name="Picture 22">
            <a:extLst>
              <a:ext uri="{FF2B5EF4-FFF2-40B4-BE49-F238E27FC236}">
                <a16:creationId xmlns:a16="http://schemas.microsoft.com/office/drawing/2014/main" id="{3C30CA71-4EBB-F524-A0F3-95F548916E0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9856289" y="5865417"/>
            <a:ext cx="2272339" cy="928139"/>
          </a:xfrm>
          <a:prstGeom prst="rect">
            <a:avLst/>
          </a:prstGeom>
        </p:spPr>
      </p:pic>
      <p:sp>
        <p:nvSpPr>
          <p:cNvPr id="8" name="Rectangle 7">
            <a:extLst>
              <a:ext uri="{FF2B5EF4-FFF2-40B4-BE49-F238E27FC236}">
                <a16:creationId xmlns:a16="http://schemas.microsoft.com/office/drawing/2014/main" id="{2B28DC72-F3EC-3977-1100-4F8770F960BF}"/>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Rectangle 8">
            <a:extLst>
              <a:ext uri="{FF2B5EF4-FFF2-40B4-BE49-F238E27FC236}">
                <a16:creationId xmlns:a16="http://schemas.microsoft.com/office/drawing/2014/main" id="{A10AC3DF-3B3E-98B0-8989-D56544188FB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color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1" name="Rectangle 10">
            <a:extLst>
              <a:ext uri="{FF2B5EF4-FFF2-40B4-BE49-F238E27FC236}">
                <a16:creationId xmlns:a16="http://schemas.microsoft.com/office/drawing/2014/main" id="{21D1EE94-153E-2C1C-D2E8-B8C1A599989E}"/>
              </a:ext>
            </a:extLst>
          </p:cNvPr>
          <p:cNvSpPr/>
          <p:nvPr userDrawn="1"/>
        </p:nvSpPr>
        <p:spPr>
          <a:xfrm>
            <a:off x="-5204806" y="5557502"/>
            <a:ext cx="995082" cy="842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12" name="Rectangle 11">
            <a:extLst>
              <a:ext uri="{FF2B5EF4-FFF2-40B4-BE49-F238E27FC236}">
                <a16:creationId xmlns:a16="http://schemas.microsoft.com/office/drawing/2014/main" id="{F43170C5-E03D-A2FA-9102-871A0B240C41}"/>
              </a:ext>
            </a:extLst>
          </p:cNvPr>
          <p:cNvSpPr/>
          <p:nvPr userDrawn="1"/>
        </p:nvSpPr>
        <p:spPr>
          <a:xfrm>
            <a:off x="-4135434" y="5557502"/>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0" i="0">
                <a:latin typeface="ING Me" panose="02000506040000020004" pitchFamily="2" charset="0"/>
              </a:rPr>
              <a:t>Text</a:t>
            </a:r>
          </a:p>
        </p:txBody>
      </p:sp>
      <p:sp>
        <p:nvSpPr>
          <p:cNvPr id="4" name="Title 1">
            <a:extLst>
              <a:ext uri="{FF2B5EF4-FFF2-40B4-BE49-F238E27FC236}">
                <a16:creationId xmlns:a16="http://schemas.microsoft.com/office/drawing/2014/main" id="{6B8C1DCD-5855-1A69-E3F2-A5F8FE04DD9A}"/>
              </a:ext>
            </a:extLst>
          </p:cNvPr>
          <p:cNvSpPr>
            <a:spLocks noGrp="1"/>
          </p:cNvSpPr>
          <p:nvPr>
            <p:ph type="ctrTitle" hasCustomPrompt="1"/>
          </p:nvPr>
        </p:nvSpPr>
        <p:spPr>
          <a:xfrm>
            <a:off x="300736" y="3729786"/>
            <a:ext cx="10837164" cy="923330"/>
          </a:xfrm>
          <a:prstGeom prst="rect">
            <a:avLst/>
          </a:prstGeom>
          <a:noFill/>
        </p:spPr>
        <p:txBody>
          <a:bodyPr wrap="square" rtlCol="0" anchor="t">
            <a:spAutoFit/>
          </a:bodyPr>
          <a:lstStyle>
            <a:lvl1pPr>
              <a:defRPr lang="en-US" sz="5400" b="0" dirty="0">
                <a:solidFill>
                  <a:schemeClr val="bg1"/>
                </a:solidFill>
                <a:ea typeface="+mn-ea"/>
                <a:cs typeface="+mn-cs"/>
              </a:defRPr>
            </a:lvl1pPr>
          </a:lstStyle>
          <a:p>
            <a:pPr marL="0" lvl="0" defTabSz="457200"/>
            <a:r>
              <a:rPr lang="en-GB"/>
              <a:t>Name your presentation</a:t>
            </a:r>
            <a:endParaRPr lang="en-US"/>
          </a:p>
        </p:txBody>
      </p:sp>
      <p:sp>
        <p:nvSpPr>
          <p:cNvPr id="5" name="Text Placeholder 10">
            <a:extLst>
              <a:ext uri="{FF2B5EF4-FFF2-40B4-BE49-F238E27FC236}">
                <a16:creationId xmlns:a16="http://schemas.microsoft.com/office/drawing/2014/main" id="{B315634D-B68B-CC5E-E6ED-77CA7D365F58}"/>
              </a:ext>
            </a:extLst>
          </p:cNvPr>
          <p:cNvSpPr>
            <a:spLocks noGrp="1"/>
          </p:cNvSpPr>
          <p:nvPr>
            <p:ph type="body" sz="quarter" idx="11" hasCustomPrompt="1"/>
          </p:nvPr>
        </p:nvSpPr>
        <p:spPr>
          <a:xfrm>
            <a:off x="979043" y="4516151"/>
            <a:ext cx="10158857" cy="923330"/>
          </a:xfrm>
          <a:noFill/>
        </p:spPr>
        <p:txBody>
          <a:bodyPr wrap="square" rtlCol="0" anchor="t">
            <a:spAutoFit/>
          </a:bodyPr>
          <a:lstStyle>
            <a:lvl1pPr marL="0" indent="0">
              <a:lnSpc>
                <a:spcPct val="100000"/>
              </a:lnSpc>
              <a:buNone/>
              <a:defRPr lang="en-GB" sz="5400" b="0" i="0" dirty="0" smtClean="0">
                <a:solidFill>
                  <a:schemeClr val="bg1"/>
                </a:solidFill>
                <a:latin typeface="ING display" panose="020B0803030508020203" pitchFamily="34" charset="77"/>
              </a:defRPr>
            </a:lvl1pPr>
          </a:lstStyle>
          <a:p>
            <a:pPr marL="0" lvl="0" defTabSz="457200"/>
            <a:r>
              <a:rPr lang="en-GB"/>
              <a:t>and a second line if you want</a:t>
            </a:r>
          </a:p>
        </p:txBody>
      </p:sp>
      <p:sp>
        <p:nvSpPr>
          <p:cNvPr id="6" name="Picture Placeholder 9">
            <a:extLst>
              <a:ext uri="{FF2B5EF4-FFF2-40B4-BE49-F238E27FC236}">
                <a16:creationId xmlns:a16="http://schemas.microsoft.com/office/drawing/2014/main" id="{D2B8C1CF-95B5-081F-5A80-6CB5E96BE33A}"/>
              </a:ext>
            </a:extLst>
          </p:cNvPr>
          <p:cNvSpPr>
            <a:spLocks noGrp="1"/>
          </p:cNvSpPr>
          <p:nvPr>
            <p:ph type="pic" sz="quarter" idx="10"/>
          </p:nvPr>
        </p:nvSpPr>
        <p:spPr>
          <a:xfrm>
            <a:off x="-600" y="0"/>
            <a:ext cx="12193200" cy="3423095"/>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Date Placeholder 3">
            <a:extLst>
              <a:ext uri="{FF2B5EF4-FFF2-40B4-BE49-F238E27FC236}">
                <a16:creationId xmlns:a16="http://schemas.microsoft.com/office/drawing/2014/main" id="{36C4BE01-9E8B-78D5-9ECD-A19410805CC6}"/>
              </a:ext>
            </a:extLst>
          </p:cNvPr>
          <p:cNvSpPr>
            <a:spLocks noGrp="1"/>
          </p:cNvSpPr>
          <p:nvPr>
            <p:ph type="dt" sz="half" idx="2"/>
          </p:nvPr>
        </p:nvSpPr>
        <p:spPr>
          <a:xfrm>
            <a:off x="300736" y="6276727"/>
            <a:ext cx="1388916" cy="365125"/>
          </a:xfrm>
          <a:prstGeom prst="rect">
            <a:avLst/>
          </a:prstGeom>
        </p:spPr>
        <p:txBody>
          <a:bodyPr vert="horz" lIns="91440" tIns="45720" rIns="91440" bIns="45720" rtlCol="0" anchor="t" anchorCtr="0"/>
          <a:lstStyle>
            <a:lvl1pPr marL="0" algn="l" defTabSz="457200" rtl="0" eaLnBrk="1" latinLnBrk="0" hangingPunct="1">
              <a:defRPr lang="en-NL" sz="1200" b="1" kern="1200" smtClean="0">
                <a:solidFill>
                  <a:schemeClr val="bg1"/>
                </a:solidFill>
                <a:latin typeface="ING Me" panose="02000506040000020004" pitchFamily="2" charset="0"/>
                <a:ea typeface="+mn-ea"/>
                <a:cs typeface="ING Me" panose="02000506040000020004" pitchFamily="2" charset="0"/>
              </a:defRPr>
            </a:lvl1pPr>
          </a:lstStyle>
          <a:p>
            <a:r>
              <a:rPr lang="en-US"/>
              <a:t>Date Month Year</a:t>
            </a:r>
          </a:p>
        </p:txBody>
      </p:sp>
    </p:spTree>
    <p:extLst>
      <p:ext uri="{BB962C8B-B14F-4D97-AF65-F5344CB8AC3E}">
        <p14:creationId xmlns:p14="http://schemas.microsoft.com/office/powerpoint/2010/main" val="54057087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lide ">
    <p:bg bwMode="gray">
      <p:bgRef idx="1001">
        <a:schemeClr val="bg1"/>
      </p:bgRef>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11F7044-53C5-45DA-A597-72E1133FB73A}"/>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454D770-4CFD-4C03-BE25-4A75453EF4B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p>
        </p:txBody>
      </p:sp>
      <p:pic>
        <p:nvPicPr>
          <p:cNvPr id="13" name="ING identifier">
            <a:extLst>
              <a:ext uri="{FF2B5EF4-FFF2-40B4-BE49-F238E27FC236}">
                <a16:creationId xmlns:a16="http://schemas.microsoft.com/office/drawing/2014/main" id="{F6F79742-9DF4-4F22-84F9-697F46AA2DC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544428" y="4964165"/>
            <a:ext cx="1647571" cy="1893836"/>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56" y="5583600"/>
            <a:ext cx="5256000" cy="294302"/>
          </a:xfrm>
        </p:spPr>
        <p:txBody>
          <a:bodyPr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a:t>Click to add date</a:t>
            </a:r>
          </a:p>
        </p:txBody>
      </p:sp>
      <p:sp>
        <p:nvSpPr>
          <p:cNvPr id="26" name="Subtitle 2"/>
          <p:cNvSpPr>
            <a:spLocks noGrp="1"/>
          </p:cNvSpPr>
          <p:nvPr>
            <p:ph type="subTitle" idx="1" hasCustomPrompt="1"/>
          </p:nvPr>
        </p:nvSpPr>
        <p:spPr bwMode="gray">
          <a:xfrm>
            <a:off x="658856" y="5277600"/>
            <a:ext cx="5256000" cy="294302"/>
          </a:xfrm>
        </p:spPr>
        <p:txBody>
          <a:bodyPr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88895" y="2447999"/>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a:t>Click to add (sub)title</a:t>
            </a:r>
          </a:p>
        </p:txBody>
      </p:sp>
      <p:sp>
        <p:nvSpPr>
          <p:cNvPr id="25" name="Title 1"/>
          <p:cNvSpPr>
            <a:spLocks noGrp="1"/>
          </p:cNvSpPr>
          <p:nvPr>
            <p:ph type="ctrTitle" hasCustomPrompt="1"/>
          </p:nvPr>
        </p:nvSpPr>
        <p:spPr bwMode="gray">
          <a:xfrm>
            <a:off x="658855" y="1634399"/>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defRPr>
            </a:lvl1pPr>
          </a:lstStyle>
          <a:p>
            <a:r>
              <a:rPr lang="en-GB" noProof="0"/>
              <a:t>Click to add title</a:t>
            </a:r>
          </a:p>
        </p:txBody>
      </p:sp>
      <p:sp>
        <p:nvSpPr>
          <p:cNvPr id="21" name="Project Placeholder">
            <a:extLst>
              <a:ext uri="{FF2B5EF4-FFF2-40B4-BE49-F238E27FC236}">
                <a16:creationId xmlns:a16="http://schemas.microsoft.com/office/drawing/2014/main" id="{A3BD01F9-A9C7-4355-A0CB-7252C65AEF88}"/>
              </a:ext>
            </a:extLst>
          </p:cNvPr>
          <p:cNvSpPr>
            <a:spLocks noGrp="1" noChangeAspect="1"/>
          </p:cNvSpPr>
          <p:nvPr>
            <p:ph type="pic" sz="quarter" idx="16" hasCustomPrompt="1"/>
          </p:nvPr>
        </p:nvSpPr>
        <p:spPr>
          <a:xfrm>
            <a:off x="658798" y="5896309"/>
            <a:ext cx="3857454" cy="961691"/>
          </a:xfrm>
        </p:spPr>
        <p:txBody>
          <a:bodyPr lIns="288000" tIns="108000" rIns="108000" bIns="108000" anchor="ctr" anchorCtr="0"/>
          <a:lstStyle>
            <a:lvl1pPr>
              <a:defRPr sz="1200">
                <a:solidFill>
                  <a:srgbClr val="A8A8A8"/>
                </a:solidFill>
              </a:defRPr>
            </a:lvl1pPr>
          </a:lstStyle>
          <a:p>
            <a:r>
              <a:rPr lang="en-GB"/>
              <a:t>Business or project wordmark </a:t>
            </a:r>
            <a:br>
              <a:rPr lang="en-GB"/>
            </a:br>
            <a:r>
              <a:rPr lang="en-GB"/>
              <a:t>placeholder</a:t>
            </a:r>
          </a:p>
        </p:txBody>
      </p:sp>
      <p:sp>
        <p:nvSpPr>
          <p:cNvPr id="10" name="TextBox 9">
            <a:extLst>
              <a:ext uri="{FF2B5EF4-FFF2-40B4-BE49-F238E27FC236}">
                <a16:creationId xmlns:a16="http://schemas.microsoft.com/office/drawing/2014/main" id="{3824EE40-67F0-44BB-B2EB-D22DE201FA03}"/>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a:solidFill>
                <a:srgbClr val="696969"/>
              </a:solidFill>
            </a:endParaRPr>
          </a:p>
        </p:txBody>
      </p:sp>
    </p:spTree>
    <p:extLst>
      <p:ext uri="{BB962C8B-B14F-4D97-AF65-F5344CB8AC3E}">
        <p14:creationId xmlns:p14="http://schemas.microsoft.com/office/powerpoint/2010/main" val="1686289557"/>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3" name="Footer Placeholder 2">
            <a:extLst>
              <a:ext uri="{FF2B5EF4-FFF2-40B4-BE49-F238E27FC236}">
                <a16:creationId xmlns:a16="http://schemas.microsoft.com/office/drawing/2014/main" id="{519E7DA5-BC83-4857-870E-3AA1EAAAA941}"/>
              </a:ext>
            </a:extLst>
          </p:cNvPr>
          <p:cNvSpPr>
            <a:spLocks noGrp="1"/>
          </p:cNvSpPr>
          <p:nvPr>
            <p:ph type="ftr" sz="quarter" idx="12"/>
          </p:nvPr>
        </p:nvSpPr>
        <p:spPr/>
        <p:txBody>
          <a:bodyPr/>
          <a:lstStyle>
            <a:lvl1pPr>
              <a:defRPr/>
            </a:lvl1pPr>
          </a:lstStyle>
          <a:p>
            <a:endParaRPr lang="en-GB" noProof="0"/>
          </a:p>
        </p:txBody>
      </p:sp>
      <p:sp>
        <p:nvSpPr>
          <p:cNvPr id="10" name="Title 9">
            <a:extLst>
              <a:ext uri="{FF2B5EF4-FFF2-40B4-BE49-F238E27FC236}">
                <a16:creationId xmlns:a16="http://schemas.microsoft.com/office/drawing/2014/main" id="{0D3BE977-E73F-49D2-8BCD-3E16B685E53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5" name="Group 14">
            <a:extLst>
              <a:ext uri="{FF2B5EF4-FFF2-40B4-BE49-F238E27FC236}">
                <a16:creationId xmlns:a16="http://schemas.microsoft.com/office/drawing/2014/main" id="{C4EFA7EC-E7D4-46C3-8D3F-646C790E68A3}"/>
              </a:ext>
            </a:extLst>
          </p:cNvPr>
          <p:cNvGrpSpPr/>
          <p:nvPr userDrawn="1"/>
        </p:nvGrpSpPr>
        <p:grpSpPr>
          <a:xfrm>
            <a:off x="-2368598" y="0"/>
            <a:ext cx="1872000" cy="4379495"/>
            <a:chOff x="-2025698" y="0"/>
            <a:chExt cx="1872000" cy="4379495"/>
          </a:xfrm>
        </p:grpSpPr>
        <p:grpSp>
          <p:nvGrpSpPr>
            <p:cNvPr id="16" name="Group 15">
              <a:extLst>
                <a:ext uri="{FF2B5EF4-FFF2-40B4-BE49-F238E27FC236}">
                  <a16:creationId xmlns:a16="http://schemas.microsoft.com/office/drawing/2014/main" id="{1F78D264-E011-418E-B02A-7C20E73D3DD5}"/>
                </a:ext>
              </a:extLst>
            </p:cNvPr>
            <p:cNvGrpSpPr/>
            <p:nvPr userDrawn="1"/>
          </p:nvGrpSpPr>
          <p:grpSpPr>
            <a:xfrm>
              <a:off x="-2025698" y="0"/>
              <a:ext cx="1872000" cy="4379495"/>
              <a:chOff x="-2025698" y="0"/>
              <a:chExt cx="1872000" cy="4379495"/>
            </a:xfrm>
          </p:grpSpPr>
          <p:grpSp>
            <p:nvGrpSpPr>
              <p:cNvPr id="18" name="Group 17">
                <a:extLst>
                  <a:ext uri="{FF2B5EF4-FFF2-40B4-BE49-F238E27FC236}">
                    <a16:creationId xmlns:a16="http://schemas.microsoft.com/office/drawing/2014/main" id="{697EB8BB-8E30-47E4-9F6A-B509810CBB42}"/>
                  </a:ext>
                </a:extLst>
              </p:cNvPr>
              <p:cNvGrpSpPr/>
              <p:nvPr userDrawn="1"/>
            </p:nvGrpSpPr>
            <p:grpSpPr>
              <a:xfrm>
                <a:off x="-2025698" y="0"/>
                <a:ext cx="1872000" cy="4379495"/>
                <a:chOff x="-2025698" y="0"/>
                <a:chExt cx="1872000" cy="4379495"/>
              </a:xfrm>
            </p:grpSpPr>
            <p:grpSp>
              <p:nvGrpSpPr>
                <p:cNvPr id="29" name="Group 28">
                  <a:extLst>
                    <a:ext uri="{FF2B5EF4-FFF2-40B4-BE49-F238E27FC236}">
                      <a16:creationId xmlns:a16="http://schemas.microsoft.com/office/drawing/2014/main" id="{0929F8E5-CDE1-42A8-8693-25DAE1D4E2D3}"/>
                    </a:ext>
                  </a:extLst>
                </p:cNvPr>
                <p:cNvGrpSpPr/>
                <p:nvPr/>
              </p:nvGrpSpPr>
              <p:grpSpPr>
                <a:xfrm>
                  <a:off x="-2025698" y="0"/>
                  <a:ext cx="1872000" cy="4379495"/>
                  <a:chOff x="-2025698" y="0"/>
                  <a:chExt cx="1872000" cy="4379495"/>
                </a:xfrm>
              </p:grpSpPr>
              <p:sp>
                <p:nvSpPr>
                  <p:cNvPr id="31" name="Rectangle 104">
                    <a:extLst>
                      <a:ext uri="{FF2B5EF4-FFF2-40B4-BE49-F238E27FC236}">
                        <a16:creationId xmlns:a16="http://schemas.microsoft.com/office/drawing/2014/main" id="{08570F99-E3ED-4EF1-A139-7DADEB0EE0D6}"/>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32" name="Rectangle 113">
                    <a:extLst>
                      <a:ext uri="{FF2B5EF4-FFF2-40B4-BE49-F238E27FC236}">
                        <a16:creationId xmlns:a16="http://schemas.microsoft.com/office/drawing/2014/main" id="{9ECC4CD5-4A3A-4DF6-865D-4D99A243D60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30" name="Rectangle 106">
                  <a:extLst>
                    <a:ext uri="{FF2B5EF4-FFF2-40B4-BE49-F238E27FC236}">
                      <a16:creationId xmlns:a16="http://schemas.microsoft.com/office/drawing/2014/main" id="{10245D2E-CC77-4086-BCC3-A0197F2B00B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28" name="Picture 27">
                <a:extLst>
                  <a:ext uri="{FF2B5EF4-FFF2-40B4-BE49-F238E27FC236}">
                    <a16:creationId xmlns:a16="http://schemas.microsoft.com/office/drawing/2014/main" id="{DCEB81F8-C688-45FA-85DD-6E8D11CB8C4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7" name="Rectangle 16">
              <a:extLst>
                <a:ext uri="{FF2B5EF4-FFF2-40B4-BE49-F238E27FC236}">
                  <a16:creationId xmlns:a16="http://schemas.microsoft.com/office/drawing/2014/main" id="{370CB165-B0A0-4E1A-9D5E-123B279565A1}"/>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
        <p:nvSpPr>
          <p:cNvPr id="19" name="Text Placeholder 2">
            <a:extLst>
              <a:ext uri="{FF2B5EF4-FFF2-40B4-BE49-F238E27FC236}">
                <a16:creationId xmlns:a16="http://schemas.microsoft.com/office/drawing/2014/main" id="{926D1722-3F77-4621-AAEA-90FFC6FD7C31}"/>
              </a:ext>
            </a:extLst>
          </p:cNvPr>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Tree>
    <p:extLst>
      <p:ext uri="{BB962C8B-B14F-4D97-AF65-F5344CB8AC3E}">
        <p14:creationId xmlns:p14="http://schemas.microsoft.com/office/powerpoint/2010/main" val="388102916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xt slide with subtitl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lvl1pPr>
              <a:defRPr b="0"/>
            </a:lvl1pPr>
          </a:lstStyle>
          <a:p>
            <a:fld id="{DDD2A080-DA64-4F5C-9131-47EB793B4410}" type="slidenum">
              <a:rPr lang="en-GB" smtClean="0"/>
              <a:pPr/>
              <a:t>‹#›</a:t>
            </a:fld>
            <a:endParaRPr lang="en-GB"/>
          </a:p>
        </p:txBody>
      </p:sp>
      <p:sp>
        <p:nvSpPr>
          <p:cNvPr id="7" name="Text Placeholder 10"/>
          <p:cNvSpPr>
            <a:spLocks noGrp="1"/>
          </p:cNvSpPr>
          <p:nvPr>
            <p:ph type="body" sz="quarter" idx="12" hasCustomPrompt="1"/>
          </p:nvPr>
        </p:nvSpPr>
        <p:spPr>
          <a:xfrm>
            <a:off x="659008" y="1141535"/>
            <a:ext cx="10875600" cy="572464"/>
          </a:xfrm>
        </p:spPr>
        <p:txBody>
          <a:bodyPr anchor="t" anchorCtr="0">
            <a:noAutofit/>
          </a:bodyPr>
          <a:lstStyle>
            <a:lvl1pPr>
              <a:lnSpc>
                <a:spcPct val="93000"/>
              </a:lnSpc>
              <a:defRPr sz="2000" b="1">
                <a:solidFill>
                  <a:schemeClr val="bg2"/>
                </a:solidFill>
              </a:defRPr>
            </a:lvl1pPr>
          </a:lstStyle>
          <a:p>
            <a:pPr lvl="0"/>
            <a:r>
              <a:rPr lang="en-GB" noProof="0"/>
              <a:t>Click to add subtitle</a:t>
            </a:r>
          </a:p>
        </p:txBody>
      </p:sp>
      <p:sp>
        <p:nvSpPr>
          <p:cNvPr id="3" name="Footer Placeholder 2">
            <a:extLst>
              <a:ext uri="{FF2B5EF4-FFF2-40B4-BE49-F238E27FC236}">
                <a16:creationId xmlns:a16="http://schemas.microsoft.com/office/drawing/2014/main" id="{C3111100-54E5-4485-8E21-C43D23A55DA0}"/>
              </a:ext>
            </a:extLst>
          </p:cNvPr>
          <p:cNvSpPr>
            <a:spLocks noGrp="1"/>
          </p:cNvSpPr>
          <p:nvPr>
            <p:ph type="ftr" sz="quarter" idx="13"/>
          </p:nvPr>
        </p:nvSpPr>
        <p:spPr/>
        <p:txBody>
          <a:bodyPr/>
          <a:lstStyle>
            <a:lvl1pPr>
              <a:defRPr b="0"/>
            </a:lvl1pPr>
          </a:lstStyle>
          <a:p>
            <a:endParaRPr lang="en-GB" noProof="0"/>
          </a:p>
        </p:txBody>
      </p:sp>
      <p:sp>
        <p:nvSpPr>
          <p:cNvPr id="8" name="Title 7">
            <a:extLst>
              <a:ext uri="{FF2B5EF4-FFF2-40B4-BE49-F238E27FC236}">
                <a16:creationId xmlns:a16="http://schemas.microsoft.com/office/drawing/2014/main" id="{CF7659DA-FD3C-4CDF-A0E4-B4D12DEA5B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34" name="Group 33">
            <a:extLst>
              <a:ext uri="{FF2B5EF4-FFF2-40B4-BE49-F238E27FC236}">
                <a16:creationId xmlns:a16="http://schemas.microsoft.com/office/drawing/2014/main" id="{7771093A-BC85-4B88-BF7B-F331439BE777}"/>
              </a:ext>
            </a:extLst>
          </p:cNvPr>
          <p:cNvGrpSpPr/>
          <p:nvPr userDrawn="1"/>
        </p:nvGrpSpPr>
        <p:grpSpPr>
          <a:xfrm>
            <a:off x="-2368598" y="0"/>
            <a:ext cx="1872000" cy="4379495"/>
            <a:chOff x="-2025698" y="0"/>
            <a:chExt cx="1872000" cy="4379495"/>
          </a:xfrm>
        </p:grpSpPr>
        <p:grpSp>
          <p:nvGrpSpPr>
            <p:cNvPr id="35" name="Group 34">
              <a:extLst>
                <a:ext uri="{FF2B5EF4-FFF2-40B4-BE49-F238E27FC236}">
                  <a16:creationId xmlns:a16="http://schemas.microsoft.com/office/drawing/2014/main" id="{5263592C-66AB-4A74-B308-9E1319D0F213}"/>
                </a:ext>
              </a:extLst>
            </p:cNvPr>
            <p:cNvGrpSpPr/>
            <p:nvPr userDrawn="1"/>
          </p:nvGrpSpPr>
          <p:grpSpPr>
            <a:xfrm>
              <a:off x="-2025698" y="0"/>
              <a:ext cx="1872000" cy="4379495"/>
              <a:chOff x="-2025698" y="0"/>
              <a:chExt cx="1872000" cy="4379495"/>
            </a:xfrm>
          </p:grpSpPr>
          <p:grpSp>
            <p:nvGrpSpPr>
              <p:cNvPr id="37" name="Group 36">
                <a:extLst>
                  <a:ext uri="{FF2B5EF4-FFF2-40B4-BE49-F238E27FC236}">
                    <a16:creationId xmlns:a16="http://schemas.microsoft.com/office/drawing/2014/main" id="{65521BC6-B0B1-47FC-8A45-E37704780F58}"/>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5C5DABA4-0DD8-4B5A-8A7B-0CCE6C694CBF}"/>
                    </a:ext>
                  </a:extLst>
                </p:cNvPr>
                <p:cNvGrpSpPr/>
                <p:nvPr/>
              </p:nvGrpSpPr>
              <p:grpSpPr>
                <a:xfrm>
                  <a:off x="-2025698" y="0"/>
                  <a:ext cx="1872000" cy="4379495"/>
                  <a:chOff x="-2025698" y="0"/>
                  <a:chExt cx="1872000" cy="4379495"/>
                </a:xfrm>
              </p:grpSpPr>
              <p:sp>
                <p:nvSpPr>
                  <p:cNvPr id="41" name="Rectangle 104">
                    <a:extLst>
                      <a:ext uri="{FF2B5EF4-FFF2-40B4-BE49-F238E27FC236}">
                        <a16:creationId xmlns:a16="http://schemas.microsoft.com/office/drawing/2014/main" id="{5B04D489-BB95-4B3B-9C16-2E281A98273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42" name="Rectangle 113">
                    <a:extLst>
                      <a:ext uri="{FF2B5EF4-FFF2-40B4-BE49-F238E27FC236}">
                        <a16:creationId xmlns:a16="http://schemas.microsoft.com/office/drawing/2014/main" id="{C2E28519-7415-4B75-AAB7-A68994663521}"/>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40" name="Rectangle 106">
                  <a:extLst>
                    <a:ext uri="{FF2B5EF4-FFF2-40B4-BE49-F238E27FC236}">
                      <a16:creationId xmlns:a16="http://schemas.microsoft.com/office/drawing/2014/main" id="{13B5BA0C-E713-485E-90AA-23967691E25A}"/>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38" name="Picture 37">
                <a:extLst>
                  <a:ext uri="{FF2B5EF4-FFF2-40B4-BE49-F238E27FC236}">
                    <a16:creationId xmlns:a16="http://schemas.microsoft.com/office/drawing/2014/main" id="{85920960-4898-4371-8C28-E2976DF9435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6" name="Rectangle 35">
              <a:extLst>
                <a:ext uri="{FF2B5EF4-FFF2-40B4-BE49-F238E27FC236}">
                  <a16:creationId xmlns:a16="http://schemas.microsoft.com/office/drawing/2014/main" id="{714976BB-6C70-4E37-9A8D-2139DFCE2698}"/>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
        <p:nvSpPr>
          <p:cNvPr id="16" name="Text Placeholder 2">
            <a:extLst>
              <a:ext uri="{FF2B5EF4-FFF2-40B4-BE49-F238E27FC236}">
                <a16:creationId xmlns:a16="http://schemas.microsoft.com/office/drawing/2014/main" id="{12971146-2CB7-4BAC-8EE4-87D88E943238}"/>
              </a:ext>
            </a:extLst>
          </p:cNvPr>
          <p:cNvSpPr>
            <a:spLocks noGrp="1"/>
          </p:cNvSpPr>
          <p:nvPr>
            <p:ph idx="1" hasCustomPrompt="1"/>
          </p:nvPr>
        </p:nvSpPr>
        <p:spPr bwMode="gray">
          <a:xfrm>
            <a:off x="659008" y="1795636"/>
            <a:ext cx="108756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Tree>
    <p:extLst>
      <p:ext uri="{BB962C8B-B14F-4D97-AF65-F5344CB8AC3E}">
        <p14:creationId xmlns:p14="http://schemas.microsoft.com/office/powerpoint/2010/main" val="331003768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9" name="Text Placeholder 2"/>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marL="180000" indent="-180000">
              <a:buClr>
                <a:schemeClr val="accent1"/>
              </a:buClr>
              <a:buFontTx/>
              <a:buBlip>
                <a:blip>
                  <a:extLst>
                    <a:ext uri="{96DAC541-7B7A-43D3-8B79-37D633B846F1}">
                      <asvg:svgBlip xmlns:asvg="http://schemas.microsoft.com/office/drawing/2016/SVG/main" r:embed="rId2"/>
                    </a:ext>
                  </a:extLst>
                </a:blip>
              </a:buBlip>
              <a:defRPr/>
            </a:lvl1pPr>
            <a:lvl2pPr marL="360000" indent="-180000">
              <a:buClr>
                <a:schemeClr val="accent2"/>
              </a:buClr>
              <a:buFontTx/>
              <a:buBlip>
                <a:blip>
                  <a:extLst>
                    <a:ext uri="{96DAC541-7B7A-43D3-8B79-37D633B846F1}">
                      <asvg:svgBlip xmlns:asvg="http://schemas.microsoft.com/office/drawing/2016/SVG/main" r:embed="rId3"/>
                    </a:ext>
                  </a:extLst>
                </a:blip>
              </a:buBlip>
              <a:defRPr/>
            </a:lvl2pPr>
            <a:lvl3pPr marL="540000" indent="-180000">
              <a:buClr>
                <a:schemeClr val="accent3"/>
              </a:buClr>
              <a:buFontTx/>
              <a:buBlip>
                <a:blip>
                  <a:extLst>
                    <a:ext uri="{96DAC541-7B7A-43D3-8B79-37D633B846F1}">
                      <asvg:svgBlip xmlns:asvg="http://schemas.microsoft.com/office/drawing/2016/SVG/main" r:embed="rId4"/>
                    </a:ext>
                  </a:extLst>
                </a:blip>
              </a:buBlip>
              <a:defRPr/>
            </a:lvl3pPr>
            <a:lvl4pPr marL="720000" indent="-180000">
              <a:buClr>
                <a:schemeClr val="accent4"/>
              </a:buClr>
              <a:buFontTx/>
              <a:buBlip>
                <a:blip>
                  <a:extLst>
                    <a:ext uri="{96DAC541-7B7A-43D3-8B79-37D633B846F1}">
                      <asvg:svgBlip xmlns:asvg="http://schemas.microsoft.com/office/drawing/2016/SVG/main" r:embed="rId5"/>
                    </a:ext>
                  </a:extLst>
                </a:blip>
              </a:buBlip>
              <a:defRPr/>
            </a:lvl4pPr>
            <a:lvl5pPr marL="900000" indent="-180000">
              <a:buClr>
                <a:schemeClr val="accent5"/>
              </a:buClr>
              <a:buFontTx/>
              <a:buBlip>
                <a:blip>
                  <a:extLst>
                    <a:ext uri="{96DAC541-7B7A-43D3-8B79-37D633B846F1}">
                      <asvg:svgBlip xmlns:asvg="http://schemas.microsoft.com/office/drawing/2016/SVG/main" r:embed="rId6"/>
                    </a:ext>
                  </a:extLst>
                </a:blip>
              </a:buBlip>
              <a:defRPr/>
            </a:lvl5pPr>
            <a:lvl6pPr marL="1080000" indent="-180000">
              <a:lnSpc>
                <a:spcPct val="93000"/>
              </a:lnSpc>
              <a:spcBef>
                <a:spcPts val="0"/>
              </a:spcBef>
              <a:buFontTx/>
              <a:buBlip>
                <a:blip>
                  <a:extLst>
                    <a:ext uri="{96DAC541-7B7A-43D3-8B79-37D633B846F1}">
                      <asvg:svgBlip xmlns:asvg="http://schemas.microsoft.com/office/drawing/2016/SVG/main" r:embed="rId7"/>
                    </a:ext>
                  </a:extLst>
                </a:blip>
              </a:buBlip>
              <a:defRPr sz="2000"/>
            </a:lvl6pPr>
            <a:lvl7pPr marL="1260000" indent="-180000">
              <a:lnSpc>
                <a:spcPct val="93000"/>
              </a:lnSpc>
              <a:spcBef>
                <a:spcPts val="0"/>
              </a:spcBef>
              <a:buFontTx/>
              <a:buBlip>
                <a:blip>
                  <a:extLst>
                    <a:ext uri="{96DAC541-7B7A-43D3-8B79-37D633B846F1}">
                      <asvg:svgBlip xmlns:asvg="http://schemas.microsoft.com/office/drawing/2016/SVG/main" r:embed="rId8"/>
                    </a:ext>
                  </a:extLst>
                </a:blip>
              </a:buBlip>
              <a:defRPr sz="2000"/>
            </a:lvl7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p:txBody>
      </p:sp>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3" name="Footer Placeholder 2">
            <a:extLst>
              <a:ext uri="{FF2B5EF4-FFF2-40B4-BE49-F238E27FC236}">
                <a16:creationId xmlns:a16="http://schemas.microsoft.com/office/drawing/2014/main" id="{D200E7AA-C44B-426E-B459-FAE63DF6B45E}"/>
              </a:ext>
            </a:extLst>
          </p:cNvPr>
          <p:cNvSpPr>
            <a:spLocks noGrp="1"/>
          </p:cNvSpPr>
          <p:nvPr>
            <p:ph type="ftr" sz="quarter" idx="12"/>
          </p:nvPr>
        </p:nvSpPr>
        <p:spPr/>
        <p:txBody>
          <a:bodyPr/>
          <a:lstStyle>
            <a:lvl1pPr>
              <a:defRPr/>
            </a:lvl1pPr>
          </a:lstStyle>
          <a:p>
            <a:endParaRPr lang="en-GB" noProof="0"/>
          </a:p>
        </p:txBody>
      </p:sp>
      <p:sp>
        <p:nvSpPr>
          <p:cNvPr id="7" name="Title 6">
            <a:extLst>
              <a:ext uri="{FF2B5EF4-FFF2-40B4-BE49-F238E27FC236}">
                <a16:creationId xmlns:a16="http://schemas.microsoft.com/office/drawing/2014/main" id="{572D2BF4-B73D-41D9-ABBC-BA54F524221F}"/>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6" name="Group 5">
            <a:extLst>
              <a:ext uri="{FF2B5EF4-FFF2-40B4-BE49-F238E27FC236}">
                <a16:creationId xmlns:a16="http://schemas.microsoft.com/office/drawing/2014/main" id="{28518AE9-A05C-440E-B9E1-876EC28E1BD0}"/>
              </a:ext>
            </a:extLst>
          </p:cNvPr>
          <p:cNvGrpSpPr/>
          <p:nvPr userDrawn="1"/>
        </p:nvGrpSpPr>
        <p:grpSpPr>
          <a:xfrm>
            <a:off x="-2368598" y="0"/>
            <a:ext cx="1872000" cy="4379495"/>
            <a:chOff x="-2025698" y="0"/>
            <a:chExt cx="1872000" cy="4379495"/>
          </a:xfrm>
        </p:grpSpPr>
        <p:grpSp>
          <p:nvGrpSpPr>
            <p:cNvPr id="8" name="Group 7">
              <a:extLst>
                <a:ext uri="{FF2B5EF4-FFF2-40B4-BE49-F238E27FC236}">
                  <a16:creationId xmlns:a16="http://schemas.microsoft.com/office/drawing/2014/main" id="{D9DF109D-A8C2-4886-80B0-048F765CAB37}"/>
                </a:ext>
              </a:extLst>
            </p:cNvPr>
            <p:cNvGrpSpPr/>
            <p:nvPr userDrawn="1"/>
          </p:nvGrpSpPr>
          <p:grpSpPr>
            <a:xfrm>
              <a:off x="-2025698" y="0"/>
              <a:ext cx="1872000" cy="4379495"/>
              <a:chOff x="-2025698" y="0"/>
              <a:chExt cx="1872000" cy="4379495"/>
            </a:xfrm>
          </p:grpSpPr>
          <p:grpSp>
            <p:nvGrpSpPr>
              <p:cNvPr id="11" name="Group 10">
                <a:extLst>
                  <a:ext uri="{FF2B5EF4-FFF2-40B4-BE49-F238E27FC236}">
                    <a16:creationId xmlns:a16="http://schemas.microsoft.com/office/drawing/2014/main" id="{0480695D-2895-4499-A20D-9E1A9EEDC854}"/>
                  </a:ext>
                </a:extLst>
              </p:cNvPr>
              <p:cNvGrpSpPr/>
              <p:nvPr userDrawn="1"/>
            </p:nvGrpSpPr>
            <p:grpSpPr>
              <a:xfrm>
                <a:off x="-2025698" y="0"/>
                <a:ext cx="1872000" cy="4379495"/>
                <a:chOff x="-2025698" y="0"/>
                <a:chExt cx="1872000" cy="4379495"/>
              </a:xfrm>
            </p:grpSpPr>
            <p:grpSp>
              <p:nvGrpSpPr>
                <p:cNvPr id="13" name="Group 12">
                  <a:extLst>
                    <a:ext uri="{FF2B5EF4-FFF2-40B4-BE49-F238E27FC236}">
                      <a16:creationId xmlns:a16="http://schemas.microsoft.com/office/drawing/2014/main" id="{8FDDD35E-C14B-4A25-8CDC-FF3D2C373200}"/>
                    </a:ext>
                  </a:extLst>
                </p:cNvPr>
                <p:cNvGrpSpPr/>
                <p:nvPr/>
              </p:nvGrpSpPr>
              <p:grpSpPr>
                <a:xfrm>
                  <a:off x="-2025698" y="0"/>
                  <a:ext cx="1872000" cy="4379495"/>
                  <a:chOff x="-2025698" y="0"/>
                  <a:chExt cx="1872000" cy="4379495"/>
                </a:xfrm>
              </p:grpSpPr>
              <p:sp>
                <p:nvSpPr>
                  <p:cNvPr id="15" name="Rectangle 104">
                    <a:extLst>
                      <a:ext uri="{FF2B5EF4-FFF2-40B4-BE49-F238E27FC236}">
                        <a16:creationId xmlns:a16="http://schemas.microsoft.com/office/drawing/2014/main" id="{D5CE5D8E-9FD9-4A5B-89EB-A650D1C27FF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16" name="Rectangle 113">
                    <a:extLst>
                      <a:ext uri="{FF2B5EF4-FFF2-40B4-BE49-F238E27FC236}">
                        <a16:creationId xmlns:a16="http://schemas.microsoft.com/office/drawing/2014/main" id="{A06B4935-D494-4304-AC9F-CD1905ED11B3}"/>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14" name="Rectangle 106">
                  <a:extLst>
                    <a:ext uri="{FF2B5EF4-FFF2-40B4-BE49-F238E27FC236}">
                      <a16:creationId xmlns:a16="http://schemas.microsoft.com/office/drawing/2014/main" id="{0FBBC0EA-00FB-4241-8D08-083F6FF05DB7}"/>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12" name="Picture 11">
                <a:extLst>
                  <a:ext uri="{FF2B5EF4-FFF2-40B4-BE49-F238E27FC236}">
                    <a16:creationId xmlns:a16="http://schemas.microsoft.com/office/drawing/2014/main" id="{3BEBDEE9-4DE3-4572-9ED1-61CE6B32A511}"/>
                  </a:ext>
                </a:extLst>
              </p:cNvPr>
              <p:cNvPicPr>
                <a:picLocks noChangeAspect="1"/>
              </p:cNvPicPr>
              <p:nvPr userDrawn="1"/>
            </p:nvPicPr>
            <p:blipFill>
              <a:blip r:embed="rId9"/>
              <a:srcRect/>
              <a:stretch/>
            </p:blipFill>
            <p:spPr>
              <a:xfrm>
                <a:off x="-1893936" y="1754883"/>
                <a:ext cx="1046211" cy="788945"/>
              </a:xfrm>
              <a:prstGeom prst="rect">
                <a:avLst/>
              </a:prstGeom>
            </p:spPr>
          </p:pic>
        </p:grpSp>
        <p:sp>
          <p:nvSpPr>
            <p:cNvPr id="10" name="Rectangle 9">
              <a:extLst>
                <a:ext uri="{FF2B5EF4-FFF2-40B4-BE49-F238E27FC236}">
                  <a16:creationId xmlns:a16="http://schemas.microsoft.com/office/drawing/2014/main" id="{2FFB253F-6D46-44AA-A75D-74AAE0E0BC0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346069512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slide full pi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p>
        </p:txBody>
      </p:sp>
      <p:pic>
        <p:nvPicPr>
          <p:cNvPr id="45" name="ING identifier">
            <a:extLst>
              <a:ext uri="{FF2B5EF4-FFF2-40B4-BE49-F238E27FC236}">
                <a16:creationId xmlns:a16="http://schemas.microsoft.com/office/drawing/2014/main" id="{EEE85C1B-203A-4958-A943-8138A468D04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544428" y="4964165"/>
            <a:ext cx="1647571" cy="1893836"/>
          </a:xfrm>
          <a:prstGeom prst="rect">
            <a:avLst/>
          </a:prstGeom>
        </p:spPr>
      </p:pic>
      <p:sp>
        <p:nvSpPr>
          <p:cNvPr id="7" name="Project Placeholder">
            <a:extLst>
              <a:ext uri="{FF2B5EF4-FFF2-40B4-BE49-F238E27FC236}">
                <a16:creationId xmlns:a16="http://schemas.microsoft.com/office/drawing/2014/main" id="{91CED5FC-8BD5-48C5-9E58-7BB378951BE7}"/>
              </a:ext>
            </a:extLst>
          </p:cNvPr>
          <p:cNvSpPr>
            <a:spLocks noGrp="1" noChangeAspect="1"/>
          </p:cNvSpPr>
          <p:nvPr>
            <p:ph type="pic" sz="quarter" idx="16" hasCustomPrompt="1"/>
          </p:nvPr>
        </p:nvSpPr>
        <p:spPr>
          <a:xfrm>
            <a:off x="658798" y="5896308"/>
            <a:ext cx="3857457" cy="961691"/>
          </a:xfrm>
        </p:spPr>
        <p:txBody>
          <a:bodyPr lIns="288000" tIns="108000" rIns="108000" bIns="108000" anchor="ctr" anchorCtr="0"/>
          <a:lstStyle>
            <a:lvl1pPr>
              <a:defRPr sz="1200">
                <a:solidFill>
                  <a:srgbClr val="A8A8A8"/>
                </a:solidFill>
              </a:defRPr>
            </a:lvl1pPr>
          </a:lstStyle>
          <a:p>
            <a:r>
              <a:rPr lang="en-GB"/>
              <a:t>Business or project wordmark </a:t>
            </a:r>
            <a:br>
              <a:rPr lang="en-GB"/>
            </a:br>
            <a:r>
              <a:rPr lang="en-GB"/>
              <a:t>placeholder</a:t>
            </a:r>
          </a:p>
        </p:txBody>
      </p:sp>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999"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a:t>Click to 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9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156" name="Picture Placeholder 155">
            <a:extLst>
              <a:ext uri="{FF2B5EF4-FFF2-40B4-BE49-F238E27FC236}">
                <a16:creationId xmlns:a16="http://schemas.microsoft.com/office/drawing/2014/main" id="{7425731A-743F-4AF6-BD8E-C71C4F4E2EBD}"/>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799" y="163486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to add title</a:t>
            </a:r>
          </a:p>
        </p:txBody>
      </p:sp>
      <p:sp>
        <p:nvSpPr>
          <p:cNvPr id="16" name="TextBox 15">
            <a:extLst>
              <a:ext uri="{FF2B5EF4-FFF2-40B4-BE49-F238E27FC236}">
                <a16:creationId xmlns:a16="http://schemas.microsoft.com/office/drawing/2014/main" id="{B1450CF4-29E1-4E2F-8200-290A7992276F}"/>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a:solidFill>
                <a:srgbClr val="696969"/>
              </a:solidFill>
            </a:endParaRPr>
          </a:p>
        </p:txBody>
      </p:sp>
      <p:sp>
        <p:nvSpPr>
          <p:cNvPr id="18" name="TextBox 17">
            <a:extLst>
              <a:ext uri="{FF2B5EF4-FFF2-40B4-BE49-F238E27FC236}">
                <a16:creationId xmlns:a16="http://schemas.microsoft.com/office/drawing/2014/main" id="{38BA3321-9936-456C-B89B-6FD2F1E8A37A}"/>
              </a:ext>
            </a:extLst>
          </p:cNvPr>
          <p:cNvSpPr txBox="1"/>
          <p:nvPr userDrawn="1"/>
        </p:nvSpPr>
        <p:spPr>
          <a:xfrm>
            <a:off x="-2261849" y="2123802"/>
            <a:ext cx="1826420" cy="4073798"/>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Click on the existing photo, and choose 'Cut' via the right mouse button.</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Select a photo from the last part of the PP file 'Useful elements, example slides and photos', or download a photo from the Media box &gt; Photos on the Brand Portal (https://brandportal.ing.com).</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Copy the big picture on your screen with Ctrl+C, go back to the image placeholder on this page, and paste the photo with Ctrl+V.</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Finally, click on the new picture and choose 'Move to Back' via the right mouse button to show the heading bars again.</a:t>
            </a:r>
            <a:endParaRPr lang="en-GB" sz="1000" b="0">
              <a:solidFill>
                <a:srgbClr val="696969"/>
              </a:solidFill>
            </a:endParaRPr>
          </a:p>
        </p:txBody>
      </p:sp>
    </p:spTree>
    <p:extLst>
      <p:ext uri="{BB962C8B-B14F-4D97-AF65-F5344CB8AC3E}">
        <p14:creationId xmlns:p14="http://schemas.microsoft.com/office/powerpoint/2010/main" val="3779439435"/>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full picture ING logo">
    <p:bg>
      <p:bgPr>
        <a:solidFill>
          <a:schemeClr val="bg1">
            <a:alpha val="1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p>
        </p:txBody>
      </p:sp>
      <p:pic>
        <p:nvPicPr>
          <p:cNvPr id="25" name="ING logo">
            <a:extLst>
              <a:ext uri="{FF2B5EF4-FFF2-40B4-BE49-F238E27FC236}">
                <a16:creationId xmlns:a16="http://schemas.microsoft.com/office/drawing/2014/main" id="{9E0C486C-31FE-42C0-85B9-EBE13E28A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798"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a:t>Click to 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7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9" name="Picture Placeholder 28">
            <a:extLst>
              <a:ext uri="{FF2B5EF4-FFF2-40B4-BE49-F238E27FC236}">
                <a16:creationId xmlns:a16="http://schemas.microsoft.com/office/drawing/2014/main" id="{A6006EC7-B988-467E-8549-F0245BF57349}"/>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800" y="1634399"/>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b="1">
                <a:solidFill>
                  <a:schemeClr val="bg1"/>
                </a:solidFill>
                <a:latin typeface="+mj-lt"/>
              </a:defRPr>
            </a:lvl1pPr>
          </a:lstStyle>
          <a:p>
            <a:r>
              <a:rPr lang="en-GB" noProof="0"/>
              <a:t>Click to add title</a:t>
            </a:r>
          </a:p>
        </p:txBody>
      </p:sp>
      <p:sp>
        <p:nvSpPr>
          <p:cNvPr id="28" name="Project Placeholder">
            <a:extLst>
              <a:ext uri="{FF2B5EF4-FFF2-40B4-BE49-F238E27FC236}">
                <a16:creationId xmlns:a16="http://schemas.microsoft.com/office/drawing/2014/main" id="{5E4AFE1E-9B76-42E0-A2EA-84F5D0E53D02}"/>
              </a:ext>
            </a:extLst>
          </p:cNvPr>
          <p:cNvSpPr>
            <a:spLocks noGrp="1" noChangeAspect="1"/>
          </p:cNvSpPr>
          <p:nvPr>
            <p:ph type="pic" sz="quarter" idx="16" hasCustomPrompt="1"/>
          </p:nvPr>
        </p:nvSpPr>
        <p:spPr>
          <a:xfrm>
            <a:off x="658798" y="5896309"/>
            <a:ext cx="3857408" cy="961679"/>
          </a:xfrm>
        </p:spPr>
        <p:txBody>
          <a:bodyPr lIns="288000" tIns="108000" rIns="108000" bIns="108000" anchor="ctr" anchorCtr="0"/>
          <a:lstStyle>
            <a:lvl1pPr>
              <a:defRPr sz="1200">
                <a:solidFill>
                  <a:srgbClr val="A8A8A8"/>
                </a:solidFill>
              </a:defRPr>
            </a:lvl1pPr>
          </a:lstStyle>
          <a:p>
            <a:r>
              <a:rPr lang="en-GB"/>
              <a:t>Business or project wordmark </a:t>
            </a:r>
            <a:br>
              <a:rPr lang="en-GB"/>
            </a:br>
            <a:r>
              <a:rPr lang="en-GB"/>
              <a:t>placeholder</a:t>
            </a:r>
          </a:p>
        </p:txBody>
      </p:sp>
      <p:sp>
        <p:nvSpPr>
          <p:cNvPr id="16" name="TextBox 15">
            <a:extLst>
              <a:ext uri="{FF2B5EF4-FFF2-40B4-BE49-F238E27FC236}">
                <a16:creationId xmlns:a16="http://schemas.microsoft.com/office/drawing/2014/main" id="{D6E113D3-2DD2-409B-B6A5-8210F7F82BD3}"/>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a:solidFill>
                <a:srgbClr val="696969"/>
              </a:solidFill>
            </a:endParaRPr>
          </a:p>
        </p:txBody>
      </p:sp>
      <p:sp>
        <p:nvSpPr>
          <p:cNvPr id="18" name="TextBox 17">
            <a:extLst>
              <a:ext uri="{FF2B5EF4-FFF2-40B4-BE49-F238E27FC236}">
                <a16:creationId xmlns:a16="http://schemas.microsoft.com/office/drawing/2014/main" id="{8CB8308A-E701-41F6-94DB-7B598273B2FF}"/>
              </a:ext>
            </a:extLst>
          </p:cNvPr>
          <p:cNvSpPr txBox="1"/>
          <p:nvPr userDrawn="1"/>
        </p:nvSpPr>
        <p:spPr>
          <a:xfrm>
            <a:off x="-2261849" y="2123802"/>
            <a:ext cx="1826420" cy="4073798"/>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Click on the existing photo, and choose 'Cut' via the right mouse button.</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Select a photo from the last part of the PP file 'Useful elements, example slides and photos', or download a photo from the Media box &gt; Photos on the Brand Portal (https://brandportal.ing.com).</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Copy the big picture on your screen with Ctrl+C, go back to the image placeholder on this page, and paste the photo with Ctrl+V.</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Finally, click on the new picture and choose 'Move to Back' via the right mouse button to show the heading bars again.</a:t>
            </a:r>
            <a:endParaRPr lang="en-GB" sz="1000" b="0">
              <a:solidFill>
                <a:srgbClr val="696969"/>
              </a:solidFill>
            </a:endParaRPr>
          </a:p>
        </p:txBody>
      </p:sp>
    </p:spTree>
    <p:extLst>
      <p:ext uri="{BB962C8B-B14F-4D97-AF65-F5344CB8AC3E}">
        <p14:creationId xmlns:p14="http://schemas.microsoft.com/office/powerpoint/2010/main" val="740964106"/>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lide white ING logo">
    <p:bg bwMode="gray">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8D78F9-BB7D-40AA-8961-EB7AA360E747}"/>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a:solidFill>
                <a:schemeClr val="tx1"/>
              </a:solidFill>
            </a:endParaRPr>
          </a:p>
        </p:txBody>
      </p:sp>
      <p:cxnSp>
        <p:nvCxnSpPr>
          <p:cNvPr id="10" name="Straight Connector 9">
            <a:extLst>
              <a:ext uri="{FF2B5EF4-FFF2-40B4-BE49-F238E27FC236}">
                <a16:creationId xmlns:a16="http://schemas.microsoft.com/office/drawing/2014/main" id="{8EDB157E-826F-4E03-8A69-685294EC5B1D}"/>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3288B3-3A33-4122-B8B7-0142A71D1C97}"/>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p>
        </p:txBody>
      </p:sp>
      <p:pic>
        <p:nvPicPr>
          <p:cNvPr id="12" name="ING logo">
            <a:extLst>
              <a:ext uri="{FF2B5EF4-FFF2-40B4-BE49-F238E27FC236}">
                <a16:creationId xmlns:a16="http://schemas.microsoft.com/office/drawing/2014/main" id="{4D97A26D-2654-4F2E-A196-B6096B1AEB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00" y="558360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a:t>Click to add date</a:t>
            </a:r>
          </a:p>
        </p:txBody>
      </p:sp>
      <p:sp>
        <p:nvSpPr>
          <p:cNvPr id="26" name="Subtitle 2"/>
          <p:cNvSpPr>
            <a:spLocks noGrp="1"/>
          </p:cNvSpPr>
          <p:nvPr>
            <p:ph type="subTitle" idx="1" hasCustomPrompt="1"/>
          </p:nvPr>
        </p:nvSpPr>
        <p:spPr bwMode="gray">
          <a:xfrm>
            <a:off x="658800" y="5277600"/>
            <a:ext cx="5256000" cy="294302"/>
          </a:xfrm>
        </p:spPr>
        <p:txBody>
          <a:bodyPr wrap="square"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a:t>Click to add (sub)title</a:t>
            </a:r>
          </a:p>
        </p:txBody>
      </p:sp>
      <p:sp>
        <p:nvSpPr>
          <p:cNvPr id="25" name="Title 1"/>
          <p:cNvSpPr>
            <a:spLocks noGrp="1"/>
          </p:cNvSpPr>
          <p:nvPr>
            <p:ph type="ctrTitle" hasCustomPrompt="1"/>
          </p:nvPr>
        </p:nvSpPr>
        <p:spPr bwMode="gray">
          <a:xfrm>
            <a:off x="658856" y="1634400"/>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a:t>Click to add title</a:t>
            </a:r>
          </a:p>
        </p:txBody>
      </p:sp>
      <p:sp>
        <p:nvSpPr>
          <p:cNvPr id="22" name="Project Placeholder">
            <a:extLst>
              <a:ext uri="{FF2B5EF4-FFF2-40B4-BE49-F238E27FC236}">
                <a16:creationId xmlns:a16="http://schemas.microsoft.com/office/drawing/2014/main" id="{FF773A2F-D10D-414B-B226-9CEDBFF8ADC7}"/>
              </a:ext>
            </a:extLst>
          </p:cNvPr>
          <p:cNvSpPr>
            <a:spLocks noGrp="1" noChangeAspect="1"/>
          </p:cNvSpPr>
          <p:nvPr>
            <p:ph type="pic" sz="quarter" idx="16" hasCustomPrompt="1"/>
          </p:nvPr>
        </p:nvSpPr>
        <p:spPr>
          <a:xfrm>
            <a:off x="658798" y="5896309"/>
            <a:ext cx="3857456" cy="961691"/>
          </a:xfrm>
        </p:spPr>
        <p:txBody>
          <a:bodyPr lIns="288000" tIns="108000" rIns="108000" bIns="108000" anchor="ctr" anchorCtr="0"/>
          <a:lstStyle>
            <a:lvl1pPr>
              <a:defRPr sz="1200">
                <a:solidFill>
                  <a:srgbClr val="A8A8A8"/>
                </a:solidFill>
              </a:defRPr>
            </a:lvl1pPr>
          </a:lstStyle>
          <a:p>
            <a:r>
              <a:rPr lang="en-GB"/>
              <a:t>Business or project wordmark </a:t>
            </a:r>
            <a:br>
              <a:rPr lang="en-GB"/>
            </a:br>
            <a:r>
              <a:rPr lang="en-GB"/>
              <a:t>placeholder</a:t>
            </a:r>
          </a:p>
        </p:txBody>
      </p:sp>
      <p:sp>
        <p:nvSpPr>
          <p:cNvPr id="13" name="TextBox 12">
            <a:extLst>
              <a:ext uri="{FF2B5EF4-FFF2-40B4-BE49-F238E27FC236}">
                <a16:creationId xmlns:a16="http://schemas.microsoft.com/office/drawing/2014/main" id="{A3E72A35-A7D1-43E0-A540-B9177A307238}"/>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a:solidFill>
                <a:srgbClr val="696969"/>
              </a:solidFill>
            </a:endParaRPr>
          </a:p>
        </p:txBody>
      </p:sp>
    </p:spTree>
    <p:extLst>
      <p:ext uri="{BB962C8B-B14F-4D97-AF65-F5344CB8AC3E}">
        <p14:creationId xmlns:p14="http://schemas.microsoft.com/office/powerpoint/2010/main" val="1763224834"/>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slide confidential">
    <p:bg bwMode="gray">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56146B7-AF2E-4DE8-8CDE-8B02DF175E96}"/>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a:solidFill>
                <a:schemeClr val="tx1"/>
              </a:solidFill>
            </a:endParaRPr>
          </a:p>
        </p:txBody>
      </p:sp>
      <p:cxnSp>
        <p:nvCxnSpPr>
          <p:cNvPr id="31" name="Straight Connector 30">
            <a:extLst>
              <a:ext uri="{FF2B5EF4-FFF2-40B4-BE49-F238E27FC236}">
                <a16:creationId xmlns:a16="http://schemas.microsoft.com/office/drawing/2014/main" id="{AF3841C3-786F-4D83-8BF4-69251CE4BFA7}"/>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697F024-B1A5-460A-9648-F7B29A9BC9C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p>
        </p:txBody>
      </p:sp>
      <p:pic>
        <p:nvPicPr>
          <p:cNvPr id="42" name="ING identifier">
            <a:extLst>
              <a:ext uri="{FF2B5EF4-FFF2-40B4-BE49-F238E27FC236}">
                <a16:creationId xmlns:a16="http://schemas.microsoft.com/office/drawing/2014/main" id="{7048FB88-5778-4A03-AD57-DF35DC1E8E3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544428" y="4964165"/>
            <a:ext cx="1647571" cy="1893836"/>
          </a:xfrm>
          <a:prstGeom prst="rect">
            <a:avLst/>
          </a:prstGeom>
        </p:spPr>
      </p:pic>
      <p:grpSp>
        <p:nvGrpSpPr>
          <p:cNvPr id="56" name="Confidential"/>
          <p:cNvGrpSpPr/>
          <p:nvPr userDrawn="1"/>
        </p:nvGrpSpPr>
        <p:grpSpPr>
          <a:xfrm>
            <a:off x="10749167" y="-133099"/>
            <a:ext cx="1441027" cy="1565166"/>
            <a:chOff x="5364088" y="4720073"/>
            <a:chExt cx="1441027" cy="1565166"/>
          </a:xfrm>
        </p:grpSpPr>
        <p:sp>
          <p:nvSpPr>
            <p:cNvPr id="5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60A6DA"/>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80"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a:t>Confidential</a:t>
              </a:r>
            </a:p>
          </p:txBody>
        </p:sp>
      </p:grpSp>
      <p:sp>
        <p:nvSpPr>
          <p:cNvPr id="18" name="Text Placeholder 2">
            <a:extLst>
              <a:ext uri="{FF2B5EF4-FFF2-40B4-BE49-F238E27FC236}">
                <a16:creationId xmlns:a16="http://schemas.microsoft.com/office/drawing/2014/main" id="{31A93502-8C63-400E-A1C4-EEDA0C0DA4BD}"/>
              </a:ext>
            </a:extLst>
          </p:cNvPr>
          <p:cNvSpPr>
            <a:spLocks noGrp="1"/>
          </p:cNvSpPr>
          <p:nvPr>
            <p:ph type="body" sz="quarter" idx="12" hasCustomPrompt="1"/>
          </p:nvPr>
        </p:nvSpPr>
        <p:spPr>
          <a:xfrm>
            <a:off x="658800" y="5583600"/>
            <a:ext cx="5256000" cy="294302"/>
          </a:xfrm>
        </p:spPr>
        <p:txBody>
          <a:bodyPr wrap="none"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a:t>Click to add date</a:t>
            </a:r>
          </a:p>
        </p:txBody>
      </p:sp>
      <p:sp>
        <p:nvSpPr>
          <p:cNvPr id="16" name="Subtitle 2">
            <a:extLst>
              <a:ext uri="{FF2B5EF4-FFF2-40B4-BE49-F238E27FC236}">
                <a16:creationId xmlns:a16="http://schemas.microsoft.com/office/drawing/2014/main" id="{EF8E7523-A00E-407A-913C-45E2F1A70617}"/>
              </a:ext>
            </a:extLst>
          </p:cNvPr>
          <p:cNvSpPr>
            <a:spLocks noGrp="1"/>
          </p:cNvSpPr>
          <p:nvPr>
            <p:ph type="subTitle" idx="1" hasCustomPrompt="1"/>
          </p:nvPr>
        </p:nvSpPr>
        <p:spPr bwMode="gray">
          <a:xfrm>
            <a:off x="658800" y="5277600"/>
            <a:ext cx="5256000" cy="294302"/>
          </a:xfrm>
        </p:spPr>
        <p:txBody>
          <a:bodyPr wrap="none"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17" name="Text Placeholder 6">
            <a:extLst>
              <a:ext uri="{FF2B5EF4-FFF2-40B4-BE49-F238E27FC236}">
                <a16:creationId xmlns:a16="http://schemas.microsoft.com/office/drawing/2014/main" id="{94157F79-315F-44DE-A12C-D9E5A3767D63}"/>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a:t>Click to add (sub)title</a:t>
            </a:r>
          </a:p>
        </p:txBody>
      </p:sp>
      <p:sp>
        <p:nvSpPr>
          <p:cNvPr id="15" name="Title 1">
            <a:extLst>
              <a:ext uri="{FF2B5EF4-FFF2-40B4-BE49-F238E27FC236}">
                <a16:creationId xmlns:a16="http://schemas.microsoft.com/office/drawing/2014/main" id="{FB66016B-0337-48AD-9FB8-3ADE7AC6E87B}"/>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a:t>Click to add title</a:t>
            </a:r>
          </a:p>
        </p:txBody>
      </p:sp>
      <p:sp>
        <p:nvSpPr>
          <p:cNvPr id="25" name="Project Placeholder">
            <a:extLst>
              <a:ext uri="{FF2B5EF4-FFF2-40B4-BE49-F238E27FC236}">
                <a16:creationId xmlns:a16="http://schemas.microsoft.com/office/drawing/2014/main" id="{44B18234-54BA-46FF-9EAC-032FC38EC41C}"/>
              </a:ext>
            </a:extLst>
          </p:cNvPr>
          <p:cNvSpPr>
            <a:spLocks noGrp="1" noChangeAspect="1"/>
          </p:cNvSpPr>
          <p:nvPr>
            <p:ph type="pic" sz="quarter" idx="16" hasCustomPrompt="1"/>
          </p:nvPr>
        </p:nvSpPr>
        <p:spPr>
          <a:xfrm>
            <a:off x="658798" y="5896308"/>
            <a:ext cx="3857455" cy="961691"/>
          </a:xfrm>
        </p:spPr>
        <p:txBody>
          <a:bodyPr lIns="288000" tIns="108000" rIns="108000" bIns="108000" anchor="ctr" anchorCtr="0"/>
          <a:lstStyle>
            <a:lvl1pPr>
              <a:defRPr sz="1200">
                <a:solidFill>
                  <a:srgbClr val="A8A8A8"/>
                </a:solidFill>
              </a:defRPr>
            </a:lvl1pPr>
          </a:lstStyle>
          <a:p>
            <a:r>
              <a:rPr lang="en-GB"/>
              <a:t>Business or project wordmark </a:t>
            </a:r>
            <a:br>
              <a:rPr lang="en-GB"/>
            </a:br>
            <a:r>
              <a:rPr lang="en-GB"/>
              <a:t>placeholder</a:t>
            </a:r>
          </a:p>
        </p:txBody>
      </p:sp>
      <p:sp>
        <p:nvSpPr>
          <p:cNvPr id="19" name="TextBox 18">
            <a:extLst>
              <a:ext uri="{FF2B5EF4-FFF2-40B4-BE49-F238E27FC236}">
                <a16:creationId xmlns:a16="http://schemas.microsoft.com/office/drawing/2014/main" id="{BA4E0B8E-6BE9-416D-B911-912E50333F27}"/>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a:solidFill>
                <a:srgbClr val="696969"/>
              </a:solidFill>
            </a:endParaRPr>
          </a:p>
        </p:txBody>
      </p:sp>
    </p:spTree>
    <p:extLst>
      <p:ext uri="{BB962C8B-B14F-4D97-AF65-F5344CB8AC3E}">
        <p14:creationId xmlns:p14="http://schemas.microsoft.com/office/powerpoint/2010/main" val="3348113032"/>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lide full picture confidential">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E86FEC7-4848-4673-A9C4-5B2F4BF62633}"/>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a:solidFill>
                <a:schemeClr val="tx1"/>
              </a:solidFill>
            </a:endParaRPr>
          </a:p>
        </p:txBody>
      </p:sp>
      <p:grpSp>
        <p:nvGrpSpPr>
          <p:cNvPr id="23" name="Group 22">
            <a:extLst>
              <a:ext uri="{FF2B5EF4-FFF2-40B4-BE49-F238E27FC236}">
                <a16:creationId xmlns:a16="http://schemas.microsoft.com/office/drawing/2014/main" id="{FDADF138-7C24-4C0D-B684-AF614FA3BF9B}"/>
              </a:ext>
            </a:extLst>
          </p:cNvPr>
          <p:cNvGrpSpPr/>
          <p:nvPr userDrawn="1"/>
        </p:nvGrpSpPr>
        <p:grpSpPr>
          <a:xfrm>
            <a:off x="-435429" y="5878278"/>
            <a:ext cx="290286" cy="979713"/>
            <a:chOff x="-435429" y="5878278"/>
            <a:chExt cx="290286" cy="979713"/>
          </a:xfrm>
        </p:grpSpPr>
        <p:cxnSp>
          <p:nvCxnSpPr>
            <p:cNvPr id="24" name="Straight Connector 23">
              <a:extLst>
                <a:ext uri="{FF2B5EF4-FFF2-40B4-BE49-F238E27FC236}">
                  <a16:creationId xmlns:a16="http://schemas.microsoft.com/office/drawing/2014/main" id="{879E898A-2066-4366-95E3-5DD9BB3FCF23}"/>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5E4A7-D69F-4A1C-84B6-01182918AD2F}"/>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3D2BCD13-0B5C-4CE8-9033-79C163DDE18F}"/>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AA3BA10-8A9F-4918-A071-10F75A27DE02}"/>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p>
        </p:txBody>
      </p:sp>
      <p:pic>
        <p:nvPicPr>
          <p:cNvPr id="28" name="ING logo">
            <a:extLst>
              <a:ext uri="{FF2B5EF4-FFF2-40B4-BE49-F238E27FC236}">
                <a16:creationId xmlns:a16="http://schemas.microsoft.com/office/drawing/2014/main" id="{013C07AC-DFFD-4358-9B2B-29F8684654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grpSp>
        <p:nvGrpSpPr>
          <p:cNvPr id="45" name="Confidential"/>
          <p:cNvGrpSpPr/>
          <p:nvPr userDrawn="1"/>
        </p:nvGrpSpPr>
        <p:grpSpPr>
          <a:xfrm>
            <a:off x="10749167" y="-133099"/>
            <a:ext cx="1441027" cy="1565166"/>
            <a:chOff x="5364088" y="4720073"/>
            <a:chExt cx="1441027" cy="1565166"/>
          </a:xfrm>
        </p:grpSpPr>
        <p:sp>
          <p:nvSpPr>
            <p:cNvPr id="4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17A7DC"/>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48"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a:t>Confidential</a:t>
              </a:r>
            </a:p>
          </p:txBody>
        </p:sp>
      </p:grpSp>
      <p:sp>
        <p:nvSpPr>
          <p:cNvPr id="20" name="Text Placeholder 2">
            <a:extLst>
              <a:ext uri="{FF2B5EF4-FFF2-40B4-BE49-F238E27FC236}">
                <a16:creationId xmlns:a16="http://schemas.microsoft.com/office/drawing/2014/main" id="{465FDFAE-9371-42DC-80CE-6212FDA9A2C9}"/>
              </a:ext>
            </a:extLst>
          </p:cNvPr>
          <p:cNvSpPr>
            <a:spLocks noGrp="1"/>
          </p:cNvSpPr>
          <p:nvPr>
            <p:ph type="body" sz="quarter" idx="14" hasCustomPrompt="1"/>
          </p:nvPr>
        </p:nvSpPr>
        <p:spPr>
          <a:xfrm>
            <a:off x="658800" y="5583600"/>
            <a:ext cx="5256000" cy="294302"/>
          </a:xfrm>
        </p:spPr>
        <p:txBody>
          <a:bodyPr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a:t>Click to add date</a:t>
            </a:r>
          </a:p>
        </p:txBody>
      </p:sp>
      <p:sp>
        <p:nvSpPr>
          <p:cNvPr id="17" name="Subtitle 2">
            <a:extLst>
              <a:ext uri="{FF2B5EF4-FFF2-40B4-BE49-F238E27FC236}">
                <a16:creationId xmlns:a16="http://schemas.microsoft.com/office/drawing/2014/main" id="{1A0CD90A-7939-4751-928D-CD5CBB22EE4B}"/>
              </a:ext>
            </a:extLst>
          </p:cNvPr>
          <p:cNvSpPr>
            <a:spLocks noGrp="1"/>
          </p:cNvSpPr>
          <p:nvPr>
            <p:ph type="subTitle" idx="1" hasCustomPrompt="1"/>
          </p:nvPr>
        </p:nvSpPr>
        <p:spPr bwMode="gray">
          <a:xfrm>
            <a:off x="658800" y="5277600"/>
            <a:ext cx="5256000" cy="294302"/>
          </a:xfrm>
        </p:spPr>
        <p:txBody>
          <a:bodyPr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19" name="Text Placeholder 6">
            <a:extLst>
              <a:ext uri="{FF2B5EF4-FFF2-40B4-BE49-F238E27FC236}">
                <a16:creationId xmlns:a16="http://schemas.microsoft.com/office/drawing/2014/main" id="{30766271-113F-4C5F-BEA9-2B8D1F8FE10E}"/>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pPr lvl="0"/>
            <a:r>
              <a:rPr lang="en-GB" noProof="0"/>
              <a:t>Click to add (sub)title</a:t>
            </a:r>
          </a:p>
        </p:txBody>
      </p:sp>
      <p:sp>
        <p:nvSpPr>
          <p:cNvPr id="16" name="Title 1">
            <a:extLst>
              <a:ext uri="{FF2B5EF4-FFF2-40B4-BE49-F238E27FC236}">
                <a16:creationId xmlns:a16="http://schemas.microsoft.com/office/drawing/2014/main" id="{E34099AA-6604-4254-ACD4-37B7B8373FAA}"/>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a:t>Click to add title</a:t>
            </a:r>
          </a:p>
        </p:txBody>
      </p:sp>
      <p:sp>
        <p:nvSpPr>
          <p:cNvPr id="29" name="Project Placeholder">
            <a:extLst>
              <a:ext uri="{FF2B5EF4-FFF2-40B4-BE49-F238E27FC236}">
                <a16:creationId xmlns:a16="http://schemas.microsoft.com/office/drawing/2014/main" id="{026A36CF-1C2C-48FA-9AF7-65727F8826F0}"/>
              </a:ext>
            </a:extLst>
          </p:cNvPr>
          <p:cNvSpPr>
            <a:spLocks noGrp="1" noChangeAspect="1"/>
          </p:cNvSpPr>
          <p:nvPr>
            <p:ph type="pic" sz="quarter" idx="16" hasCustomPrompt="1"/>
          </p:nvPr>
        </p:nvSpPr>
        <p:spPr>
          <a:xfrm>
            <a:off x="658797" y="5896309"/>
            <a:ext cx="3857399" cy="961677"/>
          </a:xfrm>
        </p:spPr>
        <p:txBody>
          <a:bodyPr lIns="288000" tIns="108000" rIns="108000" bIns="108000" anchor="ctr" anchorCtr="0"/>
          <a:lstStyle>
            <a:lvl1pPr>
              <a:defRPr sz="1200">
                <a:solidFill>
                  <a:srgbClr val="A8A8A8"/>
                </a:solidFill>
              </a:defRPr>
            </a:lvl1pPr>
          </a:lstStyle>
          <a:p>
            <a:r>
              <a:rPr lang="en-GB"/>
              <a:t>Business or project wordmark </a:t>
            </a:r>
            <a:br>
              <a:rPr lang="en-GB"/>
            </a:br>
            <a:r>
              <a:rPr lang="en-GB"/>
              <a:t>placeholder</a:t>
            </a:r>
          </a:p>
        </p:txBody>
      </p:sp>
      <p:sp>
        <p:nvSpPr>
          <p:cNvPr id="18" name="TextBox 17">
            <a:extLst>
              <a:ext uri="{FF2B5EF4-FFF2-40B4-BE49-F238E27FC236}">
                <a16:creationId xmlns:a16="http://schemas.microsoft.com/office/drawing/2014/main" id="{D689C158-114A-4690-B8A2-D0BCDDA501DB}"/>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a:solidFill>
                <a:srgbClr val="696969"/>
              </a:solidFill>
            </a:endParaRPr>
          </a:p>
        </p:txBody>
      </p:sp>
    </p:spTree>
    <p:extLst>
      <p:ext uri="{BB962C8B-B14F-4D97-AF65-F5344CB8AC3E}">
        <p14:creationId xmlns:p14="http://schemas.microsoft.com/office/powerpoint/2010/main" val="3218791046"/>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2" name="Footer Placeholder 1">
            <a:extLst>
              <a:ext uri="{FF2B5EF4-FFF2-40B4-BE49-F238E27FC236}">
                <a16:creationId xmlns:a16="http://schemas.microsoft.com/office/drawing/2014/main" id="{515CBA26-4510-4A9C-B080-4211950399FD}"/>
              </a:ext>
            </a:extLst>
          </p:cNvPr>
          <p:cNvSpPr>
            <a:spLocks noGrp="1"/>
          </p:cNvSpPr>
          <p:nvPr>
            <p:ph type="ftr" sz="quarter" idx="1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1DDC45C2-05A9-46EA-B276-6A874E5C1E4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11" name="Text Placeholder 10">
            <a:extLst>
              <a:ext uri="{FF2B5EF4-FFF2-40B4-BE49-F238E27FC236}">
                <a16:creationId xmlns:a16="http://schemas.microsoft.com/office/drawing/2014/main" id="{6BA07CBC-1D3E-422E-A575-116DF6809A5F}"/>
              </a:ext>
            </a:extLst>
          </p:cNvPr>
          <p:cNvSpPr>
            <a:spLocks noGrp="1"/>
          </p:cNvSpPr>
          <p:nvPr>
            <p:ph type="body" sz="quarter" idx="13" hasCustomPrompt="1"/>
          </p:nvPr>
        </p:nvSpPr>
        <p:spPr bwMode="auto">
          <a:xfrm>
            <a:off x="659008" y="1141198"/>
            <a:ext cx="10875600" cy="5058000"/>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a:t>Click to add text</a:t>
            </a:r>
          </a:p>
          <a:p>
            <a:pPr lvl="1"/>
            <a:r>
              <a:rPr lang="en-GB" noProof="0"/>
              <a:t>Second level</a:t>
            </a:r>
          </a:p>
        </p:txBody>
      </p:sp>
    </p:spTree>
    <p:extLst>
      <p:ext uri="{BB962C8B-B14F-4D97-AF65-F5344CB8AC3E}">
        <p14:creationId xmlns:p14="http://schemas.microsoft.com/office/powerpoint/2010/main" val="261812054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Index slide picture righ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0136ED5D-41FE-434B-8102-33405500B8E3}"/>
              </a:ext>
            </a:extLst>
          </p:cNvPr>
          <p:cNvSpPr>
            <a:spLocks noGrp="1"/>
          </p:cNvSpPr>
          <p:nvPr>
            <p:ph type="pic" sz="quarter" idx="20"/>
          </p:nvPr>
        </p:nvSpPr>
        <p:spPr bwMode="gray">
          <a:xfrm>
            <a:off x="8415482" y="1"/>
            <a:ext cx="3776519" cy="6857999"/>
          </a:xfrm>
          <a:custGeom>
            <a:avLst/>
            <a:gdLst>
              <a:gd name="connsiteX0" fmla="*/ 0 w 3776519"/>
              <a:gd name="connsiteY0" fmla="*/ 0 h 6857999"/>
              <a:gd name="connsiteX1" fmla="*/ 190493 w 3776519"/>
              <a:gd name="connsiteY1" fmla="*/ 0 h 6857999"/>
              <a:gd name="connsiteX2" fmla="*/ 914400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14400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14400" y="0"/>
                </a:lnTo>
                <a:lnTo>
                  <a:pt x="3776519" y="0"/>
                </a:lnTo>
                <a:lnTo>
                  <a:pt x="3776519" y="6857999"/>
                </a:lnTo>
                <a:lnTo>
                  <a:pt x="190491" y="6857999"/>
                </a:lnTo>
                <a:lnTo>
                  <a:pt x="116345" y="6843030"/>
                </a:lnTo>
                <a:cubicBezTo>
                  <a:pt x="47974" y="6814111"/>
                  <a:pt x="0" y="6746411"/>
                  <a:pt x="0" y="6667507"/>
                </a:cubicBezTo>
                <a:lnTo>
                  <a:pt x="0" y="914400"/>
                </a:lnTo>
                <a:lnTo>
                  <a:pt x="0" y="190493"/>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659008"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a:t>Click to add text</a:t>
            </a:r>
          </a:p>
          <a:p>
            <a:pPr lvl="1"/>
            <a:r>
              <a:rPr lang="en-GB" noProof="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85210F25-0569-48E4-86BF-27768C680957}"/>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Copy the big picture on your screen with Ctrl+C, go back to the image placeholder on this page, and paste the photo with Ctrl+V.</a:t>
            </a:r>
          </a:p>
        </p:txBody>
      </p:sp>
    </p:spTree>
    <p:extLst>
      <p:ext uri="{BB962C8B-B14F-4D97-AF65-F5344CB8AC3E}">
        <p14:creationId xmlns:p14="http://schemas.microsoft.com/office/powerpoint/2010/main" val="2780087902"/>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Index slide picture lef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4124163" y="6403940"/>
            <a:ext cx="6735600" cy="187200"/>
          </a:xfrm>
        </p:spPr>
        <p:txBody>
          <a:bodyPr/>
          <a:lstStyle>
            <a:lvl1pPr>
              <a:defRPr/>
            </a:lvl1pPr>
          </a:lstStyle>
          <a:p>
            <a:endParaRPr lang="en-GB" noProof="0"/>
          </a:p>
        </p:txBody>
      </p:sp>
      <p:sp>
        <p:nvSpPr>
          <p:cNvPr id="13" name="Picture Placeholder 12">
            <a:extLst>
              <a:ext uri="{FF2B5EF4-FFF2-40B4-BE49-F238E27FC236}">
                <a16:creationId xmlns:a16="http://schemas.microsoft.com/office/drawing/2014/main" id="{5B790946-B7BA-4B88-836C-B0601F7BF453}"/>
              </a:ext>
            </a:extLst>
          </p:cNvPr>
          <p:cNvSpPr>
            <a:spLocks noGrp="1"/>
          </p:cNvSpPr>
          <p:nvPr>
            <p:ph type="pic" sz="quarter" idx="20"/>
          </p:nvPr>
        </p:nvSpPr>
        <p:spPr bwMode="gray">
          <a:xfrm>
            <a:off x="-1" y="0"/>
            <a:ext cx="3776520" cy="6858000"/>
          </a:xfrm>
          <a:custGeom>
            <a:avLst/>
            <a:gdLst>
              <a:gd name="connsiteX0" fmla="*/ 0 w 3776520"/>
              <a:gd name="connsiteY0" fmla="*/ 0 h 6858000"/>
              <a:gd name="connsiteX1" fmla="*/ 3586029 w 3776520"/>
              <a:gd name="connsiteY1" fmla="*/ 0 h 6858000"/>
              <a:gd name="connsiteX2" fmla="*/ 3586034 w 3776520"/>
              <a:gd name="connsiteY2" fmla="*/ 1 h 6858000"/>
              <a:gd name="connsiteX3" fmla="*/ 3776520 w 3776520"/>
              <a:gd name="connsiteY3" fmla="*/ 1 h 6858000"/>
              <a:gd name="connsiteX4" fmla="*/ 3776520 w 3776520"/>
              <a:gd name="connsiteY4" fmla="*/ 190493 h 6858000"/>
              <a:gd name="connsiteX5" fmla="*/ 3776520 w 3776520"/>
              <a:gd name="connsiteY5" fmla="*/ 914401 h 6858000"/>
              <a:gd name="connsiteX6" fmla="*/ 3776520 w 3776520"/>
              <a:gd name="connsiteY6" fmla="*/ 6667507 h 6858000"/>
              <a:gd name="connsiteX7" fmla="*/ 3586027 w 3776520"/>
              <a:gd name="connsiteY7" fmla="*/ 6858000 h 6858000"/>
              <a:gd name="connsiteX8" fmla="*/ 0 w 377652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0" h="6858000">
                <a:moveTo>
                  <a:pt x="0" y="0"/>
                </a:moveTo>
                <a:lnTo>
                  <a:pt x="3586029" y="0"/>
                </a:lnTo>
                <a:lnTo>
                  <a:pt x="3586034" y="1"/>
                </a:lnTo>
                <a:lnTo>
                  <a:pt x="3776520" y="1"/>
                </a:lnTo>
                <a:lnTo>
                  <a:pt x="3776520" y="190493"/>
                </a:lnTo>
                <a:lnTo>
                  <a:pt x="3776520" y="914401"/>
                </a:lnTo>
                <a:lnTo>
                  <a:pt x="3776520" y="6667507"/>
                </a:lnTo>
                <a:cubicBezTo>
                  <a:pt x="3776520" y="6772713"/>
                  <a:pt x="3691233" y="6858000"/>
                  <a:pt x="3586027" y="6858000"/>
                </a:cubicBezTo>
                <a:lnTo>
                  <a:pt x="0" y="6858000"/>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4124163"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a:t>Click to add text</a:t>
            </a:r>
          </a:p>
          <a:p>
            <a:pPr lvl="1"/>
            <a:r>
              <a:rPr lang="en-GB" noProof="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4124163"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4BEB9DAA-E55F-4181-BD9B-980BDFC351B4}"/>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Copy the big picture on your screen with Ctrl+C, go back to the image placeholder on this page, and paste the photo with Ctrl+V.</a:t>
            </a:r>
          </a:p>
        </p:txBody>
      </p:sp>
    </p:spTree>
    <p:extLst>
      <p:ext uri="{BB962C8B-B14F-4D97-AF65-F5344CB8AC3E}">
        <p14:creationId xmlns:p14="http://schemas.microsoft.com/office/powerpoint/2010/main" val="1220659322"/>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hapter header oran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B4DD1A-B332-4795-A59E-FA64AB32DDCC}"/>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a:solidFill>
                <a:schemeClr val="tx1"/>
              </a:solidFill>
            </a:endParaRPr>
          </a:p>
        </p:txBody>
      </p:sp>
      <p:sp>
        <p:nvSpPr>
          <p:cNvPr id="3" name="Slide Number Placeholder 2">
            <a:extLst>
              <a:ext uri="{FF2B5EF4-FFF2-40B4-BE49-F238E27FC236}">
                <a16:creationId xmlns:a16="http://schemas.microsoft.com/office/drawing/2014/main" id="{9C93E026-2D04-4A6A-8BE5-A11C6D229280}"/>
              </a:ext>
            </a:extLst>
          </p:cNvPr>
          <p:cNvSpPr>
            <a:spLocks noGrp="1"/>
          </p:cNvSpPr>
          <p:nvPr>
            <p:ph type="sldNum" sz="quarter" idx="11"/>
          </p:nvPr>
        </p:nvSpPr>
        <p:spPr/>
        <p:txBody>
          <a:bodyPr/>
          <a:lstStyle/>
          <a:p>
            <a:fld id="{DDD2A080-DA64-4F5C-9131-47EB793B4410}" type="slidenum">
              <a:rPr lang="en-GB" smtClean="0"/>
              <a:pPr/>
              <a:t>‹#›</a:t>
            </a:fld>
            <a:endParaRPr lang="en-GB"/>
          </a:p>
        </p:txBody>
      </p:sp>
      <p:sp>
        <p:nvSpPr>
          <p:cNvPr id="5" name="Title 1"/>
          <p:cNvSpPr>
            <a:spLocks noGrp="1"/>
          </p:cNvSpPr>
          <p:nvPr userDrawn="1">
            <p:ph type="ctrTitle" hasCustomPrompt="1"/>
          </p:nvPr>
        </p:nvSpPr>
        <p:spPr bwMode="gray">
          <a:xfrm>
            <a:off x="658800" y="2447999"/>
            <a:ext cx="5485801" cy="738000"/>
          </a:xfrm>
          <a:prstGeom prst="roundRect">
            <a:avLst>
              <a:gd name="adj" fmla="val 13861"/>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US" noProof="0"/>
              <a:t>Click to add chapter title</a:t>
            </a:r>
            <a:endParaRPr lang="en-GB" noProof="0"/>
          </a:p>
        </p:txBody>
      </p:sp>
      <p:sp>
        <p:nvSpPr>
          <p:cNvPr id="17" name="Text Placeholder 6">
            <a:extLst>
              <a:ext uri="{FF2B5EF4-FFF2-40B4-BE49-F238E27FC236}">
                <a16:creationId xmlns:a16="http://schemas.microsoft.com/office/drawing/2014/main" id="{BB9E4015-3A4E-46C3-A52A-4243EBED6321}"/>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a:t>Click to add (sub)title or remove bar</a:t>
            </a:r>
          </a:p>
        </p:txBody>
      </p:sp>
    </p:spTree>
    <p:extLst>
      <p:ext uri="{BB962C8B-B14F-4D97-AF65-F5344CB8AC3E}">
        <p14:creationId xmlns:p14="http://schemas.microsoft.com/office/powerpoint/2010/main" val="189961779"/>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hapter header picture">
    <p:spTree>
      <p:nvGrpSpPr>
        <p:cNvPr id="1" name=""/>
        <p:cNvGrpSpPr/>
        <p:nvPr/>
      </p:nvGrpSpPr>
      <p:grpSpPr>
        <a:xfrm>
          <a:off x="0" y="0"/>
          <a:ext cx="0" cy="0"/>
          <a:chOff x="0" y="0"/>
          <a:chExt cx="0" cy="0"/>
        </a:xfrm>
      </p:grpSpPr>
      <p:sp>
        <p:nvSpPr>
          <p:cNvPr id="7" name="Picture Placeholder 42">
            <a:extLst>
              <a:ext uri="{FF2B5EF4-FFF2-40B4-BE49-F238E27FC236}">
                <a16:creationId xmlns:a16="http://schemas.microsoft.com/office/drawing/2014/main" id="{C6F478FA-E472-48C9-BEDB-175C654577D2}"/>
              </a:ext>
            </a:extLst>
          </p:cNvPr>
          <p:cNvSpPr>
            <a:spLocks noGrp="1"/>
          </p:cNvSpPr>
          <p:nvPr>
            <p:ph type="pic" sz="quarter" idx="17"/>
          </p:nvPr>
        </p:nvSpPr>
        <p:spPr bwMode="gray">
          <a:xfrm flipH="1">
            <a:off x="0" y="0"/>
            <a:ext cx="12192000" cy="6858000"/>
          </a:xfrm>
          <a:prstGeom prst="rect">
            <a:avLst/>
          </a:prstGeom>
          <a:solidFill>
            <a:schemeClr val="accent2">
              <a:lumMod val="20000"/>
              <a:lumOff val="80000"/>
              <a:alpha val="10000"/>
            </a:schemeClr>
          </a:solidFill>
        </p:spPr>
        <p:txBody>
          <a:bodyPr wrap="square" lIns="2880000" tIns="36000" rIns="36000" bIns="36000" anchor="ctr" anchorCtr="0">
            <a:noAutofit/>
          </a:bodyPr>
          <a:lstStyle>
            <a:lvl1pPr algn="ctr">
              <a:defRPr sz="1400" b="0"/>
            </a:lvl1pPr>
          </a:lstStyle>
          <a:p>
            <a:r>
              <a:rPr lang="en-US" noProof="0"/>
              <a:t>Click icon to add picture</a:t>
            </a:r>
            <a:endParaRPr lang="en-GB" noProof="0"/>
          </a:p>
        </p:txBody>
      </p:sp>
      <p:sp>
        <p:nvSpPr>
          <p:cNvPr id="6" name="Title Placeholder 1"/>
          <p:cNvSpPr>
            <a:spLocks noGrp="1"/>
          </p:cNvSpPr>
          <p:nvPr>
            <p:ph type="title" hasCustomPrompt="1"/>
          </p:nvPr>
        </p:nvSpPr>
        <p:spPr bwMode="gray">
          <a:xfrm>
            <a:off x="658800" y="2448000"/>
            <a:ext cx="5485801" cy="739574"/>
          </a:xfrm>
          <a:prstGeom prst="roundRect">
            <a:avLst>
              <a:gd name="adj" fmla="val 13738"/>
            </a:avLst>
          </a:prstGeom>
          <a:solidFill>
            <a:srgbClr val="FF6200"/>
          </a:solidFill>
        </p:spPr>
        <p:txBody>
          <a:bodyPr vert="horz" wrap="none" lIns="108000" tIns="108000" rIns="108000" bIns="72000" rtlCol="0" anchor="t" anchorCtr="0">
            <a:spAutoFit/>
          </a:bodyPr>
          <a:lstStyle>
            <a:lvl1pPr>
              <a:lnSpc>
                <a:spcPct val="90000"/>
              </a:lnSpc>
              <a:defRPr sz="3600">
                <a:solidFill>
                  <a:schemeClr val="bg1"/>
                </a:solidFill>
              </a:defRPr>
            </a:lvl1pPr>
          </a:lstStyle>
          <a:p>
            <a:r>
              <a:rPr lang="en-GB" noProof="0"/>
              <a:t>Click to add chapter title</a:t>
            </a:r>
          </a:p>
        </p:txBody>
      </p:sp>
      <p:sp>
        <p:nvSpPr>
          <p:cNvPr id="17" name="Text Placeholder 6">
            <a:extLst>
              <a:ext uri="{FF2B5EF4-FFF2-40B4-BE49-F238E27FC236}">
                <a16:creationId xmlns:a16="http://schemas.microsoft.com/office/drawing/2014/main" id="{34E02287-585D-40F3-A1A8-FCA73640D47A}"/>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a:t>Click to add (sub)title or remove bar</a:t>
            </a:r>
          </a:p>
        </p:txBody>
      </p:sp>
      <p:sp>
        <p:nvSpPr>
          <p:cNvPr id="9" name="TextBox 8">
            <a:extLst>
              <a:ext uri="{FF2B5EF4-FFF2-40B4-BE49-F238E27FC236}">
                <a16:creationId xmlns:a16="http://schemas.microsoft.com/office/drawing/2014/main" id="{F8F7CF1A-99AC-42EE-A638-B3281CC1E31E}"/>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Copy the big picture on your screen with Ctrl+C, go back to the image placeholder on this page, and paste the photo with Ctrl+V.</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Finally, click on the new picture and choose 'Move to Back' via the right mouse button to show the heading bars again.</a:t>
            </a:r>
            <a:endParaRPr lang="en-GB" sz="1000" b="0">
              <a:solidFill>
                <a:srgbClr val="696969"/>
              </a:solidFill>
            </a:endParaRPr>
          </a:p>
        </p:txBody>
      </p:sp>
    </p:spTree>
    <p:extLst>
      <p:ext uri="{BB962C8B-B14F-4D97-AF65-F5344CB8AC3E}">
        <p14:creationId xmlns:p14="http://schemas.microsoft.com/office/powerpoint/2010/main" val="2536455342"/>
      </p:ext>
    </p:extLst>
  </p:cSld>
  <p:clrMapOvr>
    <a:masterClrMapping/>
  </p:clrMapOvr>
  <p:extLst>
    <p:ext uri="{DCECCB84-F9BA-43D5-87BE-67443E8EF086}">
      <p15:sldGuideLst xmlns:p15="http://schemas.microsoft.com/office/powerpoint/2012/main">
        <p15:guide id="1" pos="302">
          <p15:clr>
            <a:srgbClr val="FBAE40"/>
          </p15:clr>
        </p15:guide>
        <p15:guide id="2" orient="horz" pos="1491">
          <p15:clr>
            <a:srgbClr val="FBAE40"/>
          </p15:clr>
        </p15:guide>
        <p15:guide id="3" orient="horz" pos="1542">
          <p15:clr>
            <a:srgbClr val="FBAE40"/>
          </p15:clr>
        </p15:guide>
        <p15:guide id="4" orient="horz" pos="2006">
          <p15:clr>
            <a:srgbClr val="FBAE40"/>
          </p15:clr>
        </p15:guide>
        <p15:guide id="5" orient="horz" pos="205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450" y="1141198"/>
            <a:ext cx="5267158" cy="5058385"/>
          </a:xfrm>
        </p:spPr>
        <p:txBody>
          <a:bodyPr>
            <a:noAutofit/>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 name="Text Placeholder 2"/>
          <p:cNvSpPr>
            <a:spLocks noGrp="1"/>
          </p:cNvSpPr>
          <p:nvPr>
            <p:ph idx="1" hasCustomPrompt="1"/>
          </p:nvPr>
        </p:nvSpPr>
        <p:spPr bwMode="gray">
          <a:xfrm>
            <a:off x="659007" y="1141198"/>
            <a:ext cx="5265544" cy="5058385"/>
          </a:xfrm>
          <a:prstGeom prst="rect">
            <a:avLst/>
          </a:prstGeom>
        </p:spPr>
        <p:txBody>
          <a:bodyPr vert="horz" lIns="0" tIns="0" rIns="0" bIns="0" rtlCol="0">
            <a:noAutofit/>
          </a:bodyPr>
          <a:lstStyle>
            <a:lvl1pPr>
              <a:defRPr/>
            </a:lvl1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2" name="Footer Placeholder 1">
            <a:extLst>
              <a:ext uri="{FF2B5EF4-FFF2-40B4-BE49-F238E27FC236}">
                <a16:creationId xmlns:a16="http://schemas.microsoft.com/office/drawing/2014/main" id="{A61A2D65-5C14-4E44-B39C-B546862BAB88}"/>
              </a:ext>
            </a:extLst>
          </p:cNvPr>
          <p:cNvSpPr>
            <a:spLocks noGrp="1"/>
          </p:cNvSpPr>
          <p:nvPr>
            <p:ph type="ftr" sz="quarter" idx="12"/>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142CD367-C838-4C7E-BE7E-30CDE203A0B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6" name="Group 15">
            <a:extLst>
              <a:ext uri="{FF2B5EF4-FFF2-40B4-BE49-F238E27FC236}">
                <a16:creationId xmlns:a16="http://schemas.microsoft.com/office/drawing/2014/main" id="{8B680561-619B-49E5-BA76-BFB7A8AB04D1}"/>
              </a:ext>
            </a:extLst>
          </p:cNvPr>
          <p:cNvGrpSpPr/>
          <p:nvPr userDrawn="1"/>
        </p:nvGrpSpPr>
        <p:grpSpPr>
          <a:xfrm>
            <a:off x="-2368800" y="0"/>
            <a:ext cx="1872000" cy="4379495"/>
            <a:chOff x="-2025698" y="0"/>
            <a:chExt cx="1872000" cy="4379495"/>
          </a:xfrm>
        </p:grpSpPr>
        <p:grpSp>
          <p:nvGrpSpPr>
            <p:cNvPr id="17" name="Group 16">
              <a:extLst>
                <a:ext uri="{FF2B5EF4-FFF2-40B4-BE49-F238E27FC236}">
                  <a16:creationId xmlns:a16="http://schemas.microsoft.com/office/drawing/2014/main" id="{B0AE2EBF-AAAC-4047-8219-154F64030295}"/>
                </a:ext>
              </a:extLst>
            </p:cNvPr>
            <p:cNvGrpSpPr/>
            <p:nvPr userDrawn="1"/>
          </p:nvGrpSpPr>
          <p:grpSpPr>
            <a:xfrm>
              <a:off x="-2025698" y="0"/>
              <a:ext cx="1872000" cy="4379495"/>
              <a:chOff x="-2025698" y="0"/>
              <a:chExt cx="1872000" cy="4379495"/>
            </a:xfrm>
          </p:grpSpPr>
          <p:grpSp>
            <p:nvGrpSpPr>
              <p:cNvPr id="19" name="Group 18">
                <a:extLst>
                  <a:ext uri="{FF2B5EF4-FFF2-40B4-BE49-F238E27FC236}">
                    <a16:creationId xmlns:a16="http://schemas.microsoft.com/office/drawing/2014/main" id="{FD9E6F5F-412C-4A8E-A9A7-3C8DD49686B7}"/>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40A53387-CBD3-45CB-9F0A-F7FFFF846229}"/>
                    </a:ext>
                  </a:extLst>
                </p:cNvPr>
                <p:cNvGrpSpPr/>
                <p:nvPr/>
              </p:nvGrpSpPr>
              <p:grpSpPr>
                <a:xfrm>
                  <a:off x="-2025698" y="0"/>
                  <a:ext cx="1872000" cy="4379495"/>
                  <a:chOff x="-2025698" y="0"/>
                  <a:chExt cx="1872000" cy="4379495"/>
                </a:xfrm>
              </p:grpSpPr>
              <p:sp>
                <p:nvSpPr>
                  <p:cNvPr id="32" name="Rectangle 104">
                    <a:extLst>
                      <a:ext uri="{FF2B5EF4-FFF2-40B4-BE49-F238E27FC236}">
                        <a16:creationId xmlns:a16="http://schemas.microsoft.com/office/drawing/2014/main" id="{2A4C96D1-3B8E-4C9E-8AD2-711BE632AD4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33" name="Rectangle 113">
                    <a:extLst>
                      <a:ext uri="{FF2B5EF4-FFF2-40B4-BE49-F238E27FC236}">
                        <a16:creationId xmlns:a16="http://schemas.microsoft.com/office/drawing/2014/main" id="{925C447D-F25F-4268-BA3C-03BAF30F9BE8}"/>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22" name="Rectangle 106">
                  <a:extLst>
                    <a:ext uri="{FF2B5EF4-FFF2-40B4-BE49-F238E27FC236}">
                      <a16:creationId xmlns:a16="http://schemas.microsoft.com/office/drawing/2014/main" id="{0DD6CA5F-1745-4172-B6E9-ECE15240EBE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20" name="Picture 19">
                <a:extLst>
                  <a:ext uri="{FF2B5EF4-FFF2-40B4-BE49-F238E27FC236}">
                    <a16:creationId xmlns:a16="http://schemas.microsoft.com/office/drawing/2014/main" id="{CB0F121C-98B2-4CA8-8B7E-11F5449F52B7}"/>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8" name="Rectangle 17">
              <a:extLst>
                <a:ext uri="{FF2B5EF4-FFF2-40B4-BE49-F238E27FC236}">
                  <a16:creationId xmlns:a16="http://schemas.microsoft.com/office/drawing/2014/main" id="{B6E7437E-161D-4C12-80F8-81A292407BED}"/>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459849385"/>
      </p:ext>
    </p:extLst>
  </p:cSld>
  <p:clrMapOvr>
    <a:masterClrMapping/>
  </p:clrMapOvr>
  <p:extLst>
    <p:ext uri="{DCECCB84-F9BA-43D5-87BE-67443E8EF086}">
      <p15:sldGuideLst xmlns:p15="http://schemas.microsoft.com/office/powerpoint/2012/main">
        <p15:guide id="1" pos="3736">
          <p15:clr>
            <a:srgbClr val="FBAE40"/>
          </p15:clr>
        </p15:guide>
        <p15:guide id="2" pos="394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 column with subtitle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sz="2000"/>
            </a:lvl1pPr>
            <a:lvl2pPr>
              <a:defRPr sz="2000"/>
            </a:lvl2pPr>
            <a:lvl3pPr>
              <a:defRPr sz="2000"/>
            </a:lvl3pPr>
            <a:lvl4pPr>
              <a:defRPr sz="2000"/>
            </a:lvl4pPr>
            <a:lvl5pPr>
              <a:defRPr sz="2000"/>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11" name="Text Placeholder 10"/>
          <p:cNvSpPr>
            <a:spLocks noGrp="1"/>
          </p:cNvSpPr>
          <p:nvPr>
            <p:ph type="body" sz="quarter" idx="12" hasCustomPrompt="1"/>
          </p:nvPr>
        </p:nvSpPr>
        <p:spPr>
          <a:xfrm>
            <a:off x="659008" y="1141199"/>
            <a:ext cx="5266800" cy="572400"/>
          </a:xfrm>
        </p:spPr>
        <p:txBody>
          <a:bodyPr>
            <a:noAutofit/>
          </a:bodyPr>
          <a:lstStyle>
            <a:lvl1pPr>
              <a:lnSpc>
                <a:spcPct val="93000"/>
              </a:lnSpc>
              <a:defRPr sz="2000" b="1">
                <a:solidFill>
                  <a:schemeClr val="bg2"/>
                </a:solidFill>
              </a:defRPr>
            </a:lvl1pPr>
          </a:lstStyle>
          <a:p>
            <a:pPr lvl="0"/>
            <a:r>
              <a:rPr lang="en-GB" noProof="0"/>
              <a:t>Click to add subtitle</a:t>
            </a:r>
          </a:p>
        </p:txBody>
      </p:sp>
      <p:sp>
        <p:nvSpPr>
          <p:cNvPr id="12" name="Text Placeholder 10"/>
          <p:cNvSpPr>
            <a:spLocks noGrp="1"/>
          </p:cNvSpPr>
          <p:nvPr>
            <p:ph type="body" sz="quarter" idx="13" hasCustomPrompt="1"/>
          </p:nvPr>
        </p:nvSpPr>
        <p:spPr>
          <a:xfrm>
            <a:off x="6267808" y="1141199"/>
            <a:ext cx="5266800" cy="572400"/>
          </a:xfrm>
        </p:spPr>
        <p:txBody>
          <a:bodyPr>
            <a:noAutofit/>
          </a:bodyPr>
          <a:lstStyle>
            <a:lvl1pPr>
              <a:lnSpc>
                <a:spcPct val="93000"/>
              </a:lnSpc>
              <a:defRPr sz="2000" b="1">
                <a:solidFill>
                  <a:schemeClr val="bg2"/>
                </a:solidFill>
              </a:defRPr>
            </a:lvl1pPr>
          </a:lstStyle>
          <a:p>
            <a:pPr lvl="0"/>
            <a:r>
              <a:rPr lang="en-GB" noProof="0"/>
              <a:t>Click to add subtitle</a:t>
            </a:r>
          </a:p>
        </p:txBody>
      </p:sp>
      <p:sp>
        <p:nvSpPr>
          <p:cNvPr id="2" name="Footer Placeholder 1">
            <a:extLst>
              <a:ext uri="{FF2B5EF4-FFF2-40B4-BE49-F238E27FC236}">
                <a16:creationId xmlns:a16="http://schemas.microsoft.com/office/drawing/2014/main" id="{6CBDDC94-5B3D-42D0-9E13-4806E2360F38}"/>
              </a:ext>
            </a:extLst>
          </p:cNvPr>
          <p:cNvSpPr>
            <a:spLocks noGrp="1"/>
          </p:cNvSpPr>
          <p:nvPr>
            <p:ph type="ftr" sz="quarter" idx="14"/>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DD808BD7-3ABA-46AC-BB36-00B87977556E}"/>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17891330-491A-4457-8D90-3ADD7103038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C0CBDD1C-B6A8-43FD-9F39-94B65690F9B8}"/>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A5B9797-59AC-41BB-947A-2B6C5BB7EDB9}"/>
                  </a:ext>
                </a:extLst>
              </p:cNvPr>
              <p:cNvGrpSpPr/>
              <p:nvPr userDrawn="1"/>
            </p:nvGrpSpPr>
            <p:grpSpPr>
              <a:xfrm>
                <a:off x="-2025698" y="0"/>
                <a:ext cx="1872000" cy="4379495"/>
                <a:chOff x="-2025698" y="0"/>
                <a:chExt cx="1872000" cy="4379495"/>
              </a:xfrm>
            </p:grpSpPr>
            <p:grpSp>
              <p:nvGrpSpPr>
                <p:cNvPr id="23" name="Group 22">
                  <a:extLst>
                    <a:ext uri="{FF2B5EF4-FFF2-40B4-BE49-F238E27FC236}">
                      <a16:creationId xmlns:a16="http://schemas.microsoft.com/office/drawing/2014/main" id="{CE0A786B-D00D-4CD5-8D6B-A254CBBF9B60}"/>
                    </a:ext>
                  </a:extLst>
                </p:cNvPr>
                <p:cNvGrpSpPr/>
                <p:nvPr/>
              </p:nvGrpSpPr>
              <p:grpSpPr>
                <a:xfrm>
                  <a:off x="-2025698" y="0"/>
                  <a:ext cx="1872000" cy="4379495"/>
                  <a:chOff x="-2025698" y="0"/>
                  <a:chExt cx="1872000" cy="4379495"/>
                </a:xfrm>
              </p:grpSpPr>
              <p:sp>
                <p:nvSpPr>
                  <p:cNvPr id="34" name="Rectangle 104">
                    <a:extLst>
                      <a:ext uri="{FF2B5EF4-FFF2-40B4-BE49-F238E27FC236}">
                        <a16:creationId xmlns:a16="http://schemas.microsoft.com/office/drawing/2014/main" id="{CD09DEB9-A1C6-43A0-AA88-5CF34725B0F1}"/>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35" name="Rectangle 113">
                    <a:extLst>
                      <a:ext uri="{FF2B5EF4-FFF2-40B4-BE49-F238E27FC236}">
                        <a16:creationId xmlns:a16="http://schemas.microsoft.com/office/drawing/2014/main" id="{454EDDE6-AB53-4C55-9FA5-100895043C1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24" name="Rectangle 106">
                  <a:extLst>
                    <a:ext uri="{FF2B5EF4-FFF2-40B4-BE49-F238E27FC236}">
                      <a16:creationId xmlns:a16="http://schemas.microsoft.com/office/drawing/2014/main" id="{D2F93721-6368-4D5E-93EB-94A240365DA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A0912A6C-0CA7-4339-BB58-10E291AB0D5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242343EA-8D5D-48DF-9ACF-1C5FE40859BB}"/>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1762863228"/>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2 column with subtitle lef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141197"/>
            <a:ext cx="5266800" cy="5058000"/>
          </a:xfrm>
        </p:spPr>
        <p:txBody>
          <a:bodyPr>
            <a:noAutofit/>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1" name="Text Placeholder 10"/>
          <p:cNvSpPr>
            <a:spLocks noGrp="1"/>
          </p:cNvSpPr>
          <p:nvPr>
            <p:ph type="body" sz="quarter" idx="12" hasCustomPrompt="1"/>
          </p:nvPr>
        </p:nvSpPr>
        <p:spPr>
          <a:xfrm>
            <a:off x="659008" y="1141200"/>
            <a:ext cx="5266800" cy="572400"/>
          </a:xfrm>
        </p:spPr>
        <p:txBody>
          <a:bodyPr>
            <a:noAutofit/>
          </a:bodyPr>
          <a:lstStyle>
            <a:lvl1pPr>
              <a:lnSpc>
                <a:spcPct val="93000"/>
              </a:lnSpc>
              <a:defRPr sz="2000" b="1">
                <a:solidFill>
                  <a:schemeClr val="bg2"/>
                </a:solidFill>
              </a:defRPr>
            </a:lvl1pPr>
          </a:lstStyle>
          <a:p>
            <a:pPr lvl="0"/>
            <a:r>
              <a:rPr lang="en-GB" noProof="0"/>
              <a:t>Click to add subtitle</a:t>
            </a:r>
          </a:p>
        </p:txBody>
      </p:sp>
      <p:sp>
        <p:nvSpPr>
          <p:cNvPr id="3" name="Title 2">
            <a:extLst>
              <a:ext uri="{FF2B5EF4-FFF2-40B4-BE49-F238E27FC236}">
                <a16:creationId xmlns:a16="http://schemas.microsoft.com/office/drawing/2014/main" id="{8D10E2A6-3B9C-4CCB-9AF4-A075C9B65F4D}"/>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5" name="Footer Placeholder 4">
            <a:extLst>
              <a:ext uri="{FF2B5EF4-FFF2-40B4-BE49-F238E27FC236}">
                <a16:creationId xmlns:a16="http://schemas.microsoft.com/office/drawing/2014/main" id="{B9372160-E1EA-47E5-A047-D299891EE8A8}"/>
              </a:ext>
            </a:extLst>
          </p:cNvPr>
          <p:cNvSpPr>
            <a:spLocks noGrp="1"/>
          </p:cNvSpPr>
          <p:nvPr>
            <p:ph type="ftr" sz="quarter" idx="13"/>
          </p:nvPr>
        </p:nvSpPr>
        <p:spPr/>
        <p:txBody>
          <a:bodyPr/>
          <a:lstStyle/>
          <a:p>
            <a:endParaRPr lang="en-GB" noProof="0"/>
          </a:p>
        </p:txBody>
      </p:sp>
      <p:sp>
        <p:nvSpPr>
          <p:cNvPr id="7" name="Slide Number Placeholder 6">
            <a:extLst>
              <a:ext uri="{FF2B5EF4-FFF2-40B4-BE49-F238E27FC236}">
                <a16:creationId xmlns:a16="http://schemas.microsoft.com/office/drawing/2014/main" id="{227B0B82-FB55-4F6A-8F74-C7F6E1DFA628}"/>
              </a:ext>
            </a:extLst>
          </p:cNvPr>
          <p:cNvSpPr>
            <a:spLocks noGrp="1"/>
          </p:cNvSpPr>
          <p:nvPr>
            <p:ph type="sldNum" sz="quarter" idx="14"/>
          </p:nvPr>
        </p:nvSpPr>
        <p:spPr/>
        <p:txBody>
          <a:bodyPr/>
          <a:lstStyle/>
          <a:p>
            <a:fld id="{DDD2A080-DA64-4F5C-9131-47EB793B4410}" type="slidenum">
              <a:rPr lang="en-GB" smtClean="0"/>
              <a:pPr/>
              <a:t>‹#›</a:t>
            </a:fld>
            <a:endParaRPr lang="en-GB"/>
          </a:p>
        </p:txBody>
      </p:sp>
      <p:grpSp>
        <p:nvGrpSpPr>
          <p:cNvPr id="17" name="Group 16">
            <a:extLst>
              <a:ext uri="{FF2B5EF4-FFF2-40B4-BE49-F238E27FC236}">
                <a16:creationId xmlns:a16="http://schemas.microsoft.com/office/drawing/2014/main" id="{FB92A929-A1DA-4E5E-B6EB-D47F365E7B1C}"/>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8683DD30-E16E-4BDF-8CD2-0B73F84294D1}"/>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66AB43A1-9FF4-4D46-8761-35BB5BD0108B}"/>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713A1FFD-F3FE-492E-B509-84FE86BB6FAD}"/>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62B21EBD-2E7F-4B3B-8040-E6D45F657C4F}"/>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34" name="Rectangle 113">
                    <a:extLst>
                      <a:ext uri="{FF2B5EF4-FFF2-40B4-BE49-F238E27FC236}">
                        <a16:creationId xmlns:a16="http://schemas.microsoft.com/office/drawing/2014/main" id="{DDF75901-C9E5-48BE-A943-AE18C3D5AB2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23" name="Rectangle 106">
                  <a:extLst>
                    <a:ext uri="{FF2B5EF4-FFF2-40B4-BE49-F238E27FC236}">
                      <a16:creationId xmlns:a16="http://schemas.microsoft.com/office/drawing/2014/main" id="{7BCF099C-1F9B-4D46-9B7C-79AD24D63D7D}"/>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B68FBB24-F345-494F-947A-BA22547F8F12}"/>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E162D96A-CF7F-4B41-9D6C-EF67222919EF}"/>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2960466893"/>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 column with subtitle righ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 name="Text Placeholder 2"/>
          <p:cNvSpPr>
            <a:spLocks noGrp="1"/>
          </p:cNvSpPr>
          <p:nvPr>
            <p:ph idx="1" hasCustomPrompt="1"/>
          </p:nvPr>
        </p:nvSpPr>
        <p:spPr bwMode="gray">
          <a:xfrm>
            <a:off x="659008" y="1141197"/>
            <a:ext cx="52668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12" name="Text Placeholder 10"/>
          <p:cNvSpPr>
            <a:spLocks noGrp="1"/>
          </p:cNvSpPr>
          <p:nvPr>
            <p:ph type="body" sz="quarter" idx="13" hasCustomPrompt="1"/>
          </p:nvPr>
        </p:nvSpPr>
        <p:spPr>
          <a:xfrm>
            <a:off x="6267808" y="1141200"/>
            <a:ext cx="5266800" cy="572400"/>
          </a:xfrm>
        </p:spPr>
        <p:txBody>
          <a:bodyPr>
            <a:noAutofit/>
          </a:bodyPr>
          <a:lstStyle>
            <a:lvl1pPr>
              <a:lnSpc>
                <a:spcPct val="93000"/>
              </a:lnSpc>
              <a:defRPr sz="2000" b="1">
                <a:solidFill>
                  <a:schemeClr val="bg2"/>
                </a:solidFill>
              </a:defRPr>
            </a:lvl1pPr>
          </a:lstStyle>
          <a:p>
            <a:pPr lvl="0"/>
            <a:r>
              <a:rPr lang="en-GB" noProof="0"/>
              <a:t>Click to add subtitle</a:t>
            </a:r>
          </a:p>
        </p:txBody>
      </p:sp>
      <p:sp>
        <p:nvSpPr>
          <p:cNvPr id="2" name="Footer Placeholder 1">
            <a:extLst>
              <a:ext uri="{FF2B5EF4-FFF2-40B4-BE49-F238E27FC236}">
                <a16:creationId xmlns:a16="http://schemas.microsoft.com/office/drawing/2014/main" id="{6354F0FD-4827-40E7-BA87-8FF76878B97F}"/>
              </a:ext>
            </a:extLst>
          </p:cNvPr>
          <p:cNvSpPr>
            <a:spLocks noGrp="1"/>
          </p:cNvSpPr>
          <p:nvPr>
            <p:ph type="ftr" sz="quarter" idx="14"/>
          </p:nvPr>
        </p:nvSpPr>
        <p:spPr/>
        <p:txBody>
          <a:bodyPr/>
          <a:lstStyle>
            <a:lvl1pPr>
              <a:defRPr/>
            </a:lvl1pPr>
          </a:lstStyle>
          <a:p>
            <a:endParaRPr lang="en-GB"/>
          </a:p>
        </p:txBody>
      </p:sp>
      <p:sp>
        <p:nvSpPr>
          <p:cNvPr id="3" name="Title 2">
            <a:extLst>
              <a:ext uri="{FF2B5EF4-FFF2-40B4-BE49-F238E27FC236}">
                <a16:creationId xmlns:a16="http://schemas.microsoft.com/office/drawing/2014/main" id="{94D0CD75-F01F-45DE-B90E-313E96F7CA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7" name="Group 16">
            <a:extLst>
              <a:ext uri="{FF2B5EF4-FFF2-40B4-BE49-F238E27FC236}">
                <a16:creationId xmlns:a16="http://schemas.microsoft.com/office/drawing/2014/main" id="{31AC473C-A6C1-441E-9BFA-27C2B3ADCBF8}"/>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066E69C8-EF33-465D-8A26-29969D28E49F}"/>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41B916F9-78F4-4A8B-BC63-C55C3684B862}"/>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F5CC4694-699A-4A4E-B361-DB9E9225CD6F}"/>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05416BCD-A5D4-4FEE-A730-BBF13346166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34" name="Rectangle 113">
                    <a:extLst>
                      <a:ext uri="{FF2B5EF4-FFF2-40B4-BE49-F238E27FC236}">
                        <a16:creationId xmlns:a16="http://schemas.microsoft.com/office/drawing/2014/main" id="{80E16C94-B39B-4551-B204-2E9EC712771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23" name="Rectangle 106">
                  <a:extLst>
                    <a:ext uri="{FF2B5EF4-FFF2-40B4-BE49-F238E27FC236}">
                      <a16:creationId xmlns:a16="http://schemas.microsoft.com/office/drawing/2014/main" id="{EFF825D0-FAD8-46C9-AB5B-437B5F363014}"/>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7EAA0503-B5E7-46D7-A51B-A6AF36893BAB}"/>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490203CF-ED78-4305-8ED7-105B7E9D8906}"/>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2464942811"/>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4 split">
    <p:bg bwMode="gray">
      <p:bgRef idx="1001">
        <a:schemeClr val="bg1"/>
      </p:bgRef>
    </p:bg>
    <p:spTree>
      <p:nvGrpSpPr>
        <p:cNvPr id="1" name=""/>
        <p:cNvGrpSpPr/>
        <p:nvPr/>
      </p:nvGrpSpPr>
      <p:grpSpPr>
        <a:xfrm>
          <a:off x="0" y="0"/>
          <a:ext cx="0" cy="0"/>
          <a:chOff x="0" y="0"/>
          <a:chExt cx="0" cy="0"/>
        </a:xfrm>
      </p:grpSpPr>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a:p>
        </p:txBody>
      </p:sp>
      <p:sp>
        <p:nvSpPr>
          <p:cNvPr id="23" name="Content Placeholder 3"/>
          <p:cNvSpPr>
            <a:spLocks noGrp="1"/>
          </p:cNvSpPr>
          <p:nvPr>
            <p:ph sz="half" idx="2" hasCustomPrompt="1"/>
          </p:nvPr>
        </p:nvSpPr>
        <p:spPr bwMode="gray">
          <a:xfrm>
            <a:off x="6267808" y="1141986"/>
            <a:ext cx="5266800" cy="2397600"/>
          </a:xfrm>
        </p:spPr>
        <p:txBody>
          <a:bodyPr>
            <a:noAutofit/>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 name="Text Placeholder 2"/>
          <p:cNvSpPr>
            <a:spLocks noGrp="1"/>
          </p:cNvSpPr>
          <p:nvPr>
            <p:ph idx="28" hasCustomPrompt="1"/>
          </p:nvPr>
        </p:nvSpPr>
        <p:spPr bwMode="gray">
          <a:xfrm>
            <a:off x="659008" y="1141986"/>
            <a:ext cx="5266800" cy="2397600"/>
          </a:xfrm>
          <a:prstGeom prst="rect">
            <a:avLst/>
          </a:prstGeom>
        </p:spPr>
        <p:txBody>
          <a:bodyPr vert="horz" lIns="0" tIns="0" rIns="0" bIns="0" rtlCol="0">
            <a:noAutofit/>
          </a:bodyPr>
          <a:lstStyle>
            <a:lvl1pPr>
              <a:defRPr/>
            </a:lvl1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5" name="Content Placeholder 3"/>
          <p:cNvSpPr>
            <a:spLocks noGrp="1"/>
          </p:cNvSpPr>
          <p:nvPr>
            <p:ph sz="half" idx="29" hasCustomPrompt="1"/>
          </p:nvPr>
        </p:nvSpPr>
        <p:spPr bwMode="gray">
          <a:xfrm>
            <a:off x="6267808" y="3802197"/>
            <a:ext cx="5266800" cy="2397789"/>
          </a:xfrm>
        </p:spPr>
        <p:txBody>
          <a:bodyPr>
            <a:noAutofit/>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6" name="Text Placeholder 2"/>
          <p:cNvSpPr>
            <a:spLocks noGrp="1"/>
          </p:cNvSpPr>
          <p:nvPr>
            <p:ph idx="30" hasCustomPrompt="1"/>
          </p:nvPr>
        </p:nvSpPr>
        <p:spPr bwMode="gray">
          <a:xfrm>
            <a:off x="659008" y="3802197"/>
            <a:ext cx="5266800" cy="2397789"/>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 name="Footer Placeholder 1">
            <a:extLst>
              <a:ext uri="{FF2B5EF4-FFF2-40B4-BE49-F238E27FC236}">
                <a16:creationId xmlns:a16="http://schemas.microsoft.com/office/drawing/2014/main" id="{4EDD62BA-FC45-408F-BEDB-6A95B524438F}"/>
              </a:ext>
            </a:extLst>
          </p:cNvPr>
          <p:cNvSpPr>
            <a:spLocks noGrp="1"/>
          </p:cNvSpPr>
          <p:nvPr>
            <p:ph type="ftr" sz="quarter" idx="31"/>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C5165C57-A39C-4702-9224-E9AB0A554CC4}"/>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D81180ED-7705-41B1-A517-5D9E1F2ABC2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FA5FD254-8911-4CEB-9003-1252ED1C49EB}"/>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344E630-11BB-42F6-949D-9F1A7294849B}"/>
                  </a:ext>
                </a:extLst>
              </p:cNvPr>
              <p:cNvGrpSpPr/>
              <p:nvPr userDrawn="1"/>
            </p:nvGrpSpPr>
            <p:grpSpPr>
              <a:xfrm>
                <a:off x="-2025698" y="0"/>
                <a:ext cx="1872000" cy="4379495"/>
                <a:chOff x="-2025698" y="0"/>
                <a:chExt cx="1872000" cy="4379495"/>
              </a:xfrm>
            </p:grpSpPr>
            <p:grpSp>
              <p:nvGrpSpPr>
                <p:cNvPr id="27" name="Group 26">
                  <a:extLst>
                    <a:ext uri="{FF2B5EF4-FFF2-40B4-BE49-F238E27FC236}">
                      <a16:creationId xmlns:a16="http://schemas.microsoft.com/office/drawing/2014/main" id="{68B8A680-F835-4D93-AC44-54894E1B405C}"/>
                    </a:ext>
                  </a:extLst>
                </p:cNvPr>
                <p:cNvGrpSpPr/>
                <p:nvPr/>
              </p:nvGrpSpPr>
              <p:grpSpPr>
                <a:xfrm>
                  <a:off x="-2025698" y="0"/>
                  <a:ext cx="1872000" cy="4379495"/>
                  <a:chOff x="-2025698" y="0"/>
                  <a:chExt cx="1872000" cy="4379495"/>
                </a:xfrm>
              </p:grpSpPr>
              <p:sp>
                <p:nvSpPr>
                  <p:cNvPr id="38" name="Rectangle 104">
                    <a:extLst>
                      <a:ext uri="{FF2B5EF4-FFF2-40B4-BE49-F238E27FC236}">
                        <a16:creationId xmlns:a16="http://schemas.microsoft.com/office/drawing/2014/main" id="{FE9A71FF-815E-4804-9920-7572BA81415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39" name="Rectangle 113">
                    <a:extLst>
                      <a:ext uri="{FF2B5EF4-FFF2-40B4-BE49-F238E27FC236}">
                        <a16:creationId xmlns:a16="http://schemas.microsoft.com/office/drawing/2014/main" id="{CA8D94AF-AD7E-4619-AD5C-859FC5413F5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28" name="Rectangle 106">
                  <a:extLst>
                    <a:ext uri="{FF2B5EF4-FFF2-40B4-BE49-F238E27FC236}">
                      <a16:creationId xmlns:a16="http://schemas.microsoft.com/office/drawing/2014/main" id="{B2229489-4F13-4E1A-A058-D1FC4B56492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CAAE9F0D-1CCF-480F-A4F7-1FD0463919C9}"/>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0B03B54B-F436-43A4-876F-E6CC07584BF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2245749189"/>
      </p:ext>
    </p:extLst>
  </p:cSld>
  <p:clrMapOvr>
    <a:masterClrMapping/>
  </p:clrMapOvr>
  <p:extLst>
    <p:ext uri="{DCECCB84-F9BA-43D5-87BE-67443E8EF086}">
      <p15:sldGuideLst xmlns:p15="http://schemas.microsoft.com/office/powerpoint/2012/main">
        <p15:guide id="0" pos="3941">
          <p15:clr>
            <a:srgbClr val="FBAE40"/>
          </p15:clr>
        </p15:guide>
        <p15:guide id="1" pos="3739">
          <p15:clr>
            <a:srgbClr val="FBAE40"/>
          </p15:clr>
        </p15:guide>
        <p15:guide id="2" orient="horz" pos="2240">
          <p15:clr>
            <a:srgbClr val="FBAE40"/>
          </p15:clr>
        </p15:guide>
        <p15:guide id="3" orient="horz" pos="2392">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6 spli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986"/>
            <a:ext cx="3401817" cy="2397600"/>
          </a:xfrm>
        </p:spPr>
        <p:txBody>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7" name="Content Placeholder 2"/>
          <p:cNvSpPr>
            <a:spLocks noGrp="1"/>
          </p:cNvSpPr>
          <p:nvPr>
            <p:ph idx="13" hasCustomPrompt="1"/>
          </p:nvPr>
        </p:nvSpPr>
        <p:spPr bwMode="gray">
          <a:xfrm>
            <a:off x="4395716" y="1141986"/>
            <a:ext cx="3402000" cy="2397600"/>
          </a:xfrm>
        </p:spPr>
        <p:txBody>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8" name="Content Placeholder 2"/>
          <p:cNvSpPr>
            <a:spLocks noGrp="1"/>
          </p:cNvSpPr>
          <p:nvPr>
            <p:ph idx="14" hasCustomPrompt="1"/>
          </p:nvPr>
        </p:nvSpPr>
        <p:spPr bwMode="gray">
          <a:xfrm>
            <a:off x="8132608" y="1141986"/>
            <a:ext cx="3402000" cy="2397600"/>
          </a:xfrm>
        </p:spPr>
        <p:txBody>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a:p>
        </p:txBody>
      </p:sp>
      <p:sp>
        <p:nvSpPr>
          <p:cNvPr id="2" name="Footer Placeholder 1">
            <a:extLst>
              <a:ext uri="{FF2B5EF4-FFF2-40B4-BE49-F238E27FC236}">
                <a16:creationId xmlns:a16="http://schemas.microsoft.com/office/drawing/2014/main" id="{8FFC834C-A34C-444A-96B2-193DA5760128}"/>
              </a:ext>
            </a:extLst>
          </p:cNvPr>
          <p:cNvSpPr>
            <a:spLocks noGrp="1"/>
          </p:cNvSpPr>
          <p:nvPr>
            <p:ph type="ftr" sz="quarter" idx="20"/>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C4EBA273-56DA-4043-8B43-48A7F2D5882A}"/>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21A61B2F-042C-45F8-A0F3-A805A4CC3426}"/>
              </a:ext>
            </a:extLst>
          </p:cNvPr>
          <p:cNvSpPr>
            <a:spLocks noGrp="1"/>
          </p:cNvSpPr>
          <p:nvPr>
            <p:ph type="body" sz="quarter" idx="25" hasCustomPrompt="1"/>
          </p:nvPr>
        </p:nvSpPr>
        <p:spPr bwMode="auto">
          <a:xfrm>
            <a:off x="8132608"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a:t>Click to add text</a:t>
            </a:r>
          </a:p>
          <a:p>
            <a:pPr lvl="1"/>
            <a:r>
              <a:rPr lang="en-GB" noProof="0"/>
              <a:t>Second level</a:t>
            </a:r>
          </a:p>
        </p:txBody>
      </p:sp>
      <p:sp>
        <p:nvSpPr>
          <p:cNvPr id="18" name="Text Placeholder 17">
            <a:extLst>
              <a:ext uri="{FF2B5EF4-FFF2-40B4-BE49-F238E27FC236}">
                <a16:creationId xmlns:a16="http://schemas.microsoft.com/office/drawing/2014/main" id="{303AD663-BDF9-41B1-932D-882CB2D05686}"/>
              </a:ext>
            </a:extLst>
          </p:cNvPr>
          <p:cNvSpPr>
            <a:spLocks noGrp="1"/>
          </p:cNvSpPr>
          <p:nvPr>
            <p:ph type="body" sz="quarter" idx="26" hasCustomPrompt="1"/>
          </p:nvPr>
        </p:nvSpPr>
        <p:spPr bwMode="auto">
          <a:xfrm>
            <a:off x="4395716"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a:t>Click to add text</a:t>
            </a:r>
          </a:p>
          <a:p>
            <a:pPr lvl="1"/>
            <a:r>
              <a:rPr lang="en-GB" noProof="0"/>
              <a:t>Second level</a:t>
            </a:r>
          </a:p>
        </p:txBody>
      </p:sp>
      <p:sp>
        <p:nvSpPr>
          <p:cNvPr id="17" name="Text Placeholder 16">
            <a:extLst>
              <a:ext uri="{FF2B5EF4-FFF2-40B4-BE49-F238E27FC236}">
                <a16:creationId xmlns:a16="http://schemas.microsoft.com/office/drawing/2014/main" id="{5C8C9853-D80D-461C-A5C1-7A244490EF01}"/>
              </a:ext>
            </a:extLst>
          </p:cNvPr>
          <p:cNvSpPr>
            <a:spLocks noGrp="1"/>
          </p:cNvSpPr>
          <p:nvPr>
            <p:ph type="body" sz="quarter" idx="27" hasCustomPrompt="1"/>
          </p:nvPr>
        </p:nvSpPr>
        <p:spPr bwMode="auto">
          <a:xfrm>
            <a:off x="659008" y="3802386"/>
            <a:ext cx="3401817"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a:t>Click to add text</a:t>
            </a:r>
          </a:p>
          <a:p>
            <a:pPr lvl="1"/>
            <a:r>
              <a:rPr lang="en-GB" noProof="0"/>
              <a:t>Second level</a:t>
            </a:r>
          </a:p>
        </p:txBody>
      </p:sp>
      <p:grpSp>
        <p:nvGrpSpPr>
          <p:cNvPr id="39" name="Group 38">
            <a:extLst>
              <a:ext uri="{FF2B5EF4-FFF2-40B4-BE49-F238E27FC236}">
                <a16:creationId xmlns:a16="http://schemas.microsoft.com/office/drawing/2014/main" id="{9AF6D44A-0294-48EC-8B01-EA74305500DC}"/>
              </a:ext>
            </a:extLst>
          </p:cNvPr>
          <p:cNvGrpSpPr/>
          <p:nvPr userDrawn="1"/>
        </p:nvGrpSpPr>
        <p:grpSpPr>
          <a:xfrm>
            <a:off x="-2368598" y="0"/>
            <a:ext cx="1872000" cy="4379495"/>
            <a:chOff x="-2025698" y="0"/>
            <a:chExt cx="1872000" cy="4379495"/>
          </a:xfrm>
        </p:grpSpPr>
        <p:grpSp>
          <p:nvGrpSpPr>
            <p:cNvPr id="40" name="Group 39">
              <a:extLst>
                <a:ext uri="{FF2B5EF4-FFF2-40B4-BE49-F238E27FC236}">
                  <a16:creationId xmlns:a16="http://schemas.microsoft.com/office/drawing/2014/main" id="{64C5CFFD-F0C8-4A93-B89E-FB68A48F3825}"/>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E57FA918-40CA-44E1-B636-4EFDEF52933A}"/>
                  </a:ext>
                </a:extLst>
              </p:cNvPr>
              <p:cNvGrpSpPr/>
              <p:nvPr userDrawn="1"/>
            </p:nvGrpSpPr>
            <p:grpSpPr>
              <a:xfrm>
                <a:off x="-2025698" y="0"/>
                <a:ext cx="1872000" cy="4379495"/>
                <a:chOff x="-2025698" y="0"/>
                <a:chExt cx="1872000" cy="4379495"/>
              </a:xfrm>
            </p:grpSpPr>
            <p:grpSp>
              <p:nvGrpSpPr>
                <p:cNvPr id="44" name="Group 43">
                  <a:extLst>
                    <a:ext uri="{FF2B5EF4-FFF2-40B4-BE49-F238E27FC236}">
                      <a16:creationId xmlns:a16="http://schemas.microsoft.com/office/drawing/2014/main" id="{AE03D839-457C-4C20-BBFC-54D7BA6EDA83}"/>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E3F01C10-0FD6-49DE-9290-CC484C79E93A}"/>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47" name="Rectangle 113">
                    <a:extLst>
                      <a:ext uri="{FF2B5EF4-FFF2-40B4-BE49-F238E27FC236}">
                        <a16:creationId xmlns:a16="http://schemas.microsoft.com/office/drawing/2014/main" id="{55FF9082-9A8A-45AD-AA5A-65C6622A4B2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45" name="Rectangle 106">
                  <a:extLst>
                    <a:ext uri="{FF2B5EF4-FFF2-40B4-BE49-F238E27FC236}">
                      <a16:creationId xmlns:a16="http://schemas.microsoft.com/office/drawing/2014/main" id="{E9D5ED91-05AF-4DEC-929C-8DE1EF08461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43" name="Picture 42">
                <a:extLst>
                  <a:ext uri="{FF2B5EF4-FFF2-40B4-BE49-F238E27FC236}">
                    <a16:creationId xmlns:a16="http://schemas.microsoft.com/office/drawing/2014/main" id="{28AADD23-D330-4589-8B81-8B8CEAA82A6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1" name="Rectangle 40">
              <a:extLst>
                <a:ext uri="{FF2B5EF4-FFF2-40B4-BE49-F238E27FC236}">
                  <a16:creationId xmlns:a16="http://schemas.microsoft.com/office/drawing/2014/main" id="{A9FFDADA-1ECF-47A4-AB70-A5A3A174B857}"/>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3628007222"/>
      </p:ext>
    </p:extLst>
  </p:cSld>
  <p:clrMapOvr>
    <a:masterClrMapping/>
  </p:clrMapOvr>
  <p:extLst>
    <p:ext uri="{DCECCB84-F9BA-43D5-87BE-67443E8EF086}">
      <p15:sldGuideLst xmlns:p15="http://schemas.microsoft.com/office/powerpoint/2012/main">
        <p15:guide id="1" pos="2558">
          <p15:clr>
            <a:srgbClr val="FBAE40"/>
          </p15:clr>
        </p15:guide>
        <p15:guide id="2" pos="2770">
          <p15:clr>
            <a:srgbClr val="FBAE40"/>
          </p15:clr>
        </p15:guide>
        <p15:guide id="3" pos="4910">
          <p15:clr>
            <a:srgbClr val="FBAE40"/>
          </p15:clr>
        </p15:guide>
        <p15:guide id="4" pos="5122">
          <p15:clr>
            <a:srgbClr val="FBAE40"/>
          </p15:clr>
        </p15:guide>
        <p15:guide id="5" orient="horz" pos="2240">
          <p15:clr>
            <a:srgbClr val="FBAE40"/>
          </p15:clr>
        </p15:guide>
        <p15:guide id="6" orient="horz" pos="2392">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6 split 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795637"/>
            <a:ext cx="3402000" cy="2696988"/>
          </a:xfrm>
        </p:spPr>
        <p:txBody>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7" name="Content Placeholder 2"/>
          <p:cNvSpPr>
            <a:spLocks noGrp="1"/>
          </p:cNvSpPr>
          <p:nvPr>
            <p:ph idx="13" hasCustomPrompt="1"/>
          </p:nvPr>
        </p:nvSpPr>
        <p:spPr bwMode="gray">
          <a:xfrm>
            <a:off x="4395716" y="1795637"/>
            <a:ext cx="3402000" cy="2696988"/>
          </a:xfrm>
        </p:spPr>
        <p:txBody>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8" name="Content Placeholder 2"/>
          <p:cNvSpPr>
            <a:spLocks noGrp="1"/>
          </p:cNvSpPr>
          <p:nvPr>
            <p:ph idx="14" hasCustomPrompt="1"/>
          </p:nvPr>
        </p:nvSpPr>
        <p:spPr bwMode="gray">
          <a:xfrm>
            <a:off x="8132608" y="1795637"/>
            <a:ext cx="3402000" cy="2696988"/>
          </a:xfrm>
        </p:spPr>
        <p:txBody>
          <a:bodyPr/>
          <a:lstStyle>
            <a:lvl1pPr>
              <a:defRPr/>
            </a:lvl1pPr>
            <a:lvl2pPr>
              <a:defRPr/>
            </a:lvl2pPr>
            <a:lvl3pPr>
              <a:defRPr/>
            </a:lvl3pPr>
            <a:lvl4pPr>
              <a:defRPr/>
            </a:lvl4pPr>
            <a:lvl5pPr>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a:p>
        </p:txBody>
      </p:sp>
      <p:sp>
        <p:nvSpPr>
          <p:cNvPr id="10" name="Text Placeholder 10"/>
          <p:cNvSpPr>
            <a:spLocks noGrp="1"/>
          </p:cNvSpPr>
          <p:nvPr>
            <p:ph type="body" sz="quarter" idx="12" hasCustomPrompt="1"/>
          </p:nvPr>
        </p:nvSpPr>
        <p:spPr>
          <a:xfrm>
            <a:off x="659008" y="1141200"/>
            <a:ext cx="3402000" cy="572400"/>
          </a:xfrm>
        </p:spPr>
        <p:txBody>
          <a:bodyPr>
            <a:noAutofit/>
          </a:bodyPr>
          <a:lstStyle>
            <a:lvl1pPr>
              <a:lnSpc>
                <a:spcPct val="93000"/>
              </a:lnSpc>
              <a:defRPr sz="2000" b="1">
                <a:solidFill>
                  <a:schemeClr val="bg2"/>
                </a:solidFill>
              </a:defRPr>
            </a:lvl1pPr>
          </a:lstStyle>
          <a:p>
            <a:pPr lvl="0"/>
            <a:r>
              <a:rPr lang="en-GB" noProof="0"/>
              <a:t>Click to add subtitle</a:t>
            </a:r>
          </a:p>
        </p:txBody>
      </p:sp>
      <p:sp>
        <p:nvSpPr>
          <p:cNvPr id="16" name="Text Placeholder 10"/>
          <p:cNvSpPr>
            <a:spLocks noGrp="1"/>
          </p:cNvSpPr>
          <p:nvPr>
            <p:ph type="body" sz="quarter" idx="20" hasCustomPrompt="1"/>
          </p:nvPr>
        </p:nvSpPr>
        <p:spPr>
          <a:xfrm>
            <a:off x="4395716" y="1141200"/>
            <a:ext cx="3402000" cy="572400"/>
          </a:xfrm>
        </p:spPr>
        <p:txBody>
          <a:bodyPr/>
          <a:lstStyle>
            <a:lvl1pPr>
              <a:lnSpc>
                <a:spcPct val="93000"/>
              </a:lnSpc>
              <a:defRPr sz="2000" b="1">
                <a:solidFill>
                  <a:schemeClr val="bg2"/>
                </a:solidFill>
              </a:defRPr>
            </a:lvl1pPr>
          </a:lstStyle>
          <a:p>
            <a:pPr lvl="0"/>
            <a:r>
              <a:rPr lang="en-GB" noProof="0"/>
              <a:t>Click to add subtitle</a:t>
            </a:r>
          </a:p>
        </p:txBody>
      </p:sp>
      <p:sp>
        <p:nvSpPr>
          <p:cNvPr id="17" name="Text Placeholder 10"/>
          <p:cNvSpPr>
            <a:spLocks noGrp="1"/>
          </p:cNvSpPr>
          <p:nvPr>
            <p:ph type="body" sz="quarter" idx="21" hasCustomPrompt="1"/>
          </p:nvPr>
        </p:nvSpPr>
        <p:spPr>
          <a:xfrm>
            <a:off x="8132608" y="1141200"/>
            <a:ext cx="3402000" cy="572400"/>
          </a:xfrm>
        </p:spPr>
        <p:txBody>
          <a:bodyPr/>
          <a:lstStyle>
            <a:lvl1pPr>
              <a:lnSpc>
                <a:spcPct val="93000"/>
              </a:lnSpc>
              <a:defRPr sz="2000" b="1">
                <a:solidFill>
                  <a:schemeClr val="bg2"/>
                </a:solidFill>
              </a:defRPr>
            </a:lvl1pPr>
          </a:lstStyle>
          <a:p>
            <a:pPr lvl="0"/>
            <a:r>
              <a:rPr lang="en-GB" noProof="0"/>
              <a:t>Click to add subtitle</a:t>
            </a:r>
          </a:p>
        </p:txBody>
      </p:sp>
      <p:sp>
        <p:nvSpPr>
          <p:cNvPr id="2" name="Footer Placeholder 1">
            <a:extLst>
              <a:ext uri="{FF2B5EF4-FFF2-40B4-BE49-F238E27FC236}">
                <a16:creationId xmlns:a16="http://schemas.microsoft.com/office/drawing/2014/main" id="{9A6698A2-A39B-41B3-9275-CB9AF2EB4D82}"/>
              </a:ext>
            </a:extLst>
          </p:cNvPr>
          <p:cNvSpPr>
            <a:spLocks noGrp="1"/>
          </p:cNvSpPr>
          <p:nvPr>
            <p:ph type="ftr" sz="quarter" idx="2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7461088F-78BF-40B2-9347-3DDF04997BA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CEFF65E3-281C-42C3-B17B-E3FBBBFCC311}"/>
              </a:ext>
            </a:extLst>
          </p:cNvPr>
          <p:cNvSpPr>
            <a:spLocks noGrp="1"/>
          </p:cNvSpPr>
          <p:nvPr>
            <p:ph type="body" sz="quarter" idx="23" hasCustomPrompt="1"/>
          </p:nvPr>
        </p:nvSpPr>
        <p:spPr bwMode="auto">
          <a:xfrm>
            <a:off x="6590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a:t>Click to add text</a:t>
            </a:r>
          </a:p>
          <a:p>
            <a:pPr lvl="1"/>
            <a:r>
              <a:rPr lang="en-GB" noProof="0"/>
              <a:t>Second level</a:t>
            </a:r>
          </a:p>
        </p:txBody>
      </p:sp>
      <p:sp>
        <p:nvSpPr>
          <p:cNvPr id="21" name="Text Placeholder 20">
            <a:extLst>
              <a:ext uri="{FF2B5EF4-FFF2-40B4-BE49-F238E27FC236}">
                <a16:creationId xmlns:a16="http://schemas.microsoft.com/office/drawing/2014/main" id="{4EB20EA5-1BDF-4774-85AE-3707EE79E838}"/>
              </a:ext>
            </a:extLst>
          </p:cNvPr>
          <p:cNvSpPr>
            <a:spLocks noGrp="1"/>
          </p:cNvSpPr>
          <p:nvPr>
            <p:ph type="body" sz="quarter" idx="24" hasCustomPrompt="1"/>
          </p:nvPr>
        </p:nvSpPr>
        <p:spPr bwMode="auto">
          <a:xfrm>
            <a:off x="4395716"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a:t>Click to add text</a:t>
            </a:r>
          </a:p>
          <a:p>
            <a:pPr lvl="1"/>
            <a:r>
              <a:rPr lang="en-GB" noProof="0"/>
              <a:t>Second level</a:t>
            </a:r>
          </a:p>
        </p:txBody>
      </p:sp>
      <p:sp>
        <p:nvSpPr>
          <p:cNvPr id="22" name="Text Placeholder 21">
            <a:extLst>
              <a:ext uri="{FF2B5EF4-FFF2-40B4-BE49-F238E27FC236}">
                <a16:creationId xmlns:a16="http://schemas.microsoft.com/office/drawing/2014/main" id="{47ABD35C-80D6-4CEF-A7D8-B8167BA43E06}"/>
              </a:ext>
            </a:extLst>
          </p:cNvPr>
          <p:cNvSpPr>
            <a:spLocks noGrp="1"/>
          </p:cNvSpPr>
          <p:nvPr>
            <p:ph type="body" sz="quarter" idx="25" hasCustomPrompt="1"/>
          </p:nvPr>
        </p:nvSpPr>
        <p:spPr bwMode="auto">
          <a:xfrm>
            <a:off x="81326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a:t>Click to add text</a:t>
            </a:r>
          </a:p>
          <a:p>
            <a:pPr lvl="1"/>
            <a:r>
              <a:rPr lang="en-GB" noProof="0"/>
              <a:t>Second level</a:t>
            </a:r>
          </a:p>
        </p:txBody>
      </p:sp>
      <p:grpSp>
        <p:nvGrpSpPr>
          <p:cNvPr id="23" name="Group 22">
            <a:extLst>
              <a:ext uri="{FF2B5EF4-FFF2-40B4-BE49-F238E27FC236}">
                <a16:creationId xmlns:a16="http://schemas.microsoft.com/office/drawing/2014/main" id="{5837A4F1-813B-4E08-9ED0-69735471A037}"/>
              </a:ext>
            </a:extLst>
          </p:cNvPr>
          <p:cNvGrpSpPr/>
          <p:nvPr userDrawn="1"/>
        </p:nvGrpSpPr>
        <p:grpSpPr>
          <a:xfrm>
            <a:off x="-2368598" y="0"/>
            <a:ext cx="1872000" cy="4379495"/>
            <a:chOff x="-2025698" y="0"/>
            <a:chExt cx="1872000" cy="4379495"/>
          </a:xfrm>
        </p:grpSpPr>
        <p:grpSp>
          <p:nvGrpSpPr>
            <p:cNvPr id="24" name="Group 23">
              <a:extLst>
                <a:ext uri="{FF2B5EF4-FFF2-40B4-BE49-F238E27FC236}">
                  <a16:creationId xmlns:a16="http://schemas.microsoft.com/office/drawing/2014/main" id="{55440F9C-887D-4F39-AF0E-29E9DD0B1166}"/>
                </a:ext>
              </a:extLst>
            </p:cNvPr>
            <p:cNvGrpSpPr/>
            <p:nvPr userDrawn="1"/>
          </p:nvGrpSpPr>
          <p:grpSpPr>
            <a:xfrm>
              <a:off x="-2025698" y="0"/>
              <a:ext cx="1872000" cy="4379495"/>
              <a:chOff x="-2025698" y="0"/>
              <a:chExt cx="1872000" cy="4379495"/>
            </a:xfrm>
          </p:grpSpPr>
          <p:grpSp>
            <p:nvGrpSpPr>
              <p:cNvPr id="26" name="Group 25">
                <a:extLst>
                  <a:ext uri="{FF2B5EF4-FFF2-40B4-BE49-F238E27FC236}">
                    <a16:creationId xmlns:a16="http://schemas.microsoft.com/office/drawing/2014/main" id="{3AE6EB06-797B-485F-A2DD-ED177C516635}"/>
                  </a:ext>
                </a:extLst>
              </p:cNvPr>
              <p:cNvGrpSpPr/>
              <p:nvPr userDrawn="1"/>
            </p:nvGrpSpPr>
            <p:grpSpPr>
              <a:xfrm>
                <a:off x="-2025698" y="0"/>
                <a:ext cx="1872000" cy="4379495"/>
                <a:chOff x="-2025698" y="0"/>
                <a:chExt cx="1872000" cy="4379495"/>
              </a:xfrm>
            </p:grpSpPr>
            <p:grpSp>
              <p:nvGrpSpPr>
                <p:cNvPr id="28" name="Group 27">
                  <a:extLst>
                    <a:ext uri="{FF2B5EF4-FFF2-40B4-BE49-F238E27FC236}">
                      <a16:creationId xmlns:a16="http://schemas.microsoft.com/office/drawing/2014/main" id="{2B48A556-2CC1-405E-B7DD-8422C79FF47D}"/>
                    </a:ext>
                  </a:extLst>
                </p:cNvPr>
                <p:cNvGrpSpPr/>
                <p:nvPr/>
              </p:nvGrpSpPr>
              <p:grpSpPr>
                <a:xfrm>
                  <a:off x="-2025698" y="0"/>
                  <a:ext cx="1872000" cy="4379495"/>
                  <a:chOff x="-2025698" y="0"/>
                  <a:chExt cx="1872000" cy="4379495"/>
                </a:xfrm>
              </p:grpSpPr>
              <p:sp>
                <p:nvSpPr>
                  <p:cNvPr id="30" name="Rectangle 104">
                    <a:extLst>
                      <a:ext uri="{FF2B5EF4-FFF2-40B4-BE49-F238E27FC236}">
                        <a16:creationId xmlns:a16="http://schemas.microsoft.com/office/drawing/2014/main" id="{184BE141-3152-4EEA-8393-0EEF51DA0B79}"/>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31" name="Rectangle 113">
                    <a:extLst>
                      <a:ext uri="{FF2B5EF4-FFF2-40B4-BE49-F238E27FC236}">
                        <a16:creationId xmlns:a16="http://schemas.microsoft.com/office/drawing/2014/main" id="{CF52034F-CE32-4091-8163-CD7282C61E90}"/>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29" name="Rectangle 106">
                  <a:extLst>
                    <a:ext uri="{FF2B5EF4-FFF2-40B4-BE49-F238E27FC236}">
                      <a16:creationId xmlns:a16="http://schemas.microsoft.com/office/drawing/2014/main" id="{6E95BDBF-AC8B-42DE-9F35-62D0FB7884DB}"/>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27" name="Picture 26">
                <a:extLst>
                  <a:ext uri="{FF2B5EF4-FFF2-40B4-BE49-F238E27FC236}">
                    <a16:creationId xmlns:a16="http://schemas.microsoft.com/office/drawing/2014/main" id="{CFBD03D0-C21F-4DB5-ACE6-45B38290F54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5" name="Rectangle 24">
              <a:extLst>
                <a:ext uri="{FF2B5EF4-FFF2-40B4-BE49-F238E27FC236}">
                  <a16:creationId xmlns:a16="http://schemas.microsoft.com/office/drawing/2014/main" id="{F459B91F-8FB6-4CBF-9522-E614B9536C64}"/>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3078815791"/>
      </p:ext>
    </p:extLst>
  </p:cSld>
  <p:clrMapOvr>
    <a:masterClrMapping/>
  </p:clrMapOvr>
  <p:extLst>
    <p:ext uri="{DCECCB84-F9BA-43D5-87BE-67443E8EF086}">
      <p15:sldGuideLst xmlns:p15="http://schemas.microsoft.com/office/powerpoint/2012/main">
        <p15:guide id="2" pos="2768">
          <p15:clr>
            <a:srgbClr val="FBAE40"/>
          </p15:clr>
        </p15:guide>
        <p15:guide id="3" pos="4912">
          <p15:clr>
            <a:srgbClr val="FBAE40"/>
          </p15:clr>
        </p15:guide>
        <p15:guide id="4" pos="5120">
          <p15:clr>
            <a:srgbClr val="FBAE40"/>
          </p15:clr>
        </p15:guide>
        <p15:guide id="5" orient="horz" pos="2830">
          <p15:clr>
            <a:srgbClr val="FBAE40"/>
          </p15:clr>
        </p15:guide>
        <p15:guide id="6" orient="horz" pos="2998">
          <p15:clr>
            <a:srgbClr val="FBAE40"/>
          </p15:clr>
        </p15:guide>
        <p15:guide id="7" pos="256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4 split with subtitles">
    <p:bg bwMode="gray">
      <p:bgRef idx="1001">
        <a:schemeClr val="bg1"/>
      </p:bgRef>
    </p:bg>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4561"/>
            <a:ext cx="5266800" cy="1854000"/>
          </a:xfrm>
        </p:spPr>
        <p:txBody>
          <a:bodyPr/>
          <a:lstStyle>
            <a:lvl3pPr>
              <a:lnSpc>
                <a:spcPct val="93000"/>
              </a:lnSpc>
              <a:defRPr sz="2000"/>
            </a:lvl3pPr>
          </a:lstStyle>
          <a:p>
            <a:pPr lvl="1"/>
            <a:r>
              <a:rPr lang="en-GB" noProof="0"/>
              <a:t>Click to add text</a:t>
            </a:r>
          </a:p>
        </p:txBody>
      </p:sp>
      <p:sp>
        <p:nvSpPr>
          <p:cNvPr id="8" name="Content Placeholder 2"/>
          <p:cNvSpPr>
            <a:spLocks noGrp="1"/>
          </p:cNvSpPr>
          <p:nvPr>
            <p:ph idx="21" hasCustomPrompt="1"/>
          </p:nvPr>
        </p:nvSpPr>
        <p:spPr bwMode="gray">
          <a:xfrm>
            <a:off x="659008" y="4346775"/>
            <a:ext cx="5266800" cy="1854000"/>
          </a:xfrm>
        </p:spPr>
        <p:txBody>
          <a:bodyPr/>
          <a:lstStyle>
            <a:lvl3pPr>
              <a:lnSpc>
                <a:spcPct val="93000"/>
              </a:lnSpc>
              <a:defRPr sz="2000"/>
            </a:lvl3pPr>
          </a:lstStyle>
          <a:p>
            <a:pPr lvl="1"/>
            <a:r>
              <a:rPr lang="en-GB" noProof="0"/>
              <a:t>Click to add text</a:t>
            </a:r>
          </a:p>
        </p:txBody>
      </p:sp>
      <p:cxnSp>
        <p:nvCxnSpPr>
          <p:cNvPr id="9" name="Straight Connector 8"/>
          <p:cNvCxnSpPr/>
          <p:nvPr userDrawn="1"/>
        </p:nvCxnSpPr>
        <p:spPr bwMode="gray">
          <a:xfrm>
            <a:off x="6590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bwMode="gray">
          <a:xfrm>
            <a:off x="6590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idx="23" hasCustomPrompt="1"/>
          </p:nvPr>
        </p:nvSpPr>
        <p:spPr bwMode="gray">
          <a:xfrm>
            <a:off x="6267808" y="1754561"/>
            <a:ext cx="5266800" cy="1854000"/>
          </a:xfrm>
        </p:spPr>
        <p:txBody>
          <a:bodyPr/>
          <a:lstStyle>
            <a:lvl3pPr>
              <a:lnSpc>
                <a:spcPct val="93000"/>
              </a:lnSpc>
              <a:defRPr sz="2000"/>
            </a:lvl3pPr>
          </a:lstStyle>
          <a:p>
            <a:pPr lvl="1"/>
            <a:r>
              <a:rPr lang="en-GB" noProof="0"/>
              <a:t>Click to add text</a:t>
            </a:r>
          </a:p>
        </p:txBody>
      </p:sp>
      <p:sp>
        <p:nvSpPr>
          <p:cNvPr id="18" name="Content Placeholder 2"/>
          <p:cNvSpPr>
            <a:spLocks noGrp="1"/>
          </p:cNvSpPr>
          <p:nvPr>
            <p:ph idx="25" hasCustomPrompt="1"/>
          </p:nvPr>
        </p:nvSpPr>
        <p:spPr bwMode="gray">
          <a:xfrm>
            <a:off x="6267808" y="4346775"/>
            <a:ext cx="5266800" cy="1854000"/>
          </a:xfrm>
        </p:spPr>
        <p:txBody>
          <a:bodyPr/>
          <a:lstStyle>
            <a:lvl3pPr>
              <a:lnSpc>
                <a:spcPct val="93000"/>
              </a:lnSpc>
              <a:defRPr sz="2000"/>
            </a:lvl3pPr>
          </a:lstStyle>
          <a:p>
            <a:pPr lvl="1"/>
            <a:r>
              <a:rPr lang="en-GB" noProof="0"/>
              <a:t>Click to add text</a:t>
            </a:r>
          </a:p>
        </p:txBody>
      </p:sp>
      <p:cxnSp>
        <p:nvCxnSpPr>
          <p:cNvPr id="19" name="Straight Connector 18"/>
          <p:cNvCxnSpPr/>
          <p:nvPr userDrawn="1"/>
        </p:nvCxnSpPr>
        <p:spPr bwMode="gray">
          <a:xfrm>
            <a:off x="62678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bwMode="gray">
          <a:xfrm>
            <a:off x="62678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a:p>
        </p:txBody>
      </p:sp>
      <p:sp>
        <p:nvSpPr>
          <p:cNvPr id="2" name="Footer Placeholder 1">
            <a:extLst>
              <a:ext uri="{FF2B5EF4-FFF2-40B4-BE49-F238E27FC236}">
                <a16:creationId xmlns:a16="http://schemas.microsoft.com/office/drawing/2014/main" id="{B93A5B4B-0671-49BC-8204-148282CCCD85}"/>
              </a:ext>
            </a:extLst>
          </p:cNvPr>
          <p:cNvSpPr>
            <a:spLocks noGrp="1"/>
          </p:cNvSpPr>
          <p:nvPr>
            <p:ph type="ftr" sz="quarter" idx="28"/>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20FBD913-9040-4AE9-AC53-764A04CD698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6" name="Text Placeholder 25">
            <a:extLst>
              <a:ext uri="{FF2B5EF4-FFF2-40B4-BE49-F238E27FC236}">
                <a16:creationId xmlns:a16="http://schemas.microsoft.com/office/drawing/2014/main" id="{CBE08C37-B308-4095-A1E0-4F6A9285A4B8}"/>
              </a:ext>
            </a:extLst>
          </p:cNvPr>
          <p:cNvSpPr>
            <a:spLocks noGrp="1"/>
          </p:cNvSpPr>
          <p:nvPr>
            <p:ph type="body" sz="quarter" idx="38" hasCustomPrompt="1"/>
          </p:nvPr>
        </p:nvSpPr>
        <p:spPr bwMode="auto">
          <a:xfrm>
            <a:off x="6590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28" name="Text Placeholder 27">
            <a:extLst>
              <a:ext uri="{FF2B5EF4-FFF2-40B4-BE49-F238E27FC236}">
                <a16:creationId xmlns:a16="http://schemas.microsoft.com/office/drawing/2014/main" id="{7B6B260B-AEFF-45D7-A63C-7181FC204B9E}"/>
              </a:ext>
            </a:extLst>
          </p:cNvPr>
          <p:cNvSpPr>
            <a:spLocks noGrp="1"/>
          </p:cNvSpPr>
          <p:nvPr>
            <p:ph type="body" sz="quarter" idx="42" hasCustomPrompt="1"/>
          </p:nvPr>
        </p:nvSpPr>
        <p:spPr bwMode="auto">
          <a:xfrm>
            <a:off x="6590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27" name="Text Placeholder 26">
            <a:extLst>
              <a:ext uri="{FF2B5EF4-FFF2-40B4-BE49-F238E27FC236}">
                <a16:creationId xmlns:a16="http://schemas.microsoft.com/office/drawing/2014/main" id="{E1ED5493-9DF4-4D9B-AA23-320F230497BF}"/>
              </a:ext>
            </a:extLst>
          </p:cNvPr>
          <p:cNvSpPr>
            <a:spLocks noGrp="1"/>
          </p:cNvSpPr>
          <p:nvPr>
            <p:ph type="body" sz="quarter" idx="43" hasCustomPrompt="1"/>
          </p:nvPr>
        </p:nvSpPr>
        <p:spPr bwMode="auto">
          <a:xfrm>
            <a:off x="62678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29" name="Text Placeholder 28">
            <a:extLst>
              <a:ext uri="{FF2B5EF4-FFF2-40B4-BE49-F238E27FC236}">
                <a16:creationId xmlns:a16="http://schemas.microsoft.com/office/drawing/2014/main" id="{F0CF9846-3CEC-46AC-9920-CB26942D3B06}"/>
              </a:ext>
            </a:extLst>
          </p:cNvPr>
          <p:cNvSpPr>
            <a:spLocks noGrp="1"/>
          </p:cNvSpPr>
          <p:nvPr>
            <p:ph type="body" sz="quarter" idx="44" hasCustomPrompt="1"/>
          </p:nvPr>
        </p:nvSpPr>
        <p:spPr bwMode="auto">
          <a:xfrm>
            <a:off x="62678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a:t>Click to add subtitle</a:t>
            </a:r>
            <a:endParaRPr lang="en-GB"/>
          </a:p>
        </p:txBody>
      </p:sp>
      <p:grpSp>
        <p:nvGrpSpPr>
          <p:cNvPr id="30" name="Group 29">
            <a:extLst>
              <a:ext uri="{FF2B5EF4-FFF2-40B4-BE49-F238E27FC236}">
                <a16:creationId xmlns:a16="http://schemas.microsoft.com/office/drawing/2014/main" id="{C8DD7138-7E1A-4558-BDF5-88DA9333D584}"/>
              </a:ext>
            </a:extLst>
          </p:cNvPr>
          <p:cNvGrpSpPr/>
          <p:nvPr userDrawn="1"/>
        </p:nvGrpSpPr>
        <p:grpSpPr>
          <a:xfrm>
            <a:off x="-2368598" y="0"/>
            <a:ext cx="1872000" cy="4379495"/>
            <a:chOff x="-2025698" y="0"/>
            <a:chExt cx="1872000" cy="4379495"/>
          </a:xfrm>
        </p:grpSpPr>
        <p:grpSp>
          <p:nvGrpSpPr>
            <p:cNvPr id="31" name="Group 30">
              <a:extLst>
                <a:ext uri="{FF2B5EF4-FFF2-40B4-BE49-F238E27FC236}">
                  <a16:creationId xmlns:a16="http://schemas.microsoft.com/office/drawing/2014/main" id="{EFB145EF-3494-41B7-A308-3513680B0EFC}"/>
                </a:ext>
              </a:extLst>
            </p:cNvPr>
            <p:cNvGrpSpPr/>
            <p:nvPr userDrawn="1"/>
          </p:nvGrpSpPr>
          <p:grpSpPr>
            <a:xfrm>
              <a:off x="-2025698" y="0"/>
              <a:ext cx="1872000" cy="4379495"/>
              <a:chOff x="-2025698" y="0"/>
              <a:chExt cx="1872000" cy="4379495"/>
            </a:xfrm>
          </p:grpSpPr>
          <p:grpSp>
            <p:nvGrpSpPr>
              <p:cNvPr id="33" name="Group 32">
                <a:extLst>
                  <a:ext uri="{FF2B5EF4-FFF2-40B4-BE49-F238E27FC236}">
                    <a16:creationId xmlns:a16="http://schemas.microsoft.com/office/drawing/2014/main" id="{0371EB9D-BFFF-4E5E-9B8B-758BF9945B83}"/>
                  </a:ext>
                </a:extLst>
              </p:cNvPr>
              <p:cNvGrpSpPr/>
              <p:nvPr userDrawn="1"/>
            </p:nvGrpSpPr>
            <p:grpSpPr>
              <a:xfrm>
                <a:off x="-2025698" y="0"/>
                <a:ext cx="1872000" cy="4379495"/>
                <a:chOff x="-2025698" y="0"/>
                <a:chExt cx="1872000" cy="4379495"/>
              </a:xfrm>
            </p:grpSpPr>
            <p:grpSp>
              <p:nvGrpSpPr>
                <p:cNvPr id="35" name="Group 34">
                  <a:extLst>
                    <a:ext uri="{FF2B5EF4-FFF2-40B4-BE49-F238E27FC236}">
                      <a16:creationId xmlns:a16="http://schemas.microsoft.com/office/drawing/2014/main" id="{EC5CDC9E-02CE-413A-AF0C-7DED02087354}"/>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F7D83AC5-ED1B-4729-A64C-7B7A765ED2F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47" name="Rectangle 113">
                    <a:extLst>
                      <a:ext uri="{FF2B5EF4-FFF2-40B4-BE49-F238E27FC236}">
                        <a16:creationId xmlns:a16="http://schemas.microsoft.com/office/drawing/2014/main" id="{C1489E30-784E-466C-9DCB-A7C94C88642B}"/>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36" name="Rectangle 106">
                  <a:extLst>
                    <a:ext uri="{FF2B5EF4-FFF2-40B4-BE49-F238E27FC236}">
                      <a16:creationId xmlns:a16="http://schemas.microsoft.com/office/drawing/2014/main" id="{BE81ED68-F4B7-455F-84CC-E385AD4838E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34" name="Picture 33">
                <a:extLst>
                  <a:ext uri="{FF2B5EF4-FFF2-40B4-BE49-F238E27FC236}">
                    <a16:creationId xmlns:a16="http://schemas.microsoft.com/office/drawing/2014/main" id="{CEBAAC2B-D283-4967-89EC-8CA16E2769D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2" name="Rectangle 31">
              <a:extLst>
                <a:ext uri="{FF2B5EF4-FFF2-40B4-BE49-F238E27FC236}">
                  <a16:creationId xmlns:a16="http://schemas.microsoft.com/office/drawing/2014/main" id="{BCA8162F-F884-4C45-B0A8-906ACC7BEA03}"/>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1161785487"/>
      </p:ext>
    </p:extLst>
  </p:cSld>
  <p:clrMapOvr>
    <a:masterClrMapping/>
  </p:clrMapOvr>
  <p:extLst>
    <p:ext uri="{DCECCB84-F9BA-43D5-87BE-67443E8EF086}">
      <p15:sldGuideLst xmlns:p15="http://schemas.microsoft.com/office/powerpoint/2012/main">
        <p15:guide id="2" pos="3736">
          <p15:clr>
            <a:srgbClr val="FBAE40"/>
          </p15:clr>
        </p15:guide>
        <p15:guide id="3" pos="3944">
          <p15:clr>
            <a:srgbClr val="FBAE40"/>
          </p15:clr>
        </p15:guide>
        <p15:guide id="4" orient="horz" pos="2274">
          <p15:clr>
            <a:srgbClr val="FBAE40"/>
          </p15:clr>
        </p15:guide>
        <p15:guide id="5" orient="horz" pos="2442">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6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8"/>
            <a:ext cx="3402000" cy="1850305"/>
          </a:xfrm>
        </p:spPr>
        <p:txBody>
          <a:bodyPr/>
          <a:lstStyle>
            <a:lvl3pPr>
              <a:lnSpc>
                <a:spcPct val="93000"/>
              </a:lnSpc>
              <a:defRPr sz="2000"/>
            </a:lvl3pPr>
          </a:lstStyle>
          <a:p>
            <a:pPr lvl="1"/>
            <a:r>
              <a:rPr lang="en-GB" noProof="0"/>
              <a:t>Click to add text</a:t>
            </a:r>
          </a:p>
        </p:txBody>
      </p:sp>
      <p:sp>
        <p:nvSpPr>
          <p:cNvPr id="8" name="Content Placeholder 2"/>
          <p:cNvSpPr>
            <a:spLocks noGrp="1"/>
          </p:cNvSpPr>
          <p:nvPr>
            <p:ph idx="21" hasCustomPrompt="1"/>
          </p:nvPr>
        </p:nvSpPr>
        <p:spPr bwMode="gray">
          <a:xfrm>
            <a:off x="659008" y="4346776"/>
            <a:ext cx="3402000" cy="1850400"/>
          </a:xfrm>
        </p:spPr>
        <p:txBody>
          <a:bodyPr/>
          <a:lstStyle>
            <a:lvl3pPr>
              <a:lnSpc>
                <a:spcPct val="93000"/>
              </a:lnSpc>
              <a:defRPr sz="2000"/>
            </a:lvl3pPr>
          </a:lstStyle>
          <a:p>
            <a:pPr lvl="1"/>
            <a:r>
              <a:rPr lang="en-GB" noProof="0"/>
              <a:t>Click to add text</a:t>
            </a:r>
          </a:p>
        </p:txBody>
      </p:sp>
      <p:cxnSp>
        <p:nvCxnSpPr>
          <p:cNvPr id="9" name="Straight Connector 8"/>
          <p:cNvCxnSpPr>
            <a:cxnSpLocks/>
          </p:cNvCxnSpPr>
          <p:nvPr userDrawn="1"/>
        </p:nvCxnSpPr>
        <p:spPr bwMode="gray">
          <a:xfrm>
            <a:off x="6590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Content Placeholder 2"/>
          <p:cNvSpPr>
            <a:spLocks noGrp="1"/>
          </p:cNvSpPr>
          <p:nvPr>
            <p:ph idx="23" hasCustomPrompt="1"/>
          </p:nvPr>
        </p:nvSpPr>
        <p:spPr bwMode="gray">
          <a:xfrm>
            <a:off x="8132608" y="1757278"/>
            <a:ext cx="3402000" cy="1850305"/>
          </a:xfrm>
        </p:spPr>
        <p:txBody>
          <a:bodyPr/>
          <a:lstStyle>
            <a:lvl3pPr>
              <a:lnSpc>
                <a:spcPct val="93000"/>
              </a:lnSpc>
              <a:defRPr sz="2000"/>
            </a:lvl3pPr>
          </a:lstStyle>
          <a:p>
            <a:pPr lvl="1"/>
            <a:r>
              <a:rPr lang="en-GB" noProof="0"/>
              <a:t>Click to add text</a:t>
            </a:r>
          </a:p>
        </p:txBody>
      </p:sp>
      <p:sp>
        <p:nvSpPr>
          <p:cNvPr id="43" name="Content Placeholder 2"/>
          <p:cNvSpPr>
            <a:spLocks noGrp="1"/>
          </p:cNvSpPr>
          <p:nvPr>
            <p:ph idx="25" hasCustomPrompt="1"/>
          </p:nvPr>
        </p:nvSpPr>
        <p:spPr bwMode="gray">
          <a:xfrm>
            <a:off x="8132608" y="4346776"/>
            <a:ext cx="3402000" cy="1850400"/>
          </a:xfrm>
        </p:spPr>
        <p:txBody>
          <a:bodyPr/>
          <a:lstStyle>
            <a:lvl3pPr>
              <a:lnSpc>
                <a:spcPct val="93000"/>
              </a:lnSpc>
              <a:defRPr sz="2000"/>
            </a:lvl3pPr>
          </a:lstStyle>
          <a:p>
            <a:pPr lvl="1"/>
            <a:r>
              <a:rPr lang="en-GB" noProof="0"/>
              <a:t>Click to add text</a:t>
            </a:r>
          </a:p>
        </p:txBody>
      </p:sp>
      <p:cxnSp>
        <p:nvCxnSpPr>
          <p:cNvPr id="44" name="Straight Connector 43"/>
          <p:cNvCxnSpPr>
            <a:cxnSpLocks/>
          </p:cNvCxnSpPr>
          <p:nvPr userDrawn="1"/>
        </p:nvCxnSpPr>
        <p:spPr bwMode="gray">
          <a:xfrm>
            <a:off x="81326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cxnSpLocks/>
          </p:cNvCxnSpPr>
          <p:nvPr userDrawn="1"/>
        </p:nvCxnSpPr>
        <p:spPr bwMode="gray">
          <a:xfrm>
            <a:off x="81326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Content Placeholder 2"/>
          <p:cNvSpPr>
            <a:spLocks noGrp="1"/>
          </p:cNvSpPr>
          <p:nvPr>
            <p:ph idx="27" hasCustomPrompt="1"/>
          </p:nvPr>
        </p:nvSpPr>
        <p:spPr bwMode="gray">
          <a:xfrm>
            <a:off x="4395000" y="1757278"/>
            <a:ext cx="3402000" cy="1850305"/>
          </a:xfrm>
        </p:spPr>
        <p:txBody>
          <a:bodyPr/>
          <a:lstStyle>
            <a:lvl3pPr>
              <a:lnSpc>
                <a:spcPct val="93000"/>
              </a:lnSpc>
              <a:defRPr sz="2000"/>
            </a:lvl3pPr>
          </a:lstStyle>
          <a:p>
            <a:pPr lvl="1"/>
            <a:r>
              <a:rPr lang="en-GB" noProof="0"/>
              <a:t>Click to add text</a:t>
            </a:r>
          </a:p>
        </p:txBody>
      </p:sp>
      <p:sp>
        <p:nvSpPr>
          <p:cNvPr id="49" name="Content Placeholder 2"/>
          <p:cNvSpPr>
            <a:spLocks noGrp="1"/>
          </p:cNvSpPr>
          <p:nvPr>
            <p:ph idx="29" hasCustomPrompt="1"/>
          </p:nvPr>
        </p:nvSpPr>
        <p:spPr bwMode="gray">
          <a:xfrm>
            <a:off x="4395000" y="4346776"/>
            <a:ext cx="3402000" cy="1850400"/>
          </a:xfrm>
        </p:spPr>
        <p:txBody>
          <a:bodyPr/>
          <a:lstStyle>
            <a:lvl3pPr>
              <a:lnSpc>
                <a:spcPct val="93000"/>
              </a:lnSpc>
              <a:defRPr sz="2000"/>
            </a:lvl3pPr>
          </a:lstStyle>
          <a:p>
            <a:pPr lvl="1"/>
            <a:r>
              <a:rPr lang="en-GB" noProof="0"/>
              <a:t>Click to add text</a:t>
            </a:r>
          </a:p>
        </p:txBody>
      </p:sp>
      <p:cxnSp>
        <p:nvCxnSpPr>
          <p:cNvPr id="50" name="Straight Connector 49"/>
          <p:cNvCxnSpPr>
            <a:cxnSpLocks/>
          </p:cNvCxnSpPr>
          <p:nvPr userDrawn="1"/>
        </p:nvCxnSpPr>
        <p:spPr bwMode="gray">
          <a:xfrm>
            <a:off x="4395000"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userDrawn="1"/>
        </p:nvCxnSpPr>
        <p:spPr bwMode="gray">
          <a:xfrm>
            <a:off x="4395000"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12"/>
          <p:cNvSpPr>
            <a:spLocks noGrp="1"/>
          </p:cNvSpPr>
          <p:nvPr>
            <p:ph type="sldNum" sz="quarter" idx="31"/>
          </p:nvPr>
        </p:nvSpPr>
        <p:spPr/>
        <p:txBody>
          <a:bodyPr/>
          <a:lstStyle/>
          <a:p>
            <a:fld id="{DDD2A080-DA64-4F5C-9131-47EB793B4410}" type="slidenum">
              <a:rPr lang="en-GB" noProof="0" smtClean="0"/>
              <a:pPr/>
              <a:t>‹#›</a:t>
            </a:fld>
            <a:endParaRPr lang="en-GB" noProof="0"/>
          </a:p>
        </p:txBody>
      </p:sp>
      <p:sp>
        <p:nvSpPr>
          <p:cNvPr id="3" name="Footer Placeholder 2">
            <a:extLst>
              <a:ext uri="{FF2B5EF4-FFF2-40B4-BE49-F238E27FC236}">
                <a16:creationId xmlns:a16="http://schemas.microsoft.com/office/drawing/2014/main" id="{7B2AE73F-F541-436A-B59E-B7BA48843A64}"/>
              </a:ext>
            </a:extLst>
          </p:cNvPr>
          <p:cNvSpPr>
            <a:spLocks noGrp="1"/>
          </p:cNvSpPr>
          <p:nvPr>
            <p:ph type="ftr" sz="quarter" idx="32"/>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F01FA91F-1347-4A68-B4E4-CB1FEB2F249B}"/>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Text Placeholder 29">
            <a:extLst>
              <a:ext uri="{FF2B5EF4-FFF2-40B4-BE49-F238E27FC236}">
                <a16:creationId xmlns:a16="http://schemas.microsoft.com/office/drawing/2014/main" id="{71AA57DF-8FA7-4F3A-9EEB-C3E87ACBC8B8}"/>
              </a:ext>
            </a:extLst>
          </p:cNvPr>
          <p:cNvSpPr>
            <a:spLocks noGrp="1"/>
          </p:cNvSpPr>
          <p:nvPr>
            <p:ph type="body" sz="quarter" idx="38" hasCustomPrompt="1"/>
          </p:nvPr>
        </p:nvSpPr>
        <p:spPr bwMode="auto">
          <a:xfrm>
            <a:off x="6590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35" name="Text Placeholder 34">
            <a:extLst>
              <a:ext uri="{FF2B5EF4-FFF2-40B4-BE49-F238E27FC236}">
                <a16:creationId xmlns:a16="http://schemas.microsoft.com/office/drawing/2014/main" id="{E7718391-B7F7-4E37-8AFB-E3B2F541D1CE}"/>
              </a:ext>
            </a:extLst>
          </p:cNvPr>
          <p:cNvSpPr>
            <a:spLocks noGrp="1"/>
          </p:cNvSpPr>
          <p:nvPr>
            <p:ph type="body" sz="quarter" idx="42" hasCustomPrompt="1"/>
          </p:nvPr>
        </p:nvSpPr>
        <p:spPr bwMode="auto">
          <a:xfrm>
            <a:off x="6590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31" name="Text Placeholder 30">
            <a:extLst>
              <a:ext uri="{FF2B5EF4-FFF2-40B4-BE49-F238E27FC236}">
                <a16:creationId xmlns:a16="http://schemas.microsoft.com/office/drawing/2014/main" id="{388B2075-FA24-44D3-A933-88A394B5D12A}"/>
              </a:ext>
            </a:extLst>
          </p:cNvPr>
          <p:cNvSpPr>
            <a:spLocks noGrp="1"/>
          </p:cNvSpPr>
          <p:nvPr>
            <p:ph type="body" sz="quarter" idx="43" hasCustomPrompt="1"/>
          </p:nvPr>
        </p:nvSpPr>
        <p:spPr bwMode="auto">
          <a:xfrm>
            <a:off x="4395000"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34" name="Text Placeholder 33">
            <a:extLst>
              <a:ext uri="{FF2B5EF4-FFF2-40B4-BE49-F238E27FC236}">
                <a16:creationId xmlns:a16="http://schemas.microsoft.com/office/drawing/2014/main" id="{5F8D34A5-43EB-460D-B7F1-C4498910281E}"/>
              </a:ext>
            </a:extLst>
          </p:cNvPr>
          <p:cNvSpPr>
            <a:spLocks noGrp="1"/>
          </p:cNvSpPr>
          <p:nvPr>
            <p:ph type="body" sz="quarter" idx="44" hasCustomPrompt="1"/>
          </p:nvPr>
        </p:nvSpPr>
        <p:spPr bwMode="auto">
          <a:xfrm>
            <a:off x="4395000"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32" name="Text Placeholder 31">
            <a:extLst>
              <a:ext uri="{FF2B5EF4-FFF2-40B4-BE49-F238E27FC236}">
                <a16:creationId xmlns:a16="http://schemas.microsoft.com/office/drawing/2014/main" id="{AF9A0912-E3DD-4B25-9638-CA6C2E92CA63}"/>
              </a:ext>
            </a:extLst>
          </p:cNvPr>
          <p:cNvSpPr>
            <a:spLocks noGrp="1"/>
          </p:cNvSpPr>
          <p:nvPr>
            <p:ph type="body" sz="quarter" idx="45" hasCustomPrompt="1"/>
          </p:nvPr>
        </p:nvSpPr>
        <p:spPr bwMode="auto">
          <a:xfrm>
            <a:off x="81326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33" name="Text Placeholder 32">
            <a:extLst>
              <a:ext uri="{FF2B5EF4-FFF2-40B4-BE49-F238E27FC236}">
                <a16:creationId xmlns:a16="http://schemas.microsoft.com/office/drawing/2014/main" id="{81546869-C142-4E9A-B49F-4C54E614E44C}"/>
              </a:ext>
            </a:extLst>
          </p:cNvPr>
          <p:cNvSpPr>
            <a:spLocks noGrp="1"/>
          </p:cNvSpPr>
          <p:nvPr>
            <p:ph type="body" sz="quarter" idx="46" hasCustomPrompt="1"/>
          </p:nvPr>
        </p:nvSpPr>
        <p:spPr bwMode="auto">
          <a:xfrm>
            <a:off x="81326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a:t>Click to add subtitle</a:t>
            </a:r>
            <a:endParaRPr lang="en-GB"/>
          </a:p>
        </p:txBody>
      </p:sp>
      <p:grpSp>
        <p:nvGrpSpPr>
          <p:cNvPr id="36" name="Group 35">
            <a:extLst>
              <a:ext uri="{FF2B5EF4-FFF2-40B4-BE49-F238E27FC236}">
                <a16:creationId xmlns:a16="http://schemas.microsoft.com/office/drawing/2014/main" id="{C5F4D262-BE74-44A8-9713-982829562E8C}"/>
              </a:ext>
            </a:extLst>
          </p:cNvPr>
          <p:cNvGrpSpPr/>
          <p:nvPr userDrawn="1"/>
        </p:nvGrpSpPr>
        <p:grpSpPr>
          <a:xfrm>
            <a:off x="-2368598" y="0"/>
            <a:ext cx="1872000" cy="4379495"/>
            <a:chOff x="-2025698" y="0"/>
            <a:chExt cx="1872000" cy="4379495"/>
          </a:xfrm>
        </p:grpSpPr>
        <p:grpSp>
          <p:nvGrpSpPr>
            <p:cNvPr id="37" name="Group 36">
              <a:extLst>
                <a:ext uri="{FF2B5EF4-FFF2-40B4-BE49-F238E27FC236}">
                  <a16:creationId xmlns:a16="http://schemas.microsoft.com/office/drawing/2014/main" id="{51FDA5C2-7453-4C2B-9537-F0AE97278AA2}"/>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71407AED-8354-4C45-BDB0-AD483AD5064D}"/>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B8624C95-4CF3-48B9-AFC1-22D9BEB93BA8}"/>
                    </a:ext>
                  </a:extLst>
                </p:cNvPr>
                <p:cNvGrpSpPr/>
                <p:nvPr/>
              </p:nvGrpSpPr>
              <p:grpSpPr>
                <a:xfrm>
                  <a:off x="-2025698" y="0"/>
                  <a:ext cx="1872000" cy="4379495"/>
                  <a:chOff x="-2025698" y="0"/>
                  <a:chExt cx="1872000" cy="4379495"/>
                </a:xfrm>
              </p:grpSpPr>
              <p:sp>
                <p:nvSpPr>
                  <p:cNvPr id="48" name="Rectangle 104">
                    <a:extLst>
                      <a:ext uri="{FF2B5EF4-FFF2-40B4-BE49-F238E27FC236}">
                        <a16:creationId xmlns:a16="http://schemas.microsoft.com/office/drawing/2014/main" id="{A74BEA27-198E-41D1-B3E2-966739BFFDB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52" name="Rectangle 113">
                    <a:extLst>
                      <a:ext uri="{FF2B5EF4-FFF2-40B4-BE49-F238E27FC236}">
                        <a16:creationId xmlns:a16="http://schemas.microsoft.com/office/drawing/2014/main" id="{B3960D3D-80F9-48FE-8A72-3377E5079B2F}"/>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46" name="Rectangle 106">
                  <a:extLst>
                    <a:ext uri="{FF2B5EF4-FFF2-40B4-BE49-F238E27FC236}">
                      <a16:creationId xmlns:a16="http://schemas.microsoft.com/office/drawing/2014/main" id="{C6071CEB-B712-4D26-9746-BA2B76DF2325}"/>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40" name="Picture 39">
                <a:extLst>
                  <a:ext uri="{FF2B5EF4-FFF2-40B4-BE49-F238E27FC236}">
                    <a16:creationId xmlns:a16="http://schemas.microsoft.com/office/drawing/2014/main" id="{5A6FBD9F-4B7A-48B2-8826-BC4054DC6A8E}"/>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8" name="Rectangle 37">
              <a:extLst>
                <a:ext uri="{FF2B5EF4-FFF2-40B4-BE49-F238E27FC236}">
                  <a16:creationId xmlns:a16="http://schemas.microsoft.com/office/drawing/2014/main" id="{86CA13DC-E600-4A64-AC8A-4E2D36E41B5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2658023534"/>
      </p:ext>
    </p:extLst>
  </p:cSld>
  <p:clrMapOvr>
    <a:masterClrMapping/>
  </p:clrMapOvr>
  <p:extLst>
    <p:ext uri="{DCECCB84-F9BA-43D5-87BE-67443E8EF086}">
      <p15:sldGuideLst xmlns:p15="http://schemas.microsoft.com/office/powerpoint/2012/main">
        <p15:guide id="2" pos="2556">
          <p15:clr>
            <a:srgbClr val="FBAE40"/>
          </p15:clr>
        </p15:guide>
        <p15:guide id="3" pos="5120">
          <p15:clr>
            <a:srgbClr val="FBAE40"/>
          </p15:clr>
        </p15:guide>
        <p15:guide id="4" pos="2768">
          <p15:clr>
            <a:srgbClr val="FBAE40"/>
          </p15:clr>
        </p15:guide>
        <p15:guide id="5" pos="4912">
          <p15:clr>
            <a:srgbClr val="FBAE40"/>
          </p15:clr>
        </p15:guide>
        <p15:guide id="6" orient="horz" pos="2288">
          <p15:clr>
            <a:srgbClr val="FBAE40"/>
          </p15:clr>
        </p15:guide>
        <p15:guide id="7" orient="horz" pos="2344">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8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9"/>
            <a:ext cx="2595600" cy="1850400"/>
          </a:xfrm>
        </p:spPr>
        <p:txBody>
          <a:bodyPr/>
          <a:lstStyle>
            <a:lvl3pPr>
              <a:lnSpc>
                <a:spcPct val="93000"/>
              </a:lnSpc>
              <a:defRPr sz="2000"/>
            </a:lvl3pPr>
          </a:lstStyle>
          <a:p>
            <a:pPr lvl="1"/>
            <a:r>
              <a:rPr lang="en-GB" noProof="0"/>
              <a:t>Click to add text</a:t>
            </a:r>
          </a:p>
        </p:txBody>
      </p:sp>
      <p:sp>
        <p:nvSpPr>
          <p:cNvPr id="8" name="Content Placeholder 2"/>
          <p:cNvSpPr>
            <a:spLocks noGrp="1"/>
          </p:cNvSpPr>
          <p:nvPr>
            <p:ph idx="21" hasCustomPrompt="1"/>
          </p:nvPr>
        </p:nvSpPr>
        <p:spPr bwMode="gray">
          <a:xfrm>
            <a:off x="659008" y="4346776"/>
            <a:ext cx="2595600" cy="1850400"/>
          </a:xfrm>
        </p:spPr>
        <p:txBody>
          <a:bodyPr/>
          <a:lstStyle>
            <a:lvl3pPr>
              <a:lnSpc>
                <a:spcPct val="93000"/>
              </a:lnSpc>
              <a:defRPr sz="2000"/>
            </a:lvl3pPr>
          </a:lstStyle>
          <a:p>
            <a:pPr lvl="1"/>
            <a:r>
              <a:rPr lang="en-GB" noProof="0"/>
              <a:t>Click to add text</a:t>
            </a:r>
          </a:p>
        </p:txBody>
      </p:sp>
      <p:cxnSp>
        <p:nvCxnSpPr>
          <p:cNvPr id="9" name="Straight Connector 8"/>
          <p:cNvCxnSpPr>
            <a:cxnSpLocks/>
          </p:cNvCxnSpPr>
          <p:nvPr userDrawn="1"/>
        </p:nvCxnSpPr>
        <p:spPr bwMode="gray">
          <a:xfrm>
            <a:off x="65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idx="25" hasCustomPrompt="1"/>
          </p:nvPr>
        </p:nvSpPr>
        <p:spPr bwMode="gray">
          <a:xfrm>
            <a:off x="3419008" y="4346776"/>
            <a:ext cx="2595600" cy="1850400"/>
          </a:xfrm>
        </p:spPr>
        <p:txBody>
          <a:bodyPr/>
          <a:lstStyle>
            <a:lvl3pPr>
              <a:lnSpc>
                <a:spcPct val="93000"/>
              </a:lnSpc>
              <a:defRPr sz="2000"/>
            </a:lvl3pPr>
          </a:lstStyle>
          <a:p>
            <a:pPr lvl="1"/>
            <a:r>
              <a:rPr lang="en-GB" noProof="0"/>
              <a:t>Click to add text</a:t>
            </a:r>
          </a:p>
        </p:txBody>
      </p:sp>
      <p:cxnSp>
        <p:nvCxnSpPr>
          <p:cNvPr id="55" name="Straight Connector 54"/>
          <p:cNvCxnSpPr>
            <a:cxnSpLocks/>
          </p:cNvCxnSpPr>
          <p:nvPr userDrawn="1"/>
        </p:nvCxnSpPr>
        <p:spPr bwMode="gray">
          <a:xfrm>
            <a:off x="341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p:cNvCxnSpPr>
          <p:nvPr userDrawn="1"/>
        </p:nvCxnSpPr>
        <p:spPr bwMode="gray">
          <a:xfrm>
            <a:off x="341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Content Placeholder 2"/>
          <p:cNvSpPr>
            <a:spLocks noGrp="1"/>
          </p:cNvSpPr>
          <p:nvPr>
            <p:ph idx="27" hasCustomPrompt="1"/>
          </p:nvPr>
        </p:nvSpPr>
        <p:spPr bwMode="gray">
          <a:xfrm>
            <a:off x="6179008" y="1757279"/>
            <a:ext cx="2595600" cy="1850400"/>
          </a:xfrm>
        </p:spPr>
        <p:txBody>
          <a:bodyPr/>
          <a:lstStyle>
            <a:lvl3pPr>
              <a:lnSpc>
                <a:spcPct val="93000"/>
              </a:lnSpc>
              <a:defRPr sz="2000"/>
            </a:lvl3pPr>
          </a:lstStyle>
          <a:p>
            <a:pPr lvl="1"/>
            <a:r>
              <a:rPr lang="en-GB" noProof="0"/>
              <a:t>Click to add text</a:t>
            </a:r>
          </a:p>
        </p:txBody>
      </p:sp>
      <p:sp>
        <p:nvSpPr>
          <p:cNvPr id="60" name="Content Placeholder 2"/>
          <p:cNvSpPr>
            <a:spLocks noGrp="1"/>
          </p:cNvSpPr>
          <p:nvPr>
            <p:ph idx="29" hasCustomPrompt="1"/>
          </p:nvPr>
        </p:nvSpPr>
        <p:spPr bwMode="gray">
          <a:xfrm>
            <a:off x="6179008" y="4346776"/>
            <a:ext cx="2595600" cy="1850400"/>
          </a:xfrm>
        </p:spPr>
        <p:txBody>
          <a:bodyPr/>
          <a:lstStyle>
            <a:lvl3pPr>
              <a:lnSpc>
                <a:spcPct val="93000"/>
              </a:lnSpc>
              <a:defRPr sz="2000"/>
            </a:lvl3pPr>
          </a:lstStyle>
          <a:p>
            <a:pPr lvl="1"/>
            <a:r>
              <a:rPr lang="en-GB" noProof="0"/>
              <a:t>Click to add text</a:t>
            </a:r>
          </a:p>
        </p:txBody>
      </p:sp>
      <p:cxnSp>
        <p:nvCxnSpPr>
          <p:cNvPr id="61" name="Straight Connector 60"/>
          <p:cNvCxnSpPr>
            <a:cxnSpLocks/>
          </p:cNvCxnSpPr>
          <p:nvPr userDrawn="1"/>
        </p:nvCxnSpPr>
        <p:spPr bwMode="gray">
          <a:xfrm>
            <a:off x="617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cxnSpLocks/>
          </p:cNvCxnSpPr>
          <p:nvPr userDrawn="1"/>
        </p:nvCxnSpPr>
        <p:spPr bwMode="gray">
          <a:xfrm>
            <a:off x="617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4" name="Content Placeholder 2"/>
          <p:cNvSpPr>
            <a:spLocks noGrp="1"/>
          </p:cNvSpPr>
          <p:nvPr>
            <p:ph idx="31" hasCustomPrompt="1"/>
          </p:nvPr>
        </p:nvSpPr>
        <p:spPr bwMode="gray">
          <a:xfrm>
            <a:off x="8939008" y="1757279"/>
            <a:ext cx="2595600" cy="1850400"/>
          </a:xfrm>
        </p:spPr>
        <p:txBody>
          <a:bodyPr/>
          <a:lstStyle>
            <a:lvl3pPr>
              <a:lnSpc>
                <a:spcPct val="93000"/>
              </a:lnSpc>
              <a:defRPr sz="2000"/>
            </a:lvl3pPr>
          </a:lstStyle>
          <a:p>
            <a:pPr lvl="1"/>
            <a:r>
              <a:rPr lang="en-GB" noProof="0"/>
              <a:t>Click to add text</a:t>
            </a:r>
          </a:p>
        </p:txBody>
      </p:sp>
      <p:sp>
        <p:nvSpPr>
          <p:cNvPr id="66" name="Content Placeholder 2"/>
          <p:cNvSpPr>
            <a:spLocks noGrp="1"/>
          </p:cNvSpPr>
          <p:nvPr>
            <p:ph idx="33" hasCustomPrompt="1"/>
          </p:nvPr>
        </p:nvSpPr>
        <p:spPr bwMode="gray">
          <a:xfrm>
            <a:off x="8939008" y="4346776"/>
            <a:ext cx="2595600" cy="1850400"/>
          </a:xfrm>
        </p:spPr>
        <p:txBody>
          <a:bodyPr/>
          <a:lstStyle>
            <a:lvl3pPr>
              <a:lnSpc>
                <a:spcPct val="93000"/>
              </a:lnSpc>
              <a:defRPr sz="2000"/>
            </a:lvl3pPr>
          </a:lstStyle>
          <a:p>
            <a:pPr lvl="1"/>
            <a:r>
              <a:rPr lang="en-GB" noProof="0"/>
              <a:t>Click to add text</a:t>
            </a:r>
          </a:p>
        </p:txBody>
      </p:sp>
      <p:cxnSp>
        <p:nvCxnSpPr>
          <p:cNvPr id="67" name="Straight Connector 66"/>
          <p:cNvCxnSpPr>
            <a:cxnSpLocks/>
          </p:cNvCxnSpPr>
          <p:nvPr userDrawn="1"/>
        </p:nvCxnSpPr>
        <p:spPr bwMode="gray">
          <a:xfrm>
            <a:off x="893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cxnSpLocks/>
          </p:cNvCxnSpPr>
          <p:nvPr userDrawn="1"/>
        </p:nvCxnSpPr>
        <p:spPr bwMode="gray">
          <a:xfrm>
            <a:off x="893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35"/>
          </p:nvPr>
        </p:nvSpPr>
        <p:spPr/>
        <p:txBody>
          <a:bodyPr/>
          <a:lstStyle/>
          <a:p>
            <a:fld id="{DDD2A080-DA64-4F5C-9131-47EB793B4410}" type="slidenum">
              <a:rPr lang="en-GB" noProof="0" smtClean="0"/>
              <a:pPr/>
              <a:t>‹#›</a:t>
            </a:fld>
            <a:endParaRPr lang="en-GB" noProof="0"/>
          </a:p>
        </p:txBody>
      </p:sp>
      <p:sp>
        <p:nvSpPr>
          <p:cNvPr id="3" name="Footer Placeholder 2">
            <a:extLst>
              <a:ext uri="{FF2B5EF4-FFF2-40B4-BE49-F238E27FC236}">
                <a16:creationId xmlns:a16="http://schemas.microsoft.com/office/drawing/2014/main" id="{1B454FB8-4E07-44C0-BE34-38DF9804AF97}"/>
              </a:ext>
            </a:extLst>
          </p:cNvPr>
          <p:cNvSpPr>
            <a:spLocks noGrp="1"/>
          </p:cNvSpPr>
          <p:nvPr>
            <p:ph type="ftr" sz="quarter" idx="36"/>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4D232792-6D79-4486-8E98-62F78FA268D5}"/>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Content Placeholder 2">
            <a:extLst>
              <a:ext uri="{FF2B5EF4-FFF2-40B4-BE49-F238E27FC236}">
                <a16:creationId xmlns:a16="http://schemas.microsoft.com/office/drawing/2014/main" id="{FA008AD3-EEEE-4C37-9E2F-0052AAA9F58E}"/>
              </a:ext>
            </a:extLst>
          </p:cNvPr>
          <p:cNvSpPr>
            <a:spLocks noGrp="1"/>
          </p:cNvSpPr>
          <p:nvPr>
            <p:ph idx="37" hasCustomPrompt="1"/>
          </p:nvPr>
        </p:nvSpPr>
        <p:spPr bwMode="gray">
          <a:xfrm>
            <a:off x="3419008" y="1757279"/>
            <a:ext cx="2595600" cy="1850400"/>
          </a:xfrm>
        </p:spPr>
        <p:txBody>
          <a:bodyPr/>
          <a:lstStyle>
            <a:lvl3pPr>
              <a:lnSpc>
                <a:spcPct val="93000"/>
              </a:lnSpc>
              <a:defRPr sz="2000"/>
            </a:lvl3pPr>
          </a:lstStyle>
          <a:p>
            <a:pPr lvl="1"/>
            <a:r>
              <a:rPr lang="en-GB" noProof="0"/>
              <a:t>Click to add text</a:t>
            </a:r>
          </a:p>
        </p:txBody>
      </p:sp>
      <p:sp>
        <p:nvSpPr>
          <p:cNvPr id="41" name="Text Placeholder 40">
            <a:extLst>
              <a:ext uri="{FF2B5EF4-FFF2-40B4-BE49-F238E27FC236}">
                <a16:creationId xmlns:a16="http://schemas.microsoft.com/office/drawing/2014/main" id="{2374A518-3CFE-403E-8757-65866F7F06F4}"/>
              </a:ext>
            </a:extLst>
          </p:cNvPr>
          <p:cNvSpPr>
            <a:spLocks noGrp="1"/>
          </p:cNvSpPr>
          <p:nvPr>
            <p:ph type="body" sz="quarter" idx="38" hasCustomPrompt="1"/>
          </p:nvPr>
        </p:nvSpPr>
        <p:spPr bwMode="auto">
          <a:xfrm>
            <a:off x="65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43" name="Text Placeholder 42">
            <a:extLst>
              <a:ext uri="{FF2B5EF4-FFF2-40B4-BE49-F238E27FC236}">
                <a16:creationId xmlns:a16="http://schemas.microsoft.com/office/drawing/2014/main" id="{E2D6F2AC-3548-4A63-AD15-AC2461290B66}"/>
              </a:ext>
            </a:extLst>
          </p:cNvPr>
          <p:cNvSpPr>
            <a:spLocks noGrp="1"/>
          </p:cNvSpPr>
          <p:nvPr>
            <p:ph type="body" sz="quarter" idx="39" hasCustomPrompt="1"/>
          </p:nvPr>
        </p:nvSpPr>
        <p:spPr bwMode="auto">
          <a:xfrm>
            <a:off x="341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44" name="Text Placeholder 43">
            <a:extLst>
              <a:ext uri="{FF2B5EF4-FFF2-40B4-BE49-F238E27FC236}">
                <a16:creationId xmlns:a16="http://schemas.microsoft.com/office/drawing/2014/main" id="{DB547CC5-46DB-4BAF-B4F1-7DDE8AD9140D}"/>
              </a:ext>
            </a:extLst>
          </p:cNvPr>
          <p:cNvSpPr>
            <a:spLocks noGrp="1"/>
          </p:cNvSpPr>
          <p:nvPr>
            <p:ph type="body" sz="quarter" idx="40" hasCustomPrompt="1"/>
          </p:nvPr>
        </p:nvSpPr>
        <p:spPr bwMode="auto">
          <a:xfrm>
            <a:off x="617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45" name="Text Placeholder 44">
            <a:extLst>
              <a:ext uri="{FF2B5EF4-FFF2-40B4-BE49-F238E27FC236}">
                <a16:creationId xmlns:a16="http://schemas.microsoft.com/office/drawing/2014/main" id="{E346AFA3-0D72-4528-82A5-83901F39792B}"/>
              </a:ext>
            </a:extLst>
          </p:cNvPr>
          <p:cNvSpPr>
            <a:spLocks noGrp="1"/>
          </p:cNvSpPr>
          <p:nvPr>
            <p:ph type="body" sz="quarter" idx="41" hasCustomPrompt="1"/>
          </p:nvPr>
        </p:nvSpPr>
        <p:spPr bwMode="auto">
          <a:xfrm>
            <a:off x="893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49" name="Text Placeholder 48">
            <a:extLst>
              <a:ext uri="{FF2B5EF4-FFF2-40B4-BE49-F238E27FC236}">
                <a16:creationId xmlns:a16="http://schemas.microsoft.com/office/drawing/2014/main" id="{1BC9C923-5254-4E6C-A703-623F5EBB1A16}"/>
              </a:ext>
            </a:extLst>
          </p:cNvPr>
          <p:cNvSpPr>
            <a:spLocks noGrp="1"/>
          </p:cNvSpPr>
          <p:nvPr>
            <p:ph type="body" sz="quarter" idx="42" hasCustomPrompt="1"/>
          </p:nvPr>
        </p:nvSpPr>
        <p:spPr bwMode="auto">
          <a:xfrm>
            <a:off x="65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48" name="Text Placeholder 47">
            <a:extLst>
              <a:ext uri="{FF2B5EF4-FFF2-40B4-BE49-F238E27FC236}">
                <a16:creationId xmlns:a16="http://schemas.microsoft.com/office/drawing/2014/main" id="{7A80E218-FD84-4C94-9AAD-0814DF1E6B86}"/>
              </a:ext>
            </a:extLst>
          </p:cNvPr>
          <p:cNvSpPr>
            <a:spLocks noGrp="1"/>
          </p:cNvSpPr>
          <p:nvPr>
            <p:ph type="body" sz="quarter" idx="43" hasCustomPrompt="1"/>
          </p:nvPr>
        </p:nvSpPr>
        <p:spPr bwMode="auto">
          <a:xfrm>
            <a:off x="341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47" name="Text Placeholder 46">
            <a:extLst>
              <a:ext uri="{FF2B5EF4-FFF2-40B4-BE49-F238E27FC236}">
                <a16:creationId xmlns:a16="http://schemas.microsoft.com/office/drawing/2014/main" id="{DFFA4740-F4FF-4619-A019-BC18E73B82E8}"/>
              </a:ext>
            </a:extLst>
          </p:cNvPr>
          <p:cNvSpPr>
            <a:spLocks noGrp="1"/>
          </p:cNvSpPr>
          <p:nvPr>
            <p:ph type="body" sz="quarter" idx="44" hasCustomPrompt="1"/>
          </p:nvPr>
        </p:nvSpPr>
        <p:spPr bwMode="auto">
          <a:xfrm>
            <a:off x="617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a:t>Click to add subtitle</a:t>
            </a:r>
            <a:endParaRPr lang="en-GB"/>
          </a:p>
        </p:txBody>
      </p:sp>
      <p:sp>
        <p:nvSpPr>
          <p:cNvPr id="46" name="Text Placeholder 45">
            <a:extLst>
              <a:ext uri="{FF2B5EF4-FFF2-40B4-BE49-F238E27FC236}">
                <a16:creationId xmlns:a16="http://schemas.microsoft.com/office/drawing/2014/main" id="{84C6BB93-BD28-40A3-83C8-D7ADD09F55AA}"/>
              </a:ext>
            </a:extLst>
          </p:cNvPr>
          <p:cNvSpPr>
            <a:spLocks noGrp="1"/>
          </p:cNvSpPr>
          <p:nvPr>
            <p:ph type="body" sz="quarter" idx="45" hasCustomPrompt="1"/>
          </p:nvPr>
        </p:nvSpPr>
        <p:spPr bwMode="auto">
          <a:xfrm>
            <a:off x="893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a:t>Click to add subtitle</a:t>
            </a:r>
            <a:endParaRPr lang="en-GB"/>
          </a:p>
        </p:txBody>
      </p:sp>
      <p:grpSp>
        <p:nvGrpSpPr>
          <p:cNvPr id="38" name="Group 37">
            <a:extLst>
              <a:ext uri="{FF2B5EF4-FFF2-40B4-BE49-F238E27FC236}">
                <a16:creationId xmlns:a16="http://schemas.microsoft.com/office/drawing/2014/main" id="{8728A0B4-557E-498B-ADDB-F867DB330A2A}"/>
              </a:ext>
            </a:extLst>
          </p:cNvPr>
          <p:cNvGrpSpPr/>
          <p:nvPr userDrawn="1"/>
        </p:nvGrpSpPr>
        <p:grpSpPr>
          <a:xfrm>
            <a:off x="-2368598" y="0"/>
            <a:ext cx="1872000" cy="4379495"/>
            <a:chOff x="-2025698" y="0"/>
            <a:chExt cx="1872000" cy="4379495"/>
          </a:xfrm>
        </p:grpSpPr>
        <p:grpSp>
          <p:nvGrpSpPr>
            <p:cNvPr id="39" name="Group 38">
              <a:extLst>
                <a:ext uri="{FF2B5EF4-FFF2-40B4-BE49-F238E27FC236}">
                  <a16:creationId xmlns:a16="http://schemas.microsoft.com/office/drawing/2014/main" id="{2A193CEB-0FDA-42A3-A9E1-E4E4E2A680C6}"/>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8E5E1E6D-FA2D-4A01-8EB2-CC9CC0C8B7CC}"/>
                  </a:ext>
                </a:extLst>
              </p:cNvPr>
              <p:cNvGrpSpPr/>
              <p:nvPr userDrawn="1"/>
            </p:nvGrpSpPr>
            <p:grpSpPr>
              <a:xfrm>
                <a:off x="-2025698" y="0"/>
                <a:ext cx="1872000" cy="4379495"/>
                <a:chOff x="-2025698" y="0"/>
                <a:chExt cx="1872000" cy="4379495"/>
              </a:xfrm>
            </p:grpSpPr>
            <p:grpSp>
              <p:nvGrpSpPr>
                <p:cNvPr id="51" name="Group 50">
                  <a:extLst>
                    <a:ext uri="{FF2B5EF4-FFF2-40B4-BE49-F238E27FC236}">
                      <a16:creationId xmlns:a16="http://schemas.microsoft.com/office/drawing/2014/main" id="{58BAAC05-8869-4094-A464-1F959E554D30}"/>
                    </a:ext>
                  </a:extLst>
                </p:cNvPr>
                <p:cNvGrpSpPr/>
                <p:nvPr/>
              </p:nvGrpSpPr>
              <p:grpSpPr>
                <a:xfrm>
                  <a:off x="-2025698" y="0"/>
                  <a:ext cx="1872000" cy="4379495"/>
                  <a:chOff x="-2025698" y="0"/>
                  <a:chExt cx="1872000" cy="4379495"/>
                </a:xfrm>
              </p:grpSpPr>
              <p:sp>
                <p:nvSpPr>
                  <p:cNvPr id="53" name="Rectangle 104">
                    <a:extLst>
                      <a:ext uri="{FF2B5EF4-FFF2-40B4-BE49-F238E27FC236}">
                        <a16:creationId xmlns:a16="http://schemas.microsoft.com/office/drawing/2014/main" id="{1F0E644D-7A3F-4867-A0C8-2CF313ADD23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a:p>
                </p:txBody>
              </p:sp>
              <p:sp>
                <p:nvSpPr>
                  <p:cNvPr id="57" name="Rectangle 113">
                    <a:extLst>
                      <a:ext uri="{FF2B5EF4-FFF2-40B4-BE49-F238E27FC236}">
                        <a16:creationId xmlns:a16="http://schemas.microsoft.com/office/drawing/2014/main" id="{E1686A34-76A5-4CC4-A2EF-E6864C984F7D}"/>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a:solidFill>
                          <a:srgbClr val="333333"/>
                        </a:solidFill>
                      </a:rPr>
                      <a:t>Creating </a:t>
                    </a:r>
                    <a:br>
                      <a:rPr lang="en-GB" altLang="en-US" sz="1200" b="1">
                        <a:solidFill>
                          <a:srgbClr val="333333"/>
                        </a:solidFill>
                      </a:rPr>
                    </a:br>
                    <a:r>
                      <a:rPr lang="en-GB" altLang="en-US" sz="1200" b="1">
                        <a:solidFill>
                          <a:srgbClr val="333333"/>
                        </a:solidFill>
                      </a:rPr>
                      <a:t>on-brand graphs</a:t>
                    </a:r>
                  </a:p>
                </p:txBody>
              </p:sp>
            </p:grpSp>
            <p:sp>
              <p:nvSpPr>
                <p:cNvPr id="52" name="Rectangle 106">
                  <a:extLst>
                    <a:ext uri="{FF2B5EF4-FFF2-40B4-BE49-F238E27FC236}">
                      <a16:creationId xmlns:a16="http://schemas.microsoft.com/office/drawing/2014/main" id="{58D81DBC-E094-4C29-832D-AFBD8FF1EC2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a:t>Create your own graphs much easier and on brand by using graph templates.</a:t>
                  </a:r>
                  <a:br>
                    <a:rPr lang="en-US" altLang="en-US" sz="1000" b="0"/>
                  </a:br>
                  <a:br>
                    <a:rPr lang="en-US" altLang="en-US" sz="1000" b="0"/>
                  </a:br>
                  <a:r>
                    <a:rPr lang="en-US" altLang="en-US" sz="1000" b="0"/>
                    <a:t>After you click on the graph icon on your template slide, </a:t>
                  </a: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br>
                    <a:rPr lang="en-US" altLang="en-US" sz="1000" b="0"/>
                  </a:br>
                  <a:r>
                    <a:rPr lang="en-US" altLang="en-US" sz="1000" b="0"/>
                    <a:t>click on ‘Templates’ in the dialogue window that appears. There you can choose a graph template to create an on-brand graph.</a:t>
                  </a:r>
                </a:p>
              </p:txBody>
            </p:sp>
          </p:grpSp>
          <p:pic>
            <p:nvPicPr>
              <p:cNvPr id="50" name="Picture 49">
                <a:extLst>
                  <a:ext uri="{FF2B5EF4-FFF2-40B4-BE49-F238E27FC236}">
                    <a16:creationId xmlns:a16="http://schemas.microsoft.com/office/drawing/2014/main" id="{B339027D-2FD5-4DF5-8913-0CB7A965979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0" name="Rectangle 39">
              <a:extLst>
                <a:ext uri="{FF2B5EF4-FFF2-40B4-BE49-F238E27FC236}">
                  <a16:creationId xmlns:a16="http://schemas.microsoft.com/office/drawing/2014/main" id="{53AFB8FD-7646-4B94-A086-59CFA47F6B4E}"/>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a:solidFill>
                  <a:schemeClr val="tx1"/>
                </a:solidFill>
              </a:endParaRPr>
            </a:p>
          </p:txBody>
        </p:sp>
      </p:grpSp>
    </p:spTree>
    <p:extLst>
      <p:ext uri="{BB962C8B-B14F-4D97-AF65-F5344CB8AC3E}">
        <p14:creationId xmlns:p14="http://schemas.microsoft.com/office/powerpoint/2010/main" val="1346917255"/>
      </p:ext>
    </p:extLst>
  </p:cSld>
  <p:clrMapOvr>
    <a:masterClrMapping/>
  </p:clrMapOvr>
  <p:extLst>
    <p:ext uri="{DCECCB84-F9BA-43D5-87BE-67443E8EF086}">
      <p15:sldGuideLst xmlns:p15="http://schemas.microsoft.com/office/powerpoint/2012/main">
        <p15:guide id="2" pos="2154">
          <p15:clr>
            <a:srgbClr val="FBAE40"/>
          </p15:clr>
        </p15:guide>
        <p15:guide id="4" pos="5526">
          <p15:clr>
            <a:srgbClr val="FBAE40"/>
          </p15:clr>
        </p15:guide>
        <p15:guide id="5" pos="3893">
          <p15:clr>
            <a:srgbClr val="FBAE40"/>
          </p15:clr>
        </p15:guide>
        <p15:guide id="6" pos="2049">
          <p15:clr>
            <a:srgbClr val="FBAE40"/>
          </p15:clr>
        </p15:guide>
        <p15:guide id="7" pos="3788">
          <p15:clr>
            <a:srgbClr val="FBAE40"/>
          </p15:clr>
        </p15:guide>
        <p15:guide id="8" pos="5630">
          <p15:clr>
            <a:srgbClr val="FBAE40"/>
          </p15:clr>
        </p15:guide>
        <p15:guide id="9" orient="horz" pos="2274">
          <p15:clr>
            <a:srgbClr val="FBAE40"/>
          </p15:clr>
        </p15:guide>
        <p15:guide id="10" orient="horz" pos="2442">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with picture le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4132351" y="1141197"/>
            <a:ext cx="7408800" cy="5058000"/>
          </a:xfrm>
        </p:spPr>
        <p:txBody>
          <a:bodyPr/>
          <a:lstStyle>
            <a:lvl1pPr>
              <a:defRPr/>
            </a:lvl1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a:p>
        </p:txBody>
      </p:sp>
      <p:sp>
        <p:nvSpPr>
          <p:cNvPr id="4" name="Footer Placeholder 3">
            <a:extLst>
              <a:ext uri="{FF2B5EF4-FFF2-40B4-BE49-F238E27FC236}">
                <a16:creationId xmlns:a16="http://schemas.microsoft.com/office/drawing/2014/main" id="{69721082-1C36-4141-A651-B895B6B12B1D}"/>
              </a:ext>
            </a:extLst>
          </p:cNvPr>
          <p:cNvSpPr>
            <a:spLocks noGrp="1"/>
          </p:cNvSpPr>
          <p:nvPr>
            <p:ph type="ftr" sz="quarter" idx="19"/>
          </p:nvPr>
        </p:nvSpPr>
        <p:spPr>
          <a:xfrm>
            <a:off x="4132351" y="6403940"/>
            <a:ext cx="6735600" cy="187200"/>
          </a:xfrm>
        </p:spPr>
        <p:txBody>
          <a:bodyPr/>
          <a:lstStyle>
            <a:lvl1pPr>
              <a:defRPr/>
            </a:lvl1pPr>
          </a:lstStyle>
          <a:p>
            <a:endParaRPr lang="en-GB" noProof="0"/>
          </a:p>
        </p:txBody>
      </p:sp>
      <p:sp>
        <p:nvSpPr>
          <p:cNvPr id="11" name="Picture Placeholder 10">
            <a:extLst>
              <a:ext uri="{FF2B5EF4-FFF2-40B4-BE49-F238E27FC236}">
                <a16:creationId xmlns:a16="http://schemas.microsoft.com/office/drawing/2014/main" id="{79B6E422-2155-42E8-BFE3-08BC36F1C07B}"/>
              </a:ext>
            </a:extLst>
          </p:cNvPr>
          <p:cNvSpPr>
            <a:spLocks noGrp="1"/>
          </p:cNvSpPr>
          <p:nvPr>
            <p:ph type="pic" sz="quarter" idx="20"/>
          </p:nvPr>
        </p:nvSpPr>
        <p:spPr bwMode="gray">
          <a:xfrm>
            <a:off x="0" y="0"/>
            <a:ext cx="3776522" cy="6858000"/>
          </a:xfrm>
          <a:custGeom>
            <a:avLst/>
            <a:gdLst>
              <a:gd name="connsiteX0" fmla="*/ 0 w 3776522"/>
              <a:gd name="connsiteY0" fmla="*/ 0 h 6858000"/>
              <a:gd name="connsiteX1" fmla="*/ 2833094 w 3776522"/>
              <a:gd name="connsiteY1" fmla="*/ 0 h 6858000"/>
              <a:gd name="connsiteX2" fmla="*/ 3586031 w 3776522"/>
              <a:gd name="connsiteY2" fmla="*/ 0 h 6858000"/>
              <a:gd name="connsiteX3" fmla="*/ 3776522 w 3776522"/>
              <a:gd name="connsiteY3" fmla="*/ 0 h 6858000"/>
              <a:gd name="connsiteX4" fmla="*/ 3776522 w 3776522"/>
              <a:gd name="connsiteY4" fmla="*/ 190493 h 6858000"/>
              <a:gd name="connsiteX5" fmla="*/ 3776522 w 3776522"/>
              <a:gd name="connsiteY5" fmla="*/ 972457 h 6858000"/>
              <a:gd name="connsiteX6" fmla="*/ 3776522 w 3776522"/>
              <a:gd name="connsiteY6" fmla="*/ 6667507 h 6858000"/>
              <a:gd name="connsiteX7" fmla="*/ 3586029 w 3776522"/>
              <a:gd name="connsiteY7" fmla="*/ 6858000 h 6858000"/>
              <a:gd name="connsiteX8" fmla="*/ 0 w 377652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2" h="6858000">
                <a:moveTo>
                  <a:pt x="0" y="0"/>
                </a:moveTo>
                <a:lnTo>
                  <a:pt x="2833094" y="0"/>
                </a:lnTo>
                <a:lnTo>
                  <a:pt x="3586031" y="0"/>
                </a:lnTo>
                <a:lnTo>
                  <a:pt x="3776522" y="0"/>
                </a:lnTo>
                <a:lnTo>
                  <a:pt x="3776522" y="190493"/>
                </a:lnTo>
                <a:lnTo>
                  <a:pt x="3776522" y="972457"/>
                </a:lnTo>
                <a:lnTo>
                  <a:pt x="3776522" y="6667507"/>
                </a:lnTo>
                <a:cubicBezTo>
                  <a:pt x="3776522" y="6772713"/>
                  <a:pt x="3691235" y="6858000"/>
                  <a:pt x="3586029" y="6858000"/>
                </a:cubicBezTo>
                <a:lnTo>
                  <a:pt x="0" y="6858000"/>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a:p>
        </p:txBody>
      </p:sp>
      <p:sp>
        <p:nvSpPr>
          <p:cNvPr id="6" name="Title 5">
            <a:extLst>
              <a:ext uri="{FF2B5EF4-FFF2-40B4-BE49-F238E27FC236}">
                <a16:creationId xmlns:a16="http://schemas.microsoft.com/office/drawing/2014/main" id="{0F2CEA00-4110-4385-955A-FA7F3C521921}"/>
              </a:ext>
            </a:extLst>
          </p:cNvPr>
          <p:cNvSpPr>
            <a:spLocks noGrp="1"/>
          </p:cNvSpPr>
          <p:nvPr>
            <p:ph type="title"/>
          </p:nvPr>
        </p:nvSpPr>
        <p:spPr>
          <a:xfrm>
            <a:off x="4130816" y="325235"/>
            <a:ext cx="7408800" cy="817244"/>
          </a:xfrm>
        </p:spPr>
        <p:txBody>
          <a:bodyPr/>
          <a:lstStyle/>
          <a:p>
            <a:r>
              <a:rPr lang="en-US"/>
              <a:t>Click to edit Master title style</a:t>
            </a:r>
            <a:endParaRPr lang="en-GB"/>
          </a:p>
        </p:txBody>
      </p:sp>
      <p:sp>
        <p:nvSpPr>
          <p:cNvPr id="8" name="TextBox 7">
            <a:extLst>
              <a:ext uri="{FF2B5EF4-FFF2-40B4-BE49-F238E27FC236}">
                <a16:creationId xmlns:a16="http://schemas.microsoft.com/office/drawing/2014/main" id="{B7E79D5C-9F49-4A5A-A43B-66D4F6A4A90E}"/>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Copy the big picture on your screen with Ctrl+C, go back to the image placeholder on this page, and paste the photo with Ctrl+V.</a:t>
            </a:r>
          </a:p>
        </p:txBody>
      </p:sp>
    </p:spTree>
    <p:extLst>
      <p:ext uri="{BB962C8B-B14F-4D97-AF65-F5344CB8AC3E}">
        <p14:creationId xmlns:p14="http://schemas.microsoft.com/office/powerpoint/2010/main" val="1206986700"/>
      </p:ext>
    </p:extLst>
  </p:cSld>
  <p:clrMapOvr>
    <a:masterClrMapping/>
  </p:clrMapOvr>
  <p:extLst>
    <p:ext uri="{DCECCB84-F9BA-43D5-87BE-67443E8EF086}">
      <p15:sldGuideLst xmlns:p15="http://schemas.microsoft.com/office/powerpoint/2012/main">
        <p15:guide id="1" pos="2854">
          <p15:clr>
            <a:srgbClr val="FBAE40"/>
          </p15:clr>
        </p15:guide>
        <p15:guide id="2" pos="261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with picture righ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197"/>
            <a:ext cx="7408800" cy="5058000"/>
          </a:xfrm>
        </p:spPr>
        <p:txBody>
          <a:bodyPr/>
          <a:lstStyle>
            <a:lvl1pPr>
              <a:defRPr/>
            </a:lvl1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a:p>
        </p:txBody>
      </p:sp>
      <p:sp>
        <p:nvSpPr>
          <p:cNvPr id="2" name="Footer Placeholder 1">
            <a:extLst>
              <a:ext uri="{FF2B5EF4-FFF2-40B4-BE49-F238E27FC236}">
                <a16:creationId xmlns:a16="http://schemas.microsoft.com/office/drawing/2014/main" id="{AA5054A0-E192-4F99-A693-339ACAA17B2F}"/>
              </a:ext>
            </a:extLst>
          </p:cNvPr>
          <p:cNvSpPr>
            <a:spLocks noGrp="1"/>
          </p:cNvSpPr>
          <p:nvPr>
            <p:ph type="ftr" sz="quarter" idx="19"/>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3B27D531-83D7-4CCD-88E0-45B29AB76894}"/>
              </a:ext>
            </a:extLst>
          </p:cNvPr>
          <p:cNvSpPr>
            <a:spLocks noGrp="1"/>
          </p:cNvSpPr>
          <p:nvPr>
            <p:ph type="pic" sz="quarter" idx="20"/>
          </p:nvPr>
        </p:nvSpPr>
        <p:spPr bwMode="gray">
          <a:xfrm>
            <a:off x="8415481" y="0"/>
            <a:ext cx="3776519" cy="6857999"/>
          </a:xfrm>
          <a:custGeom>
            <a:avLst/>
            <a:gdLst>
              <a:gd name="connsiteX0" fmla="*/ 0 w 3776519"/>
              <a:gd name="connsiteY0" fmla="*/ 0 h 6857999"/>
              <a:gd name="connsiteX1" fmla="*/ 190493 w 3776519"/>
              <a:gd name="connsiteY1" fmla="*/ 0 h 6857999"/>
              <a:gd name="connsiteX2" fmla="*/ 943428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72457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43428" y="0"/>
                </a:lnTo>
                <a:lnTo>
                  <a:pt x="3776519" y="0"/>
                </a:lnTo>
                <a:lnTo>
                  <a:pt x="3776519" y="6857999"/>
                </a:lnTo>
                <a:lnTo>
                  <a:pt x="190491" y="6857999"/>
                </a:lnTo>
                <a:lnTo>
                  <a:pt x="116345" y="6843030"/>
                </a:lnTo>
                <a:cubicBezTo>
                  <a:pt x="47974" y="6814111"/>
                  <a:pt x="0" y="6746411"/>
                  <a:pt x="0" y="6667507"/>
                </a:cubicBezTo>
                <a:lnTo>
                  <a:pt x="0" y="972457"/>
                </a:lnTo>
                <a:lnTo>
                  <a:pt x="0" y="190493"/>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a:p>
        </p:txBody>
      </p:sp>
      <p:sp>
        <p:nvSpPr>
          <p:cNvPr id="4" name="Title 3">
            <a:extLst>
              <a:ext uri="{FF2B5EF4-FFF2-40B4-BE49-F238E27FC236}">
                <a16:creationId xmlns:a16="http://schemas.microsoft.com/office/drawing/2014/main" id="{2096681F-4D74-4A68-905C-7EB88D567772}"/>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9" name="TextBox 8">
            <a:extLst>
              <a:ext uri="{FF2B5EF4-FFF2-40B4-BE49-F238E27FC236}">
                <a16:creationId xmlns:a16="http://schemas.microsoft.com/office/drawing/2014/main" id="{BC2B8245-422A-4C4D-855A-44BA8633C695}"/>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Copy the big picture on your screen with Ctrl+C, go back to the image placeholder on this page, and paste the photo with Ctrl+V.</a:t>
            </a:r>
          </a:p>
        </p:txBody>
      </p:sp>
    </p:spTree>
    <p:extLst>
      <p:ext uri="{BB962C8B-B14F-4D97-AF65-F5344CB8AC3E}">
        <p14:creationId xmlns:p14="http://schemas.microsoft.com/office/powerpoint/2010/main" val="1795972981"/>
      </p:ext>
    </p:extLst>
  </p:cSld>
  <p:clrMapOvr>
    <a:masterClrMapping/>
  </p:clrMapOvr>
  <p:extLst>
    <p:ext uri="{DCECCB84-F9BA-43D5-87BE-67443E8EF086}">
      <p15:sldGuideLst xmlns:p15="http://schemas.microsoft.com/office/powerpoint/2012/main">
        <p15:guide id="1" pos="4806">
          <p15:clr>
            <a:srgbClr val="FBAE40"/>
          </p15:clr>
        </p15:guide>
        <p15:guide id="2" pos="5322">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269A3C8-7E1D-4F0C-A143-080FC0A899DA}"/>
              </a:ext>
            </a:extLst>
          </p:cNvPr>
          <p:cNvSpPr>
            <a:spLocks noGrp="1"/>
          </p:cNvSpPr>
          <p:nvPr>
            <p:ph type="pic" sz="quarter" idx="24"/>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a:p>
        </p:txBody>
      </p:sp>
      <p:sp>
        <p:nvSpPr>
          <p:cNvPr id="4" name="TextBox 3">
            <a:extLst>
              <a:ext uri="{FF2B5EF4-FFF2-40B4-BE49-F238E27FC236}">
                <a16:creationId xmlns:a16="http://schemas.microsoft.com/office/drawing/2014/main" id="{31EDC4DF-20AE-4FC3-AA09-625C1253615C}"/>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Copy the big picture on your screen with Ctrl+C, go back to the image placeholder on this page, and paste the photo with Ctrl+V.</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Finally, click on the new picture and choose 'Move to Back' via the right mouse button to show the heading bars again.</a:t>
            </a:r>
            <a:endParaRPr lang="en-GB" sz="1000" b="0">
              <a:solidFill>
                <a:srgbClr val="696969"/>
              </a:solidFill>
            </a:endParaRPr>
          </a:p>
        </p:txBody>
      </p:sp>
      <p:sp>
        <p:nvSpPr>
          <p:cNvPr id="3" name="Title 2">
            <a:extLst>
              <a:ext uri="{FF2B5EF4-FFF2-40B4-BE49-F238E27FC236}">
                <a16:creationId xmlns:a16="http://schemas.microsoft.com/office/drawing/2014/main" id="{76ED3F30-0BC7-4F01-8099-A051C8C145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8635451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9B2A58B-73B0-454D-A72C-09D384778D16}"/>
              </a:ext>
            </a:extLst>
          </p:cNvPr>
          <p:cNvSpPr>
            <a:spLocks noGrp="1"/>
          </p:cNvSpPr>
          <p:nvPr>
            <p:ph type="pic" sz="quarter" idx="22"/>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a:p>
        </p:txBody>
      </p:sp>
      <p:sp>
        <p:nvSpPr>
          <p:cNvPr id="3" name="TextBox 2">
            <a:extLst>
              <a:ext uri="{FF2B5EF4-FFF2-40B4-BE49-F238E27FC236}">
                <a16:creationId xmlns:a16="http://schemas.microsoft.com/office/drawing/2014/main" id="{C363B51B-329E-4171-8135-727255D5EED2}"/>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Copy the big picture on your screen with Ctrl+C, go back to the image placeholder on this page, and paste the photo with Ctrl+V.</a:t>
            </a:r>
          </a:p>
        </p:txBody>
      </p:sp>
    </p:spTree>
    <p:extLst>
      <p:ext uri="{BB962C8B-B14F-4D97-AF65-F5344CB8AC3E}">
        <p14:creationId xmlns:p14="http://schemas.microsoft.com/office/powerpoint/2010/main" val="208925382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5D08C9-1C49-4141-ADCC-8BD39F1E15DE}"/>
              </a:ext>
            </a:extLst>
          </p:cNvPr>
          <p:cNvSpPr>
            <a:spLocks noGrp="1"/>
          </p:cNvSpPr>
          <p:nvPr>
            <p:ph type="ftr" sz="quarter" idx="10"/>
          </p:nvPr>
        </p:nvSpPr>
        <p:spPr/>
        <p:txBody>
          <a:bodyPr/>
          <a:lstStyle/>
          <a:p>
            <a:endParaRPr lang="en-GB" noProof="0"/>
          </a:p>
        </p:txBody>
      </p:sp>
      <p:sp>
        <p:nvSpPr>
          <p:cNvPr id="3" name="Slide Number Placeholder 2">
            <a:extLst>
              <a:ext uri="{FF2B5EF4-FFF2-40B4-BE49-F238E27FC236}">
                <a16:creationId xmlns:a16="http://schemas.microsoft.com/office/drawing/2014/main" id="{CFD907F9-1DA2-4332-BCC9-D9AC36FA0279}"/>
              </a:ext>
            </a:extLst>
          </p:cNvPr>
          <p:cNvSpPr>
            <a:spLocks noGrp="1"/>
          </p:cNvSpPr>
          <p:nvPr>
            <p:ph type="sldNum" sz="quarter" idx="11"/>
          </p:nvPr>
        </p:nvSpPr>
        <p:spPr/>
        <p:txBody>
          <a:bodyPr/>
          <a:lstStyle/>
          <a:p>
            <a:fld id="{DDD2A080-DA64-4F5C-9131-47EB793B4410}" type="slidenum">
              <a:rPr lang="en-GB" smtClean="0"/>
              <a:pPr/>
              <a:t>‹#›</a:t>
            </a:fld>
            <a:endParaRPr lang="en-GB"/>
          </a:p>
        </p:txBody>
      </p:sp>
    </p:spTree>
    <p:extLst>
      <p:ext uri="{BB962C8B-B14F-4D97-AF65-F5344CB8AC3E}">
        <p14:creationId xmlns:p14="http://schemas.microsoft.com/office/powerpoint/2010/main" val="11165465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1A76-6EF0-4DC5-A4D5-F9BEAB78950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159A4530-FBD9-440F-BBFD-95808FC1843B}"/>
              </a:ext>
            </a:extLst>
          </p:cNvPr>
          <p:cNvSpPr>
            <a:spLocks noGrp="1"/>
          </p:cNvSpPr>
          <p:nvPr>
            <p:ph type="ftr" sz="quarter" idx="10"/>
          </p:nvPr>
        </p:nvSpPr>
        <p:spPr/>
        <p:txBody>
          <a:bodyPr/>
          <a:lstStyle/>
          <a:p>
            <a:endParaRPr lang="en-GB" noProof="0"/>
          </a:p>
        </p:txBody>
      </p:sp>
      <p:sp>
        <p:nvSpPr>
          <p:cNvPr id="7" name="Slide Number Placeholder 6">
            <a:extLst>
              <a:ext uri="{FF2B5EF4-FFF2-40B4-BE49-F238E27FC236}">
                <a16:creationId xmlns:a16="http://schemas.microsoft.com/office/drawing/2014/main" id="{FE00CEF8-3A7B-46C7-BCB8-DC90F3B084EA}"/>
              </a:ext>
            </a:extLst>
          </p:cNvPr>
          <p:cNvSpPr>
            <a:spLocks noGrp="1"/>
          </p:cNvSpPr>
          <p:nvPr>
            <p:ph type="sldNum" sz="quarter" idx="11"/>
          </p:nvPr>
        </p:nvSpPr>
        <p:spPr/>
        <p:txBody>
          <a:bodyPr/>
          <a:lstStyle/>
          <a:p>
            <a:fld id="{DDD2A080-DA64-4F5C-9131-47EB793B4410}" type="slidenum">
              <a:rPr lang="en-GB" smtClean="0"/>
              <a:pPr/>
              <a:t>‹#›</a:t>
            </a:fld>
            <a:endParaRPr lang="en-GB"/>
          </a:p>
        </p:txBody>
      </p:sp>
    </p:spTree>
    <p:extLst>
      <p:ext uri="{BB962C8B-B14F-4D97-AF65-F5344CB8AC3E}">
        <p14:creationId xmlns:p14="http://schemas.microsoft.com/office/powerpoint/2010/main" val="107434317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Social slide">
    <p:spTree>
      <p:nvGrpSpPr>
        <p:cNvPr id="1" name=""/>
        <p:cNvGrpSpPr/>
        <p:nvPr/>
      </p:nvGrpSpPr>
      <p:grpSpPr>
        <a:xfrm>
          <a:off x="0" y="0"/>
          <a:ext cx="0" cy="0"/>
          <a:chOff x="0" y="0"/>
          <a:chExt cx="0" cy="0"/>
        </a:xfrm>
      </p:grpSpPr>
      <p:sp>
        <p:nvSpPr>
          <p:cNvPr id="5" name="Title 1"/>
          <p:cNvSpPr>
            <a:spLocks noGrp="1"/>
          </p:cNvSpPr>
          <p:nvPr>
            <p:ph type="ctrTitle" hasCustomPrompt="1"/>
          </p:nvPr>
        </p:nvSpPr>
        <p:spPr bwMode="gray">
          <a:xfrm>
            <a:off x="658800" y="2448000"/>
            <a:ext cx="5718802" cy="739574"/>
          </a:xfrm>
          <a:prstGeom prst="roundRect">
            <a:avLst>
              <a:gd name="adj" fmla="val 13738"/>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to add end slide text</a:t>
            </a:r>
          </a:p>
        </p:txBody>
      </p:sp>
      <p:sp>
        <p:nvSpPr>
          <p:cNvPr id="14" name="Text Placeholder 6">
            <a:extLst>
              <a:ext uri="{FF2B5EF4-FFF2-40B4-BE49-F238E27FC236}">
                <a16:creationId xmlns:a16="http://schemas.microsoft.com/office/drawing/2014/main" id="{D748EB5D-B214-4B5B-A2B5-C76DF18F1413}"/>
              </a:ext>
            </a:extLst>
          </p:cNvPr>
          <p:cNvSpPr>
            <a:spLocks noGrp="1"/>
          </p:cNvSpPr>
          <p:nvPr>
            <p:ph type="body" sz="quarter" idx="12" hasCustomPrompt="1"/>
          </p:nvPr>
        </p:nvSpPr>
        <p:spPr bwMode="gray">
          <a:xfrm>
            <a:off x="990000" y="3265686"/>
            <a:ext cx="6740729" cy="732995"/>
          </a:xfrm>
          <a:prstGeom prst="roundRect">
            <a:avLst>
              <a:gd name="adj" fmla="val 13861"/>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a:t>Click to add text or remove bar</a:t>
            </a:r>
          </a:p>
        </p:txBody>
      </p:sp>
      <p:grpSp>
        <p:nvGrpSpPr>
          <p:cNvPr id="4" name="Group 3">
            <a:extLst>
              <a:ext uri="{FF2B5EF4-FFF2-40B4-BE49-F238E27FC236}">
                <a16:creationId xmlns:a16="http://schemas.microsoft.com/office/drawing/2014/main" id="{5C217692-FCD5-4C31-A415-C119C5E1A626}"/>
              </a:ext>
            </a:extLst>
          </p:cNvPr>
          <p:cNvGrpSpPr/>
          <p:nvPr userDrawn="1"/>
        </p:nvGrpSpPr>
        <p:grpSpPr>
          <a:xfrm>
            <a:off x="7512748" y="5676946"/>
            <a:ext cx="2088000" cy="361904"/>
            <a:chOff x="5417448" y="5163514"/>
            <a:chExt cx="2088000" cy="361904"/>
          </a:xfrm>
        </p:grpSpPr>
        <p:sp>
          <p:nvSpPr>
            <p:cNvPr id="6" name="Freeform 56">
              <a:extLst>
                <a:ext uri="{FF2B5EF4-FFF2-40B4-BE49-F238E27FC236}">
                  <a16:creationId xmlns:a16="http://schemas.microsoft.com/office/drawing/2014/main" id="{ACE0C8AD-1313-4FF6-A4F0-ECF91B1BB960}"/>
                </a:ext>
              </a:extLst>
            </p:cNvPr>
            <p:cNvSpPr>
              <a:spLocks/>
            </p:cNvSpPr>
            <p:nvPr/>
          </p:nvSpPr>
          <p:spPr bwMode="auto">
            <a:xfrm>
              <a:off x="5417448"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pic>
          <p:nvPicPr>
            <p:cNvPr id="7" name="Picture 6">
              <a:extLst>
                <a:ext uri="{FF2B5EF4-FFF2-40B4-BE49-F238E27FC236}">
                  <a16:creationId xmlns:a16="http://schemas.microsoft.com/office/drawing/2014/main" id="{48C48F1A-BD25-4C43-962F-8C59FF7C5A23}"/>
                </a:ext>
              </a:extLst>
            </p:cNvPr>
            <p:cNvPicPr>
              <a:picLocks noChangeAspect="1"/>
            </p:cNvPicPr>
            <p:nvPr/>
          </p:nvPicPr>
          <p:blipFill rotWithShape="1">
            <a:blip r:embed="rId2">
              <a:extLst>
                <a:ext uri="{28A0092B-C50C-407E-A947-70E740481C1C}">
                  <a14:useLocalDpi xmlns:a14="http://schemas.microsoft.com/office/drawing/2010/main" val="0"/>
                </a:ext>
              </a:extLst>
            </a:blip>
            <a:srcRect l="11779" t="11779" r="13616" b="13616"/>
            <a:stretch/>
          </p:blipFill>
          <p:spPr>
            <a:xfrm>
              <a:off x="5460206" y="5205919"/>
              <a:ext cx="268576" cy="268576"/>
            </a:xfrm>
            <a:prstGeom prst="rect">
              <a:avLst/>
            </a:prstGeom>
            <a:solidFill>
              <a:srgbClr val="A8A8A8"/>
            </a:solidFill>
          </p:spPr>
        </p:pic>
        <p:sp>
          <p:nvSpPr>
            <p:cNvPr id="8" name="TextBox 7">
              <a:hlinkClick r:id="rId3"/>
              <a:extLst>
                <a:ext uri="{FF2B5EF4-FFF2-40B4-BE49-F238E27FC236}">
                  <a16:creationId xmlns:a16="http://schemas.microsoft.com/office/drawing/2014/main" id="{F64A3F4E-1604-4BFC-B2A3-ACB3E24BC557}"/>
                </a:ext>
              </a:extLst>
            </p:cNvPr>
            <p:cNvSpPr txBox="1"/>
            <p:nvPr/>
          </p:nvSpPr>
          <p:spPr>
            <a:xfrm>
              <a:off x="5417448"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SlideShare.net/ING</a:t>
              </a:r>
            </a:p>
          </p:txBody>
        </p:sp>
      </p:grpSp>
      <p:grpSp>
        <p:nvGrpSpPr>
          <p:cNvPr id="9" name="Group 8">
            <a:extLst>
              <a:ext uri="{FF2B5EF4-FFF2-40B4-BE49-F238E27FC236}">
                <a16:creationId xmlns:a16="http://schemas.microsoft.com/office/drawing/2014/main" id="{365DAE37-0F48-46EF-8B48-470E6816D6FD}"/>
              </a:ext>
            </a:extLst>
          </p:cNvPr>
          <p:cNvGrpSpPr/>
          <p:nvPr userDrawn="1"/>
        </p:nvGrpSpPr>
        <p:grpSpPr>
          <a:xfrm>
            <a:off x="2942261" y="5163514"/>
            <a:ext cx="2091962" cy="361904"/>
            <a:chOff x="805662" y="5163514"/>
            <a:chExt cx="2091962" cy="361904"/>
          </a:xfrm>
        </p:grpSpPr>
        <p:sp>
          <p:nvSpPr>
            <p:cNvPr id="10" name="Freeform 60">
              <a:extLst>
                <a:ext uri="{FF2B5EF4-FFF2-40B4-BE49-F238E27FC236}">
                  <a16:creationId xmlns:a16="http://schemas.microsoft.com/office/drawing/2014/main" id="{A5659301-77BB-4823-A8BD-8ACC5902025B}"/>
                </a:ext>
              </a:extLst>
            </p:cNvPr>
            <p:cNvSpPr>
              <a:spLocks/>
            </p:cNvSpPr>
            <p:nvPr/>
          </p:nvSpPr>
          <p:spPr bwMode="auto">
            <a:xfrm>
              <a:off x="805662"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11" name="TextBox 10">
              <a:hlinkClick r:id="rId4"/>
              <a:extLst>
                <a:ext uri="{FF2B5EF4-FFF2-40B4-BE49-F238E27FC236}">
                  <a16:creationId xmlns:a16="http://schemas.microsoft.com/office/drawing/2014/main" id="{6571F6A8-FF5C-43BD-8CAF-266D46693275}"/>
                </a:ext>
              </a:extLst>
            </p:cNvPr>
            <p:cNvSpPr txBox="1"/>
            <p:nvPr/>
          </p:nvSpPr>
          <p:spPr>
            <a:xfrm>
              <a:off x="809624"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@ING_News</a:t>
              </a:r>
            </a:p>
          </p:txBody>
        </p:sp>
        <p:pic>
          <p:nvPicPr>
            <p:cNvPr id="12" name="Picture 11">
              <a:extLst>
                <a:ext uri="{FF2B5EF4-FFF2-40B4-BE49-F238E27FC236}">
                  <a16:creationId xmlns:a16="http://schemas.microsoft.com/office/drawing/2014/main" id="{C5EB6EC5-7511-4012-80E4-12E1BA2110E7}"/>
                </a:ext>
              </a:extLst>
            </p:cNvPr>
            <p:cNvPicPr>
              <a:picLocks noChangeAspect="1"/>
            </p:cNvPicPr>
            <p:nvPr/>
          </p:nvPicPr>
          <p:blipFill rotWithShape="1">
            <a:blip r:embed="rId5">
              <a:extLst>
                <a:ext uri="{28A0092B-C50C-407E-A947-70E740481C1C}">
                  <a14:useLocalDpi xmlns:a14="http://schemas.microsoft.com/office/drawing/2010/main" val="0"/>
                </a:ext>
              </a:extLst>
            </a:blip>
            <a:srcRect l="12470" t="12470" r="15432" b="15432"/>
            <a:stretch/>
          </p:blipFill>
          <p:spPr>
            <a:xfrm>
              <a:off x="854869" y="5208406"/>
              <a:ext cx="259556" cy="259556"/>
            </a:xfrm>
            <a:prstGeom prst="rect">
              <a:avLst/>
            </a:prstGeom>
            <a:solidFill>
              <a:srgbClr val="A8A8A8"/>
            </a:solidFill>
          </p:spPr>
        </p:pic>
      </p:grpSp>
      <p:grpSp>
        <p:nvGrpSpPr>
          <p:cNvPr id="13" name="Group 12">
            <a:extLst>
              <a:ext uri="{FF2B5EF4-FFF2-40B4-BE49-F238E27FC236}">
                <a16:creationId xmlns:a16="http://schemas.microsoft.com/office/drawing/2014/main" id="{77EDE480-02F0-4A36-B600-66A8C0DEE99F}"/>
              </a:ext>
            </a:extLst>
          </p:cNvPr>
          <p:cNvGrpSpPr/>
          <p:nvPr userDrawn="1"/>
        </p:nvGrpSpPr>
        <p:grpSpPr>
          <a:xfrm>
            <a:off x="5229485" y="5163514"/>
            <a:ext cx="2088000" cy="361904"/>
            <a:chOff x="3113536" y="5163514"/>
            <a:chExt cx="2088000" cy="361904"/>
          </a:xfrm>
        </p:grpSpPr>
        <p:sp>
          <p:nvSpPr>
            <p:cNvPr id="15" name="Freeform 88">
              <a:extLst>
                <a:ext uri="{FF2B5EF4-FFF2-40B4-BE49-F238E27FC236}">
                  <a16:creationId xmlns:a16="http://schemas.microsoft.com/office/drawing/2014/main" id="{A4723D84-944F-42C0-B181-7964269324AA}"/>
                </a:ext>
              </a:extLst>
            </p:cNvPr>
            <p:cNvSpPr>
              <a:spLocks/>
            </p:cNvSpPr>
            <p:nvPr/>
          </p:nvSpPr>
          <p:spPr bwMode="auto">
            <a:xfrm>
              <a:off x="3115919"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pic>
          <p:nvPicPr>
            <p:cNvPr id="16" name="Picture 15">
              <a:extLst>
                <a:ext uri="{FF2B5EF4-FFF2-40B4-BE49-F238E27FC236}">
                  <a16:creationId xmlns:a16="http://schemas.microsoft.com/office/drawing/2014/main" id="{2B62EA23-90FE-47D2-890D-06299F73FDEB}"/>
                </a:ext>
              </a:extLst>
            </p:cNvPr>
            <p:cNvPicPr>
              <a:picLocks noChangeAspect="1"/>
            </p:cNvPicPr>
            <p:nvPr/>
          </p:nvPicPr>
          <p:blipFill rotWithShape="1">
            <a:blip r:embed="rId6">
              <a:extLst>
                <a:ext uri="{28A0092B-C50C-407E-A947-70E740481C1C}">
                  <a14:useLocalDpi xmlns:a14="http://schemas.microsoft.com/office/drawing/2010/main" val="0"/>
                </a:ext>
              </a:extLst>
            </a:blip>
            <a:srcRect l="12125" t="9654" r="13130" b="8985"/>
            <a:stretch/>
          </p:blipFill>
          <p:spPr>
            <a:xfrm>
              <a:off x="3157538" y="5198268"/>
              <a:ext cx="269082" cy="292895"/>
            </a:xfrm>
            <a:prstGeom prst="rect">
              <a:avLst/>
            </a:prstGeom>
            <a:solidFill>
              <a:srgbClr val="A8A8A8"/>
            </a:solidFill>
          </p:spPr>
        </p:pic>
        <p:sp>
          <p:nvSpPr>
            <p:cNvPr id="17" name="TextBox 16">
              <a:hlinkClick r:id="rId7"/>
              <a:extLst>
                <a:ext uri="{FF2B5EF4-FFF2-40B4-BE49-F238E27FC236}">
                  <a16:creationId xmlns:a16="http://schemas.microsoft.com/office/drawing/2014/main" id="{24EE5165-7034-4ACA-BD70-749B1AE03545}"/>
                </a:ext>
              </a:extLst>
            </p:cNvPr>
            <p:cNvSpPr txBox="1"/>
            <p:nvPr/>
          </p:nvSpPr>
          <p:spPr>
            <a:xfrm>
              <a:off x="3113536"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LinkedIn.com/company/ING</a:t>
              </a:r>
            </a:p>
          </p:txBody>
        </p:sp>
      </p:grpSp>
      <p:grpSp>
        <p:nvGrpSpPr>
          <p:cNvPr id="18" name="Group 17">
            <a:extLst>
              <a:ext uri="{FF2B5EF4-FFF2-40B4-BE49-F238E27FC236}">
                <a16:creationId xmlns:a16="http://schemas.microsoft.com/office/drawing/2014/main" id="{B61FC236-6F2B-4566-A45B-BDBD357458DA}"/>
              </a:ext>
            </a:extLst>
          </p:cNvPr>
          <p:cNvGrpSpPr/>
          <p:nvPr userDrawn="1"/>
        </p:nvGrpSpPr>
        <p:grpSpPr>
          <a:xfrm>
            <a:off x="2946223" y="5676946"/>
            <a:ext cx="2088000" cy="361904"/>
            <a:chOff x="3113536" y="5676946"/>
            <a:chExt cx="2088000" cy="361904"/>
          </a:xfrm>
        </p:grpSpPr>
        <p:sp>
          <p:nvSpPr>
            <p:cNvPr id="19" name="Freeform 52">
              <a:extLst>
                <a:ext uri="{FF2B5EF4-FFF2-40B4-BE49-F238E27FC236}">
                  <a16:creationId xmlns:a16="http://schemas.microsoft.com/office/drawing/2014/main" id="{6EA09617-EBEC-41E2-A7B2-4B86BA623C98}"/>
                </a:ext>
              </a:extLst>
            </p:cNvPr>
            <p:cNvSpPr>
              <a:spLocks/>
            </p:cNvSpPr>
            <p:nvPr/>
          </p:nvSpPr>
          <p:spPr bwMode="auto">
            <a:xfrm>
              <a:off x="3115919"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pic>
          <p:nvPicPr>
            <p:cNvPr id="20" name="Picture 19">
              <a:extLst>
                <a:ext uri="{FF2B5EF4-FFF2-40B4-BE49-F238E27FC236}">
                  <a16:creationId xmlns:a16="http://schemas.microsoft.com/office/drawing/2014/main" id="{2BE21BD9-18DC-4C57-A29E-A45F5EC26309}"/>
                </a:ext>
              </a:extLst>
            </p:cNvPr>
            <p:cNvPicPr>
              <a:picLocks noChangeAspect="1"/>
            </p:cNvPicPr>
            <p:nvPr/>
          </p:nvPicPr>
          <p:blipFill rotWithShape="1">
            <a:blip r:embed="rId8">
              <a:extLst>
                <a:ext uri="{28A0092B-C50C-407E-A947-70E740481C1C}">
                  <a14:useLocalDpi xmlns:a14="http://schemas.microsoft.com/office/drawing/2010/main" val="0"/>
                </a:ext>
              </a:extLst>
            </a:blip>
            <a:srcRect l="10802" t="12026" r="9824" b="13890"/>
            <a:stretch/>
          </p:blipFill>
          <p:spPr>
            <a:xfrm>
              <a:off x="3152775" y="5722144"/>
              <a:ext cx="285750" cy="266700"/>
            </a:xfrm>
            <a:prstGeom prst="rect">
              <a:avLst/>
            </a:prstGeom>
            <a:solidFill>
              <a:srgbClr val="A8A8A8"/>
            </a:solidFill>
          </p:spPr>
        </p:pic>
        <p:sp>
          <p:nvSpPr>
            <p:cNvPr id="21" name="TextBox 20">
              <a:hlinkClick r:id="rId9"/>
              <a:extLst>
                <a:ext uri="{FF2B5EF4-FFF2-40B4-BE49-F238E27FC236}">
                  <a16:creationId xmlns:a16="http://schemas.microsoft.com/office/drawing/2014/main" id="{25B72633-B5F9-4ABA-92D4-AEEF271F04E9}"/>
                </a:ext>
              </a:extLst>
            </p:cNvPr>
            <p:cNvSpPr txBox="1"/>
            <p:nvPr/>
          </p:nvSpPr>
          <p:spPr>
            <a:xfrm>
              <a:off x="3113536"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a:t>YouTube.com/ING</a:t>
              </a:r>
            </a:p>
          </p:txBody>
        </p:sp>
      </p:grpSp>
      <p:grpSp>
        <p:nvGrpSpPr>
          <p:cNvPr id="22" name="Group 21">
            <a:extLst>
              <a:ext uri="{FF2B5EF4-FFF2-40B4-BE49-F238E27FC236}">
                <a16:creationId xmlns:a16="http://schemas.microsoft.com/office/drawing/2014/main" id="{2BC5219F-7082-4409-98C2-6B1824C4C7E6}"/>
              </a:ext>
            </a:extLst>
          </p:cNvPr>
          <p:cNvGrpSpPr/>
          <p:nvPr userDrawn="1"/>
        </p:nvGrpSpPr>
        <p:grpSpPr>
          <a:xfrm>
            <a:off x="5229485" y="5676946"/>
            <a:ext cx="2088000" cy="361904"/>
            <a:chOff x="5417448" y="5676946"/>
            <a:chExt cx="2088000" cy="361904"/>
          </a:xfrm>
        </p:grpSpPr>
        <p:sp>
          <p:nvSpPr>
            <p:cNvPr id="23" name="TextBox 22">
              <a:hlinkClick r:id="rId10"/>
              <a:extLst>
                <a:ext uri="{FF2B5EF4-FFF2-40B4-BE49-F238E27FC236}">
                  <a16:creationId xmlns:a16="http://schemas.microsoft.com/office/drawing/2014/main" id="{28CD0CA9-E6FD-42C5-8E3C-B4AF239EE6E3}"/>
                </a:ext>
              </a:extLst>
            </p:cNvPr>
            <p:cNvSpPr txBox="1"/>
            <p:nvPr/>
          </p:nvSpPr>
          <p:spPr>
            <a:xfrm>
              <a:off x="5417448"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a:t>Flickr.com/INGGroup</a:t>
              </a:r>
            </a:p>
          </p:txBody>
        </p:sp>
        <p:sp>
          <p:nvSpPr>
            <p:cNvPr id="24" name="Freeform 93">
              <a:extLst>
                <a:ext uri="{FF2B5EF4-FFF2-40B4-BE49-F238E27FC236}">
                  <a16:creationId xmlns:a16="http://schemas.microsoft.com/office/drawing/2014/main" id="{DB7513DD-9E28-462B-8A84-A6654EA81EE1}"/>
                </a:ext>
              </a:extLst>
            </p:cNvPr>
            <p:cNvSpPr>
              <a:spLocks/>
            </p:cNvSpPr>
            <p:nvPr/>
          </p:nvSpPr>
          <p:spPr bwMode="auto">
            <a:xfrm>
              <a:off x="5417448"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pic>
          <p:nvPicPr>
            <p:cNvPr id="25" name="Picture 24">
              <a:extLst>
                <a:ext uri="{FF2B5EF4-FFF2-40B4-BE49-F238E27FC236}">
                  <a16:creationId xmlns:a16="http://schemas.microsoft.com/office/drawing/2014/main" id="{F166AFE8-7B8F-43A2-8B5D-7366C1CF0529}"/>
                </a:ext>
              </a:extLst>
            </p:cNvPr>
            <p:cNvPicPr>
              <a:picLocks noChangeAspect="1"/>
            </p:cNvPicPr>
            <p:nvPr/>
          </p:nvPicPr>
          <p:blipFill rotWithShape="1">
            <a:blip r:embed="rId11">
              <a:extLst>
                <a:ext uri="{28A0092B-C50C-407E-A947-70E740481C1C}">
                  <a14:useLocalDpi xmlns:a14="http://schemas.microsoft.com/office/drawing/2010/main" val="0"/>
                </a:ext>
              </a:extLst>
            </a:blip>
            <a:srcRect l="15087" t="19303" r="8184" b="19843"/>
            <a:stretch/>
          </p:blipFill>
          <p:spPr>
            <a:xfrm>
              <a:off x="5472113" y="5748338"/>
              <a:ext cx="276225" cy="219075"/>
            </a:xfrm>
            <a:prstGeom prst="rect">
              <a:avLst/>
            </a:prstGeom>
            <a:solidFill>
              <a:srgbClr val="A8A8A8"/>
            </a:solidFill>
          </p:spPr>
        </p:pic>
      </p:grpSp>
      <p:grpSp>
        <p:nvGrpSpPr>
          <p:cNvPr id="26" name="Group 25">
            <a:extLst>
              <a:ext uri="{FF2B5EF4-FFF2-40B4-BE49-F238E27FC236}">
                <a16:creationId xmlns:a16="http://schemas.microsoft.com/office/drawing/2014/main" id="{D2CE9AB1-933D-4D7C-9696-E0F2E5E376C4}"/>
              </a:ext>
            </a:extLst>
          </p:cNvPr>
          <p:cNvGrpSpPr/>
          <p:nvPr userDrawn="1"/>
        </p:nvGrpSpPr>
        <p:grpSpPr>
          <a:xfrm>
            <a:off x="658999" y="5676946"/>
            <a:ext cx="2091962" cy="361904"/>
            <a:chOff x="805662" y="5676946"/>
            <a:chExt cx="2091962" cy="361904"/>
          </a:xfrm>
        </p:grpSpPr>
        <p:sp>
          <p:nvSpPr>
            <p:cNvPr id="27" name="Freeform 96">
              <a:extLst>
                <a:ext uri="{FF2B5EF4-FFF2-40B4-BE49-F238E27FC236}">
                  <a16:creationId xmlns:a16="http://schemas.microsoft.com/office/drawing/2014/main" id="{B6B77213-5628-4E02-B2BF-FB870F71F50F}"/>
                </a:ext>
              </a:extLst>
            </p:cNvPr>
            <p:cNvSpPr>
              <a:spLocks/>
            </p:cNvSpPr>
            <p:nvPr/>
          </p:nvSpPr>
          <p:spPr bwMode="auto">
            <a:xfrm>
              <a:off x="805662"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TextBox 27">
              <a:hlinkClick r:id="rId12"/>
              <a:extLst>
                <a:ext uri="{FF2B5EF4-FFF2-40B4-BE49-F238E27FC236}">
                  <a16:creationId xmlns:a16="http://schemas.microsoft.com/office/drawing/2014/main" id="{8B84D44B-D931-488D-844F-9C37FBFA29A3}"/>
                </a:ext>
              </a:extLst>
            </p:cNvPr>
            <p:cNvSpPr txBox="1"/>
            <p:nvPr/>
          </p:nvSpPr>
          <p:spPr>
            <a:xfrm>
              <a:off x="809624"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a:t>Facebook.com/ING</a:t>
              </a:r>
            </a:p>
          </p:txBody>
        </p:sp>
        <p:pic>
          <p:nvPicPr>
            <p:cNvPr id="29" name="Picture 28">
              <a:extLst>
                <a:ext uri="{FF2B5EF4-FFF2-40B4-BE49-F238E27FC236}">
                  <a16:creationId xmlns:a16="http://schemas.microsoft.com/office/drawing/2014/main" id="{88E6DD58-E153-4C1D-B0B1-FD9C844C656B}"/>
                </a:ext>
              </a:extLst>
            </p:cNvPr>
            <p:cNvPicPr>
              <a:picLocks noChangeAspect="1"/>
            </p:cNvPicPr>
            <p:nvPr/>
          </p:nvPicPr>
          <p:blipFill rotWithShape="1">
            <a:blip r:embed="rId13">
              <a:extLst>
                <a:ext uri="{28A0092B-C50C-407E-A947-70E740481C1C}">
                  <a14:useLocalDpi xmlns:a14="http://schemas.microsoft.com/office/drawing/2010/main" val="0"/>
                </a:ext>
              </a:extLst>
            </a:blip>
            <a:srcRect l="12470" t="10703" r="11463" b="13890"/>
            <a:stretch/>
          </p:blipFill>
          <p:spPr>
            <a:xfrm>
              <a:off x="854869" y="5717381"/>
              <a:ext cx="273844" cy="271464"/>
            </a:xfrm>
            <a:prstGeom prst="rect">
              <a:avLst/>
            </a:prstGeom>
            <a:solidFill>
              <a:srgbClr val="A8A8A8"/>
            </a:solidFill>
          </p:spPr>
        </p:pic>
      </p:grpSp>
      <p:grpSp>
        <p:nvGrpSpPr>
          <p:cNvPr id="30" name="Group 29">
            <a:extLst>
              <a:ext uri="{FF2B5EF4-FFF2-40B4-BE49-F238E27FC236}">
                <a16:creationId xmlns:a16="http://schemas.microsoft.com/office/drawing/2014/main" id="{3DE20684-EBC3-4C3F-B328-1598605937C3}"/>
              </a:ext>
            </a:extLst>
          </p:cNvPr>
          <p:cNvGrpSpPr/>
          <p:nvPr userDrawn="1"/>
        </p:nvGrpSpPr>
        <p:grpSpPr>
          <a:xfrm>
            <a:off x="658999" y="5163514"/>
            <a:ext cx="2091962" cy="361904"/>
            <a:chOff x="1182322" y="4643104"/>
            <a:chExt cx="2091962" cy="361904"/>
          </a:xfrm>
        </p:grpSpPr>
        <p:sp>
          <p:nvSpPr>
            <p:cNvPr id="31" name="Freeform 60">
              <a:extLst>
                <a:ext uri="{FF2B5EF4-FFF2-40B4-BE49-F238E27FC236}">
                  <a16:creationId xmlns:a16="http://schemas.microsoft.com/office/drawing/2014/main" id="{BD320886-EA01-4F49-A878-EED75BCF7D58}"/>
                </a:ext>
              </a:extLst>
            </p:cNvPr>
            <p:cNvSpPr>
              <a:spLocks/>
            </p:cNvSpPr>
            <p:nvPr/>
          </p:nvSpPr>
          <p:spPr bwMode="auto">
            <a:xfrm>
              <a:off x="1182322" y="464310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pic>
          <p:nvPicPr>
            <p:cNvPr id="32" name="Picture 31">
              <a:extLst>
                <a:ext uri="{FF2B5EF4-FFF2-40B4-BE49-F238E27FC236}">
                  <a16:creationId xmlns:a16="http://schemas.microsoft.com/office/drawing/2014/main" id="{264DDB19-9605-48E3-9E94-2C2998EB6124}"/>
                </a:ext>
              </a:extLst>
            </p:cNvPr>
            <p:cNvPicPr>
              <a:picLocks noChangeAspect="1"/>
            </p:cNvPicPr>
            <p:nvPr/>
          </p:nvPicPr>
          <p:blipFill>
            <a:blip r:embed="rId14"/>
            <a:stretch>
              <a:fillRect/>
            </a:stretch>
          </p:blipFill>
          <p:spPr>
            <a:xfrm>
              <a:off x="1244205" y="4695826"/>
              <a:ext cx="234204" cy="256462"/>
            </a:xfrm>
            <a:prstGeom prst="rect">
              <a:avLst/>
            </a:prstGeom>
          </p:spPr>
        </p:pic>
        <p:sp>
          <p:nvSpPr>
            <p:cNvPr id="33" name="TextBox 32">
              <a:hlinkClick r:id="rId15"/>
              <a:extLst>
                <a:ext uri="{FF2B5EF4-FFF2-40B4-BE49-F238E27FC236}">
                  <a16:creationId xmlns:a16="http://schemas.microsoft.com/office/drawing/2014/main" id="{962AC3C3-6337-4A02-BD1E-F563C2AA4311}"/>
                </a:ext>
              </a:extLst>
            </p:cNvPr>
            <p:cNvSpPr txBox="1"/>
            <p:nvPr/>
          </p:nvSpPr>
          <p:spPr>
            <a:xfrm>
              <a:off x="1186284" y="464310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ing.com</a:t>
              </a:r>
            </a:p>
          </p:txBody>
        </p:sp>
      </p:grpSp>
      <p:grpSp>
        <p:nvGrpSpPr>
          <p:cNvPr id="34" name="Group 33">
            <a:extLst>
              <a:ext uri="{FF2B5EF4-FFF2-40B4-BE49-F238E27FC236}">
                <a16:creationId xmlns:a16="http://schemas.microsoft.com/office/drawing/2014/main" id="{1B679494-FABC-46FA-91DE-54DD5A3BEC13}"/>
              </a:ext>
            </a:extLst>
          </p:cNvPr>
          <p:cNvGrpSpPr/>
          <p:nvPr userDrawn="1"/>
        </p:nvGrpSpPr>
        <p:grpSpPr>
          <a:xfrm>
            <a:off x="7512748" y="5163514"/>
            <a:ext cx="2088000" cy="361904"/>
            <a:chOff x="5417448" y="5163514"/>
            <a:chExt cx="2088000" cy="361904"/>
          </a:xfrm>
        </p:grpSpPr>
        <p:sp>
          <p:nvSpPr>
            <p:cNvPr id="35" name="Freeform 56">
              <a:extLst>
                <a:ext uri="{FF2B5EF4-FFF2-40B4-BE49-F238E27FC236}">
                  <a16:creationId xmlns:a16="http://schemas.microsoft.com/office/drawing/2014/main" id="{0804C39D-3641-4437-9EAC-6026ED109905}"/>
                </a:ext>
              </a:extLst>
            </p:cNvPr>
            <p:cNvSpPr>
              <a:spLocks/>
            </p:cNvSpPr>
            <p:nvPr/>
          </p:nvSpPr>
          <p:spPr bwMode="auto">
            <a:xfrm>
              <a:off x="5417448"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pic>
          <p:nvPicPr>
            <p:cNvPr id="36" name="Picture 35">
              <a:extLst>
                <a:ext uri="{FF2B5EF4-FFF2-40B4-BE49-F238E27FC236}">
                  <a16:creationId xmlns:a16="http://schemas.microsoft.com/office/drawing/2014/main" id="{6FA7383E-1E4E-4F57-9A4C-4119FEE5955F}"/>
                </a:ext>
              </a:extLst>
            </p:cNvPr>
            <p:cNvPicPr>
              <a:picLocks noChangeAspect="1"/>
            </p:cNvPicPr>
            <p:nvPr/>
          </p:nvPicPr>
          <p:blipFill>
            <a:blip r:embed="rId16">
              <a:clrChange>
                <a:clrFrom>
                  <a:srgbClr val="12100E"/>
                </a:clrFrom>
                <a:clrTo>
                  <a:srgbClr val="12100E">
                    <a:alpha val="0"/>
                  </a:srgbClr>
                </a:clrTo>
              </a:clrChange>
            </a:blip>
            <a:srcRect/>
            <a:stretch/>
          </p:blipFill>
          <p:spPr>
            <a:xfrm>
              <a:off x="5460206" y="5205919"/>
              <a:ext cx="268576" cy="268576"/>
            </a:xfrm>
            <a:prstGeom prst="rect">
              <a:avLst/>
            </a:prstGeom>
            <a:solidFill>
              <a:srgbClr val="A8A8A8"/>
            </a:solidFill>
          </p:spPr>
        </p:pic>
        <p:sp>
          <p:nvSpPr>
            <p:cNvPr id="37" name="TextBox 36">
              <a:hlinkClick r:id="rId17"/>
              <a:extLst>
                <a:ext uri="{FF2B5EF4-FFF2-40B4-BE49-F238E27FC236}">
                  <a16:creationId xmlns:a16="http://schemas.microsoft.com/office/drawing/2014/main" id="{5DD54725-7F07-441E-9CD8-79278BC55154}"/>
                </a:ext>
              </a:extLst>
            </p:cNvPr>
            <p:cNvSpPr txBox="1"/>
            <p:nvPr/>
          </p:nvSpPr>
          <p:spPr>
            <a:xfrm>
              <a:off x="5417448"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Medium.com/ing-blog</a:t>
              </a:r>
            </a:p>
          </p:txBody>
        </p:sp>
      </p:grpSp>
    </p:spTree>
    <p:extLst>
      <p:ext uri="{BB962C8B-B14F-4D97-AF65-F5344CB8AC3E}">
        <p14:creationId xmlns:p14="http://schemas.microsoft.com/office/powerpoint/2010/main" val="2353211235"/>
      </p:ext>
    </p:extLst>
  </p:cSld>
  <p:clrMapOvr>
    <a:masterClrMapping/>
  </p:clrMapOvr>
  <p:extLst>
    <p:ext uri="{DCECCB84-F9BA-43D5-87BE-67443E8EF086}">
      <p15:sldGuideLst xmlns:p15="http://schemas.microsoft.com/office/powerpoint/2012/main">
        <p15:guide id="1" orient="horz" pos="2007">
          <p15:clr>
            <a:srgbClr val="FBAE40"/>
          </p15:clr>
        </p15:guide>
        <p15:guide id="2" orient="horz" pos="1543">
          <p15:clr>
            <a:srgbClr val="FBAE40"/>
          </p15:clr>
        </p15:guide>
        <p15:guide id="3" orient="horz" pos="1490">
          <p15:clr>
            <a:srgbClr val="FBAE40"/>
          </p15:clr>
        </p15:guide>
        <p15:guide id="4" orient="horz" pos="2059">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C079217-29BE-4EF5-8B19-B660E43429C4}"/>
              </a:ext>
            </a:extLst>
          </p:cNvPr>
          <p:cNvPicPr>
            <a:picLocks noChangeAspect="1"/>
          </p:cNvPicPr>
          <p:nvPr userDrawn="1"/>
        </p:nvPicPr>
        <p:blipFill>
          <a:blip>
            <a:extLst>
              <a:ext uri="{96DAC541-7B7A-43D3-8B79-37D633B846F1}">
                <asvg:svgBlip xmlns:asvg="http://schemas.microsoft.com/office/drawing/2016/SVG/main" r:embed="rId2"/>
              </a:ext>
            </a:extLst>
          </a:blip>
          <a:stretch/>
        </p:blipFill>
        <p:spPr>
          <a:xfrm>
            <a:off x="3243000" y="170926"/>
            <a:ext cx="5706000" cy="6558881"/>
          </a:xfrm>
          <a:prstGeom prst="rect">
            <a:avLst/>
          </a:prstGeom>
        </p:spPr>
      </p:pic>
    </p:spTree>
    <p:extLst>
      <p:ext uri="{BB962C8B-B14F-4D97-AF65-F5344CB8AC3E}">
        <p14:creationId xmlns:p14="http://schemas.microsoft.com/office/powerpoint/2010/main" val="368956270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Copy_1_Paragraph">
    <p:spTree>
      <p:nvGrpSpPr>
        <p:cNvPr id="1" name=""/>
        <p:cNvGrpSpPr/>
        <p:nvPr/>
      </p:nvGrpSpPr>
      <p:grpSpPr>
        <a:xfrm>
          <a:off x="0" y="0"/>
          <a:ext cx="0" cy="0"/>
          <a:chOff x="0" y="0"/>
          <a:chExt cx="0" cy="0"/>
        </a:xfrm>
      </p:grpSpPr>
      <p:sp>
        <p:nvSpPr>
          <p:cNvPr id="3" name="Content Placeholder 2"/>
          <p:cNvSpPr>
            <a:spLocks noGrp="1"/>
          </p:cNvSpPr>
          <p:nvPr>
            <p:ph idx="1"/>
          </p:nvPr>
        </p:nvSpPr>
        <p:spPr>
          <a:xfrm>
            <a:off x="273899" y="1952785"/>
            <a:ext cx="7935132" cy="4224177"/>
          </a:xfrm>
          <a:prstGeom prst="rect">
            <a:avLst/>
          </a:prstGeo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Master text styles</a:t>
            </a:r>
          </a:p>
        </p:txBody>
      </p:sp>
      <p:sp>
        <p:nvSpPr>
          <p:cNvPr id="7" name="Title 6">
            <a:extLst>
              <a:ext uri="{FF2B5EF4-FFF2-40B4-BE49-F238E27FC236}">
                <a16:creationId xmlns:a16="http://schemas.microsoft.com/office/drawing/2014/main" id="{2473E001-4BEF-774D-DF9A-4502048B52A8}"/>
              </a:ext>
            </a:extLst>
          </p:cNvPr>
          <p:cNvSpPr>
            <a:spLocks noGrp="1"/>
          </p:cNvSpPr>
          <p:nvPr>
            <p:ph type="title"/>
          </p:nvPr>
        </p:nvSpPr>
        <p:spPr/>
        <p:txBody>
          <a:bodyPr/>
          <a:lstStyle>
            <a:lvl1pPr>
              <a:defRPr b="0"/>
            </a:lvl1pPr>
          </a:lstStyle>
          <a:p>
            <a:r>
              <a:rPr lang="en-US"/>
              <a:t>Click to edit Master title style</a:t>
            </a:r>
            <a:endParaRPr lang="en-NL"/>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Tree>
    <p:extLst>
      <p:ext uri="{BB962C8B-B14F-4D97-AF65-F5344CB8AC3E}">
        <p14:creationId xmlns:p14="http://schemas.microsoft.com/office/powerpoint/2010/main" val="376841255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Index_2_Bullet">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EA780F60-DBAF-FC97-D615-6404FA28A27C}"/>
              </a:ext>
            </a:extLst>
          </p:cNvPr>
          <p:cNvSpPr>
            <a:spLocks noGrp="1"/>
          </p:cNvSpPr>
          <p:nvPr>
            <p:ph type="body" sz="quarter" idx="14" hasCustomPrompt="1"/>
          </p:nvPr>
        </p:nvSpPr>
        <p:spPr>
          <a:xfrm>
            <a:off x="956056" y="2294682"/>
            <a:ext cx="5139944" cy="4046093"/>
          </a:xfrm>
        </p:spPr>
        <p:txBody>
          <a:bodyPr>
            <a:noAutofit/>
          </a:bodyPr>
          <a:lstStyle>
            <a:lvl1pPr marL="342900" indent="-342900">
              <a:lnSpc>
                <a:spcPct val="100000"/>
              </a:lnSpc>
              <a:buFont typeface="Arial" panose="020B0604020202020204" pitchFamily="34" charset="0"/>
              <a:buChar char="•"/>
              <a:defRPr sz="1400"/>
            </a:lvl1pPr>
          </a:lstStyle>
          <a:p>
            <a:pPr lvl="0"/>
            <a:r>
              <a:rPr lang="en-GB"/>
              <a:t>Chapter titles goes here</a:t>
            </a:r>
            <a:endParaRPr lang="en-NL"/>
          </a:p>
        </p:txBody>
      </p:sp>
      <p:sp>
        <p:nvSpPr>
          <p:cNvPr id="2" name="Title Placeholder 1">
            <a:extLst>
              <a:ext uri="{FF2B5EF4-FFF2-40B4-BE49-F238E27FC236}">
                <a16:creationId xmlns:a16="http://schemas.microsoft.com/office/drawing/2014/main" id="{6C94088D-DFE6-B222-B059-E86B4E57043A}"/>
              </a:ext>
            </a:extLst>
          </p:cNvPr>
          <p:cNvSpPr>
            <a:spLocks noGrp="1"/>
          </p:cNvSpPr>
          <p:nvPr>
            <p:ph type="title" hasCustomPrompt="1"/>
          </p:nvPr>
        </p:nvSpPr>
        <p:spPr>
          <a:xfrm>
            <a:off x="300736" y="256064"/>
            <a:ext cx="6496304" cy="646331"/>
          </a:xfrm>
          <a:prstGeom prst="rect">
            <a:avLst/>
          </a:prstGeom>
        </p:spPr>
        <p:txBody>
          <a:bodyPr vert="horz" lIns="91440" tIns="45720" rIns="91440" bIns="45720" rtlCol="0" anchor="t" anchorCtr="0">
            <a:spAutoFit/>
          </a:bodyPr>
          <a:lstStyle>
            <a:lvl1pPr>
              <a:defRPr b="0"/>
            </a:lvl1pPr>
          </a:lstStyle>
          <a:p>
            <a:r>
              <a:rPr lang="en-GB"/>
              <a:t>Index or Agenda</a:t>
            </a:r>
            <a:endParaRPr lang="en-US"/>
          </a:p>
        </p:txBody>
      </p:sp>
      <p:sp>
        <p:nvSpPr>
          <p:cNvPr id="8" name="Text Placeholder 21">
            <a:extLst>
              <a:ext uri="{FF2B5EF4-FFF2-40B4-BE49-F238E27FC236}">
                <a16:creationId xmlns:a16="http://schemas.microsoft.com/office/drawing/2014/main" id="{A8E06133-D27B-8B21-9A56-8D4B2DE30B93}"/>
              </a:ext>
            </a:extLst>
          </p:cNvPr>
          <p:cNvSpPr>
            <a:spLocks noGrp="1"/>
          </p:cNvSpPr>
          <p:nvPr>
            <p:ph type="body" sz="quarter" idx="11" hasCustomPrompt="1"/>
          </p:nvPr>
        </p:nvSpPr>
        <p:spPr>
          <a:xfrm>
            <a:off x="956056" y="1700979"/>
            <a:ext cx="5167898" cy="386901"/>
          </a:xfrm>
        </p:spPr>
        <p:txBody>
          <a:bodyPr anchor="b" anchorCtr="0">
            <a:noAutofit/>
          </a:bodyPr>
          <a:lstStyle>
            <a:lvl1pPr marL="0" indent="0">
              <a:buFont typeface="Arial" panose="020B0604020202020204" pitchFamily="34" charset="0"/>
              <a:buNone/>
              <a:defRPr sz="2000" b="1" i="0">
                <a:solidFill>
                  <a:schemeClr val="tx1"/>
                </a:solidFill>
                <a:latin typeface="ING Me" panose="02000506040000020004" pitchFamily="2" charset="0"/>
                <a:cs typeface="ING Me" panose="02000506040000020004" pitchFamily="2" charset="0"/>
              </a:defRPr>
            </a:lvl1pPr>
          </a:lstStyle>
          <a:p>
            <a:pPr lvl="0"/>
            <a:r>
              <a:rPr lang="en-GB"/>
              <a:t>One headline</a:t>
            </a:r>
            <a:endParaRPr lang="en-NL"/>
          </a:p>
        </p:txBody>
      </p:sp>
      <p:sp>
        <p:nvSpPr>
          <p:cNvPr id="3" name="Rectangle 2">
            <a:extLst>
              <a:ext uri="{FF2B5EF4-FFF2-40B4-BE49-F238E27FC236}">
                <a16:creationId xmlns:a16="http://schemas.microsoft.com/office/drawing/2014/main" id="{512549DD-87EE-CD1D-BAE3-5602F26E44CA}"/>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D2608D4C-0627-C371-10F0-3EFA3A210F14}"/>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5" name="Picture Placeholder 6">
            <a:extLst>
              <a:ext uri="{FF2B5EF4-FFF2-40B4-BE49-F238E27FC236}">
                <a16:creationId xmlns:a16="http://schemas.microsoft.com/office/drawing/2014/main" id="{74674ED3-06B3-7887-FEC8-B264530D948A}"/>
              </a:ext>
            </a:extLst>
          </p:cNvPr>
          <p:cNvSpPr>
            <a:spLocks noGrp="1"/>
          </p:cNvSpPr>
          <p:nvPr>
            <p:ph type="pic" sz="quarter" idx="10"/>
          </p:nvPr>
        </p:nvSpPr>
        <p:spPr>
          <a:xfrm>
            <a:off x="8152677"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Tree>
    <p:extLst>
      <p:ext uri="{BB962C8B-B14F-4D97-AF65-F5344CB8AC3E}">
        <p14:creationId xmlns:p14="http://schemas.microsoft.com/office/powerpoint/2010/main" val="1721202217"/>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Stories 2 Mixed">
    <p:bg>
      <p:bgPr>
        <a:solidFill>
          <a:schemeClr val="tx2"/>
        </a:solidFill>
        <a:effectLst/>
      </p:bgPr>
    </p:bg>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98868361-EE97-415D-2016-A8A5D1792CCD}"/>
              </a:ext>
            </a:extLst>
          </p:cNvPr>
          <p:cNvSpPr>
            <a:spLocks noGrp="1" noRot="1" noMove="1" noResize="1" noEditPoints="1" noAdjustHandles="1" noChangeArrowheads="1" noChangeShapeType="1"/>
          </p:cNvSpPr>
          <p:nvPr>
            <p:ph type="body" sz="quarter" idx="16" hasCustomPrompt="1"/>
          </p:nvPr>
        </p:nvSpPr>
        <p:spPr>
          <a:xfrm>
            <a:off x="6095999" y="0"/>
            <a:ext cx="6095999" cy="6858000"/>
          </a:xfrm>
          <a:solidFill>
            <a:schemeClr val="accent2"/>
          </a:solidFill>
        </p:spPr>
        <p:txBody>
          <a:bodyPr lIns="360000" tIns="251999" rIns="360000" bIns="360000" anchor="t" anchorCtr="0">
            <a:noAutofit/>
          </a:bodyPr>
          <a:lstStyle>
            <a:lvl1pPr marL="0" indent="0">
              <a:lnSpc>
                <a:spcPct val="100000"/>
              </a:lnSpc>
              <a:buNone/>
              <a:defRPr sz="54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hasCustomPrompt="1"/>
          </p:nvPr>
        </p:nvSpPr>
        <p:spPr>
          <a:xfrm>
            <a:off x="0" y="0"/>
            <a:ext cx="6095999" cy="6858000"/>
          </a:xfrm>
        </p:spPr>
        <p:txBody>
          <a:bodyPr lIns="360000" tIns="251999" rIns="360000" bIns="360000" anchor="t" anchorCtr="0">
            <a:noAutofit/>
          </a:bodyPr>
          <a:lstStyle>
            <a:lvl1pPr marL="0" indent="0">
              <a:lnSpc>
                <a:spcPct val="100000"/>
              </a:lnSpc>
              <a:buNone/>
              <a:defRPr sz="54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7" name="Rectangle 16">
            <a:extLst>
              <a:ext uri="{FF2B5EF4-FFF2-40B4-BE49-F238E27FC236}">
                <a16:creationId xmlns:a16="http://schemas.microsoft.com/office/drawing/2014/main" id="{6C6F5108-9F1E-C626-E9F1-09E440968272}"/>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50" name="Text Placeholder 16">
            <a:extLst>
              <a:ext uri="{FF2B5EF4-FFF2-40B4-BE49-F238E27FC236}">
                <a16:creationId xmlns:a16="http://schemas.microsoft.com/office/drawing/2014/main" id="{DECE133A-3D59-8839-75C6-71919625CFB1}"/>
              </a:ext>
            </a:extLst>
          </p:cNvPr>
          <p:cNvSpPr>
            <a:spLocks noGrp="1"/>
          </p:cNvSpPr>
          <p:nvPr>
            <p:ph type="body" sz="quarter" idx="17"/>
          </p:nvPr>
        </p:nvSpPr>
        <p:spPr>
          <a:xfrm>
            <a:off x="6366332" y="5086539"/>
            <a:ext cx="5368877" cy="1417003"/>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673D98F3-1FC0-D28C-F718-33DDBFF9E769}"/>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4" name="Group 3">
            <a:extLst>
              <a:ext uri="{FF2B5EF4-FFF2-40B4-BE49-F238E27FC236}">
                <a16:creationId xmlns:a16="http://schemas.microsoft.com/office/drawing/2014/main" id="{3002DFAD-BAAB-9E35-B8AD-FDBE82F8B074}"/>
              </a:ext>
            </a:extLst>
          </p:cNvPr>
          <p:cNvGrpSpPr/>
          <p:nvPr userDrawn="1"/>
        </p:nvGrpSpPr>
        <p:grpSpPr>
          <a:xfrm>
            <a:off x="-2579659" y="3714818"/>
            <a:ext cx="2144619" cy="2625866"/>
            <a:chOff x="-2608729" y="1272988"/>
            <a:chExt cx="2064454" cy="3585883"/>
          </a:xfrm>
        </p:grpSpPr>
        <p:sp>
          <p:nvSpPr>
            <p:cNvPr id="5" name="Rectangle 4">
              <a:extLst>
                <a:ext uri="{FF2B5EF4-FFF2-40B4-BE49-F238E27FC236}">
                  <a16:creationId xmlns:a16="http://schemas.microsoft.com/office/drawing/2014/main" id="{5A69939A-3FA1-B8A2-3968-04AE30FE2FB2}"/>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6" name="Rectangle 5">
              <a:extLst>
                <a:ext uri="{FF2B5EF4-FFF2-40B4-BE49-F238E27FC236}">
                  <a16:creationId xmlns:a16="http://schemas.microsoft.com/office/drawing/2014/main" id="{2D833AB5-5E0B-C783-546E-D8767D4CAD30}"/>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8" name="Rectangle 7">
              <a:extLst>
                <a:ext uri="{FF2B5EF4-FFF2-40B4-BE49-F238E27FC236}">
                  <a16:creationId xmlns:a16="http://schemas.microsoft.com/office/drawing/2014/main" id="{79CDBB83-D423-3096-C546-3EBFDDCA8E56}"/>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F4AC7A90-4019-4634-7EA9-F4010B9CF121}"/>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E8C78F00-D9BC-0891-29A4-1F6141F6E464}"/>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2FB74BC9-BB5E-D799-49AF-FC0299708D63}"/>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832BFC66-333C-9204-81C9-F36B5E8A4BC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3" name="Rectangle 12">
              <a:extLst>
                <a:ext uri="{FF2B5EF4-FFF2-40B4-BE49-F238E27FC236}">
                  <a16:creationId xmlns:a16="http://schemas.microsoft.com/office/drawing/2014/main" id="{E630D0BC-33EA-DFAB-4AE1-F78264E8B585}"/>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350098321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Content 2 Columns Full">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11" name="Title 6">
            <a:extLst>
              <a:ext uri="{FF2B5EF4-FFF2-40B4-BE49-F238E27FC236}">
                <a16:creationId xmlns:a16="http://schemas.microsoft.com/office/drawing/2014/main" id="{514AB93A-DFCD-DE6F-A311-FB26E1E4D2CD}"/>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2" name="Rectangle 1">
            <a:extLst>
              <a:ext uri="{FF2B5EF4-FFF2-40B4-BE49-F238E27FC236}">
                <a16:creationId xmlns:a16="http://schemas.microsoft.com/office/drawing/2014/main" id="{8507F84D-D31D-16CF-D1B8-EF8FB9835A9B}"/>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5" name="Content Placeholder 5">
            <a:extLst>
              <a:ext uri="{FF2B5EF4-FFF2-40B4-BE49-F238E27FC236}">
                <a16:creationId xmlns:a16="http://schemas.microsoft.com/office/drawing/2014/main" id="{E063C1DB-DEB0-33FD-8D62-1D640A8EF369}"/>
              </a:ext>
            </a:extLst>
          </p:cNvPr>
          <p:cNvSpPr>
            <a:spLocks noGrp="1"/>
          </p:cNvSpPr>
          <p:nvPr>
            <p:ph sz="quarter" idx="11"/>
          </p:nvPr>
        </p:nvSpPr>
        <p:spPr>
          <a:xfrm>
            <a:off x="273899" y="1638301"/>
            <a:ext cx="5717648" cy="4538662"/>
          </a:xfrm>
        </p:spPr>
        <p:txBody>
          <a:bodyPr/>
          <a:lstStyle/>
          <a:p>
            <a:pPr lvl="0"/>
            <a:r>
              <a:rPr lang="en-US"/>
              <a:t>Click to edit Master text styles</a:t>
            </a:r>
          </a:p>
        </p:txBody>
      </p:sp>
      <p:sp>
        <p:nvSpPr>
          <p:cNvPr id="6" name="Content Placeholder 5">
            <a:extLst>
              <a:ext uri="{FF2B5EF4-FFF2-40B4-BE49-F238E27FC236}">
                <a16:creationId xmlns:a16="http://schemas.microsoft.com/office/drawing/2014/main" id="{E93BC94D-039E-7936-A938-F287FBACDEB4}"/>
              </a:ext>
            </a:extLst>
          </p:cNvPr>
          <p:cNvSpPr>
            <a:spLocks noGrp="1"/>
          </p:cNvSpPr>
          <p:nvPr>
            <p:ph sz="quarter" idx="17"/>
          </p:nvPr>
        </p:nvSpPr>
        <p:spPr>
          <a:xfrm>
            <a:off x="6265305" y="1638301"/>
            <a:ext cx="5615438" cy="4538662"/>
          </a:xfrm>
        </p:spPr>
        <p:txBody>
          <a:bodyPr/>
          <a:lstStyle/>
          <a:p>
            <a:pPr lvl="0"/>
            <a:r>
              <a:rPr lang="en-US"/>
              <a:t>Click to edit Master text styles</a:t>
            </a:r>
          </a:p>
        </p:txBody>
      </p:sp>
    </p:spTree>
    <p:extLst>
      <p:ext uri="{BB962C8B-B14F-4D97-AF65-F5344CB8AC3E}">
        <p14:creationId xmlns:p14="http://schemas.microsoft.com/office/powerpoint/2010/main" val="210201083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Title and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a:xfrm>
            <a:off x="273899" y="249333"/>
            <a:ext cx="11606844" cy="646017"/>
          </a:xfrm>
        </p:spPr>
        <p:txBody>
          <a:bodyPr/>
          <a:lstStyle>
            <a:lvl1pPr>
              <a:defRPr b="1" i="0">
                <a:solidFill>
                  <a:srgbClr val="FF6200"/>
                </a:solidFill>
                <a:latin typeface="ING display" panose="020B0603030508020203" pitchFamily="34" charset="77"/>
              </a:defRPr>
            </a:lvl1pPr>
          </a:lstStyle>
          <a:p>
            <a:r>
              <a:rPr lang="en-GB"/>
              <a:t>Your title here</a:t>
            </a:r>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GB" smtClean="0"/>
              <a:t>‹#›</a:t>
            </a:fld>
            <a:endParaRPr lang="en-GB"/>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GB" sz="1000" b="0" i="0">
              <a:effectLst/>
              <a:latin typeface="ING Me" panose="02000506040000020004" pitchFamily="2" charset="0"/>
              <a:ea typeface="Times New Roman" panose="02020603050405020304" pitchFamily="18" charset="0"/>
            </a:endParaRPr>
          </a:p>
        </p:txBody>
      </p:sp>
      <p:sp>
        <p:nvSpPr>
          <p:cNvPr id="11" name="Text Placeholder 10">
            <a:extLst>
              <a:ext uri="{FF2B5EF4-FFF2-40B4-BE49-F238E27FC236}">
                <a16:creationId xmlns:a16="http://schemas.microsoft.com/office/drawing/2014/main" id="{FEE71307-FA48-995D-D709-CA187C6C5111}"/>
              </a:ext>
            </a:extLst>
          </p:cNvPr>
          <p:cNvSpPr>
            <a:spLocks noGrp="1"/>
          </p:cNvSpPr>
          <p:nvPr>
            <p:ph type="body" sz="quarter" idx="11" hasCustomPrompt="1"/>
          </p:nvPr>
        </p:nvSpPr>
        <p:spPr>
          <a:xfrm>
            <a:off x="274637" y="895352"/>
            <a:ext cx="11606105" cy="406400"/>
          </a:xfrm>
        </p:spPr>
        <p:txBody>
          <a:bodyPr>
            <a:noAutofit/>
          </a:bodyPr>
          <a:lstStyle>
            <a:lvl1pPr marL="0" indent="0">
              <a:buNone/>
              <a:defRPr sz="2000" b="1">
                <a:solidFill>
                  <a:srgbClr val="A69F98"/>
                </a:solidFill>
                <a:latin typeface="ING Me" panose="02000506040000020004" pitchFamily="50" charset="0"/>
                <a:cs typeface="ING Me" panose="02000506040000020004" pitchFamily="50" charset="0"/>
              </a:defRPr>
            </a:lvl1pPr>
          </a:lstStyle>
          <a:p>
            <a:pPr lvl="0"/>
            <a:r>
              <a:rPr lang="en-GB"/>
              <a:t>Place your subtitle here</a:t>
            </a:r>
          </a:p>
        </p:txBody>
      </p:sp>
    </p:spTree>
    <p:extLst>
      <p:ext uri="{BB962C8B-B14F-4D97-AF65-F5344CB8AC3E}">
        <p14:creationId xmlns:p14="http://schemas.microsoft.com/office/powerpoint/2010/main" val="319696403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Text Content Slide">
    <p:spTree>
      <p:nvGrpSpPr>
        <p:cNvPr id="1" name=""/>
        <p:cNvGrpSpPr/>
        <p:nvPr/>
      </p:nvGrpSpPr>
      <p:grpSpPr>
        <a:xfrm>
          <a:off x="0" y="0"/>
          <a:ext cx="0" cy="0"/>
          <a:chOff x="0" y="0"/>
          <a:chExt cx="0" cy="0"/>
        </a:xfrm>
      </p:grpSpPr>
      <p:sp>
        <p:nvSpPr>
          <p:cNvPr id="9" name="Text Placeholder 2"/>
          <p:cNvSpPr>
            <a:spLocks noGrp="1"/>
          </p:cNvSpPr>
          <p:nvPr>
            <p:ph idx="1"/>
          </p:nvPr>
        </p:nvSpPr>
        <p:spPr bwMode="gray">
          <a:xfrm>
            <a:off x="845575" y="1278384"/>
            <a:ext cx="10479024" cy="4922391"/>
          </a:xfrm>
          <a:prstGeom prst="rect">
            <a:avLst/>
          </a:prstGeom>
        </p:spPr>
        <p:txBody>
          <a:bodyPr vert="horz" lIns="0" tIns="0" rIns="0" bIns="0" rtlCol="0">
            <a:noAutofit/>
          </a:bodyPr>
          <a:lstStyle>
            <a:lvl2pPr marL="268288" indent="-268288">
              <a:buClr>
                <a:schemeClr val="accent1"/>
              </a:buClr>
              <a:buFont typeface="ING Me" pitchFamily="2" charset="0"/>
              <a:buChar char="•"/>
              <a:defRPr/>
            </a:lvl2pPr>
            <a:lvl3pPr marL="536575" indent="-266700">
              <a:buClr>
                <a:schemeClr val="accent2"/>
              </a:buClr>
              <a:defRPr/>
            </a:lvl3pPr>
            <a:lvl4pPr marL="808038" indent="-260350">
              <a:buClr>
                <a:schemeClr val="accent3"/>
              </a:buClr>
              <a:defRPr/>
            </a:lvl4pPr>
            <a:lvl5pPr marL="1071563" indent="-252413">
              <a:buClr>
                <a:schemeClr val="accent4"/>
              </a:buCl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 name="Title 1"/>
          <p:cNvSpPr>
            <a:spLocks noGrp="1"/>
          </p:cNvSpPr>
          <p:nvPr>
            <p:ph type="title"/>
          </p:nvPr>
        </p:nvSpPr>
        <p:spPr>
          <a:xfrm>
            <a:off x="845575" y="280733"/>
            <a:ext cx="10479024" cy="854075"/>
          </a:xfrm>
        </p:spPr>
        <p:txBody>
          <a:bodyPr/>
          <a:lstStyle/>
          <a:p>
            <a:r>
              <a:rPr lang="en-US" noProof="0"/>
              <a:t>Click to edit Master title style</a:t>
            </a:r>
            <a:endParaRPr lang="en-GB" noProof="0"/>
          </a:p>
        </p:txBody>
      </p:sp>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a:p>
        </p:txBody>
      </p:sp>
    </p:spTree>
    <p:extLst>
      <p:ext uri="{BB962C8B-B14F-4D97-AF65-F5344CB8AC3E}">
        <p14:creationId xmlns:p14="http://schemas.microsoft.com/office/powerpoint/2010/main" val="3036557432"/>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oleObject" Target="../embeddings/oleObject3.bin"/><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tags" Target="../tags/tag15.xml"/><Relationship Id="rId2" Type="http://schemas.openxmlformats.org/officeDocument/2006/relationships/slideLayout" Target="../slideLayouts/slideLayout76.xml"/><Relationship Id="rId16" Type="http://schemas.openxmlformats.org/officeDocument/2006/relationships/theme" Target="../theme/theme2.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10" Type="http://schemas.openxmlformats.org/officeDocument/2006/relationships/slideLayout" Target="../slideLayouts/slideLayout84.xml"/><Relationship Id="rId19" Type="http://schemas.openxmlformats.org/officeDocument/2006/relationships/image" Target="../media/image24.emf"/><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26" Type="http://schemas.openxmlformats.org/officeDocument/2006/relationships/slideLayout" Target="../slideLayouts/slideLayout115.xml"/><Relationship Id="rId39" Type="http://schemas.openxmlformats.org/officeDocument/2006/relationships/theme" Target="../theme/theme3.xml"/><Relationship Id="rId21" Type="http://schemas.openxmlformats.org/officeDocument/2006/relationships/slideLayout" Target="../slideLayouts/slideLayout110.xml"/><Relationship Id="rId34" Type="http://schemas.openxmlformats.org/officeDocument/2006/relationships/slideLayout" Target="../slideLayouts/slideLayout123.xml"/><Relationship Id="rId42" Type="http://schemas.openxmlformats.org/officeDocument/2006/relationships/image" Target="../media/image8.svg"/><Relationship Id="rId7" Type="http://schemas.openxmlformats.org/officeDocument/2006/relationships/slideLayout" Target="../slideLayouts/slideLayout96.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slideLayout" Target="../slideLayouts/slideLayout109.xml"/><Relationship Id="rId29" Type="http://schemas.openxmlformats.org/officeDocument/2006/relationships/slideLayout" Target="../slideLayouts/slideLayout118.xml"/><Relationship Id="rId41" Type="http://schemas.openxmlformats.org/officeDocument/2006/relationships/image" Target="../media/image7.svg"/><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24" Type="http://schemas.openxmlformats.org/officeDocument/2006/relationships/slideLayout" Target="../slideLayouts/slideLayout113.xml"/><Relationship Id="rId32" Type="http://schemas.openxmlformats.org/officeDocument/2006/relationships/slideLayout" Target="../slideLayouts/slideLayout121.xml"/><Relationship Id="rId37" Type="http://schemas.openxmlformats.org/officeDocument/2006/relationships/slideLayout" Target="../slideLayouts/slideLayout126.xml"/><Relationship Id="rId40" Type="http://schemas.openxmlformats.org/officeDocument/2006/relationships/image" Target="../media/image6.svg"/><Relationship Id="rId5" Type="http://schemas.openxmlformats.org/officeDocument/2006/relationships/slideLayout" Target="../slideLayouts/slideLayout94.xml"/><Relationship Id="rId15" Type="http://schemas.openxmlformats.org/officeDocument/2006/relationships/slideLayout" Target="../slideLayouts/slideLayout104.xml"/><Relationship Id="rId23" Type="http://schemas.openxmlformats.org/officeDocument/2006/relationships/slideLayout" Target="../slideLayouts/slideLayout112.xml"/><Relationship Id="rId28" Type="http://schemas.openxmlformats.org/officeDocument/2006/relationships/slideLayout" Target="../slideLayouts/slideLayout117.xml"/><Relationship Id="rId36" Type="http://schemas.openxmlformats.org/officeDocument/2006/relationships/slideLayout" Target="../slideLayouts/slideLayout125.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31" Type="http://schemas.openxmlformats.org/officeDocument/2006/relationships/slideLayout" Target="../slideLayouts/slideLayout120.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 Id="rId22" Type="http://schemas.openxmlformats.org/officeDocument/2006/relationships/slideLayout" Target="../slideLayouts/slideLayout111.xml"/><Relationship Id="rId27" Type="http://schemas.openxmlformats.org/officeDocument/2006/relationships/slideLayout" Target="../slideLayouts/slideLayout116.xml"/><Relationship Id="rId30" Type="http://schemas.openxmlformats.org/officeDocument/2006/relationships/slideLayout" Target="../slideLayouts/slideLayout119.xml"/><Relationship Id="rId35" Type="http://schemas.openxmlformats.org/officeDocument/2006/relationships/slideLayout" Target="../slideLayouts/slideLayout124.xml"/><Relationship Id="rId43" Type="http://schemas.openxmlformats.org/officeDocument/2006/relationships/image" Target="../media/image9.svg"/><Relationship Id="rId8" Type="http://schemas.openxmlformats.org/officeDocument/2006/relationships/slideLayout" Target="../slideLayouts/slideLayout97.xml"/><Relationship Id="rId3" Type="http://schemas.openxmlformats.org/officeDocument/2006/relationships/slideLayout" Target="../slideLayouts/slideLayout92.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5" Type="http://schemas.openxmlformats.org/officeDocument/2006/relationships/slideLayout" Target="../slideLayouts/slideLayout114.xml"/><Relationship Id="rId33" Type="http://schemas.openxmlformats.org/officeDocument/2006/relationships/slideLayout" Target="../slideLayouts/slideLayout122.xml"/><Relationship Id="rId38" Type="http://schemas.openxmlformats.org/officeDocument/2006/relationships/slideLayout" Target="../slideLayouts/slideLayout1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3899" y="249333"/>
            <a:ext cx="11606844" cy="1218485"/>
          </a:xfrm>
          <a:prstGeom prst="rect">
            <a:avLst/>
          </a:prstGeom>
        </p:spPr>
        <p:txBody>
          <a:bodyPr vert="horz" lIns="91440" tIns="45720" rIns="91440" bIns="45720" rtlCol="0" anchor="t" anchorCtr="0">
            <a:noAutofit/>
          </a:bodyPr>
          <a:lstStyle/>
          <a:p>
            <a:r>
              <a:rPr lang="en-US"/>
              <a:t>Click to edit Master title style</a:t>
            </a:r>
          </a:p>
        </p:txBody>
      </p:sp>
      <p:sp>
        <p:nvSpPr>
          <p:cNvPr id="3" name="Text Placeholder 2"/>
          <p:cNvSpPr>
            <a:spLocks noGrp="1"/>
          </p:cNvSpPr>
          <p:nvPr>
            <p:ph type="body" idx="1"/>
          </p:nvPr>
        </p:nvSpPr>
        <p:spPr>
          <a:xfrm>
            <a:off x="273899" y="1638301"/>
            <a:ext cx="11606844" cy="453866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p:cNvSpPr>
            <a:spLocks noGrp="1"/>
          </p:cNvSpPr>
          <p:nvPr>
            <p:ph type="sldNum" sz="quarter" idx="4"/>
          </p:nvPr>
        </p:nvSpPr>
        <p:spPr>
          <a:xfrm>
            <a:off x="11398249" y="6459865"/>
            <a:ext cx="482493" cy="261610"/>
          </a:xfrm>
          <a:prstGeom prst="rect">
            <a:avLst/>
          </a:prstGeom>
        </p:spPr>
        <p:txBody>
          <a:bodyPr vert="horz" lIns="91440" tIns="45720" rIns="91440" bIns="45720" rtlCol="0" anchor="t"/>
          <a:lstStyle>
            <a:lvl1pPr algn="r">
              <a:defRPr sz="1000" b="0" i="0">
                <a:solidFill>
                  <a:schemeClr val="tx1"/>
                </a:solidFill>
                <a:latin typeface="ING Me" panose="02000506040000020004" pitchFamily="2" charset="0"/>
              </a:defRPr>
            </a:lvl1pPr>
          </a:lstStyle>
          <a:p>
            <a:fld id="{A56DC5C3-3BE5-034A-8352-A8E8F559C4F3}" type="slidenum">
              <a:rPr lang="en-NL" smtClean="0"/>
              <a:pPr/>
              <a:t>‹#›</a:t>
            </a:fld>
            <a:endParaRPr lang="en-NL"/>
          </a:p>
        </p:txBody>
      </p:sp>
    </p:spTree>
    <p:extLst>
      <p:ext uri="{BB962C8B-B14F-4D97-AF65-F5344CB8AC3E}">
        <p14:creationId xmlns:p14="http://schemas.microsoft.com/office/powerpoint/2010/main" val="22766591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3" r:id="rId52"/>
    <p:sldLayoutId id="2147483714" r:id="rId53"/>
    <p:sldLayoutId id="2147483715" r:id="rId54"/>
    <p:sldLayoutId id="2147483717" r:id="rId55"/>
    <p:sldLayoutId id="2147483718" r:id="rId56"/>
    <p:sldLayoutId id="2147483719" r:id="rId57"/>
    <p:sldLayoutId id="2147483720" r:id="rId58"/>
    <p:sldLayoutId id="2147483721" r:id="rId59"/>
    <p:sldLayoutId id="2147483722" r:id="rId60"/>
    <p:sldLayoutId id="2147483723" r:id="rId61"/>
    <p:sldLayoutId id="2147483725" r:id="rId62"/>
    <p:sldLayoutId id="2147483726" r:id="rId63"/>
    <p:sldLayoutId id="2147483727" r:id="rId64"/>
    <p:sldLayoutId id="2147483728" r:id="rId65"/>
    <p:sldLayoutId id="2147483729" r:id="rId66"/>
    <p:sldLayoutId id="2147483730" r:id="rId67"/>
    <p:sldLayoutId id="2147483731" r:id="rId68"/>
    <p:sldLayoutId id="2147483732" r:id="rId69"/>
    <p:sldLayoutId id="2147483733" r:id="rId70"/>
    <p:sldLayoutId id="2147483734" r:id="rId71"/>
    <p:sldLayoutId id="2147483735" r:id="rId72"/>
    <p:sldLayoutId id="2147483909" r:id="rId73"/>
    <p:sldLayoutId id="2147483949" r:id="rId74"/>
  </p:sldLayoutIdLst>
  <p:hf hdr="0" dt="0"/>
  <p:txStyles>
    <p:titleStyle>
      <a:lvl1pPr algn="l" defTabSz="914400" rtl="0" eaLnBrk="1" latinLnBrk="0" hangingPunct="1">
        <a:lnSpc>
          <a:spcPct val="100000"/>
        </a:lnSpc>
        <a:spcBef>
          <a:spcPct val="0"/>
        </a:spcBef>
        <a:buNone/>
        <a:defRPr sz="3600" b="0" i="0" kern="1200">
          <a:solidFill>
            <a:schemeClr val="accent1"/>
          </a:solidFill>
          <a:latin typeface="ING display" panose="020B0803030508020203" pitchFamily="34" charset="77"/>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1pPr>
      <a:lvl2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2pPr>
      <a:lvl3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3pPr>
      <a:lvl4pPr marL="13716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4pPr>
      <a:lvl5pPr marL="18288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956287-95F8-9800-74E6-179FB7F581C2}"/>
              </a:ext>
            </a:extLst>
          </p:cNvPr>
          <p:cNvGraphicFramePr>
            <a:graphicFrameLocks noChangeAspect="1"/>
          </p:cNvGraphicFramePr>
          <p:nvPr userDrawn="1">
            <p:custDataLst>
              <p:tags r:id="rId17"/>
            </p:custDataLst>
            <p:extLst>
              <p:ext uri="{D42A27DB-BD31-4B8C-83A1-F6EECF244321}">
                <p14:modId xmlns:p14="http://schemas.microsoft.com/office/powerpoint/2010/main" val="4000698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592" imgH="595" progId="TCLayout.ActiveDocument.1">
                  <p:embed/>
                </p:oleObj>
              </mc:Choice>
              <mc:Fallback>
                <p:oleObj name="think-cell Slide" r:id="rId18" imgW="592" imgH="595" progId="TCLayout.ActiveDocument.1">
                  <p:embed/>
                  <p:pic>
                    <p:nvPicPr>
                      <p:cNvPr id="5" name="think-cell data - do not delete" hidden="1">
                        <a:extLst>
                          <a:ext uri="{FF2B5EF4-FFF2-40B4-BE49-F238E27FC236}">
                            <a16:creationId xmlns:a16="http://schemas.microsoft.com/office/drawing/2014/main" id="{54956287-95F8-9800-74E6-179FB7F581C2}"/>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273899" y="249333"/>
            <a:ext cx="8715118" cy="1218485"/>
          </a:xfrm>
          <a:prstGeom prst="rect">
            <a:avLst/>
          </a:prstGeom>
        </p:spPr>
        <p:txBody>
          <a:bodyPr vert="horz" lIns="91440" tIns="45720" rIns="91440" bIns="45720" rtlCol="0" anchor="t" anchorCtr="0">
            <a:normAutofit/>
          </a:bodyPr>
          <a:lstStyle/>
          <a:p>
            <a:r>
              <a:rPr lang="en-US"/>
              <a:t>Click to edit Master title style</a:t>
            </a:r>
          </a:p>
        </p:txBody>
      </p:sp>
      <p:sp>
        <p:nvSpPr>
          <p:cNvPr id="3" name="Text Placeholder 2"/>
          <p:cNvSpPr>
            <a:spLocks noGrp="1"/>
          </p:cNvSpPr>
          <p:nvPr>
            <p:ph type="body" idx="1"/>
          </p:nvPr>
        </p:nvSpPr>
        <p:spPr>
          <a:xfrm>
            <a:off x="3189515" y="1937287"/>
            <a:ext cx="7969265" cy="4239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9137543" y="6285449"/>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ING Me" panose="02000506040000020004" pitchFamily="2" charset="0"/>
              </a:defRPr>
            </a:lvl1pPr>
          </a:lstStyle>
          <a:p>
            <a:fld id="{A56DC5C3-3BE5-034A-8352-A8E8F559C4F3}" type="slidenum">
              <a:rPr lang="en-NL" smtClean="0"/>
              <a:pPr/>
              <a:t>‹#›</a:t>
            </a:fld>
            <a:endParaRPr lang="en-NL"/>
          </a:p>
        </p:txBody>
      </p:sp>
    </p:spTree>
    <p:extLst>
      <p:ext uri="{BB962C8B-B14F-4D97-AF65-F5344CB8AC3E}">
        <p14:creationId xmlns:p14="http://schemas.microsoft.com/office/powerpoint/2010/main" val="1736508702"/>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Lst>
  <p:hf hdr="0"/>
  <p:txStyles>
    <p:titleStyle>
      <a:lvl1pPr algn="l" defTabSz="914400" rtl="0" eaLnBrk="1" latinLnBrk="0" hangingPunct="1">
        <a:lnSpc>
          <a:spcPct val="100000"/>
        </a:lnSpc>
        <a:spcBef>
          <a:spcPct val="0"/>
        </a:spcBef>
        <a:buNone/>
        <a:defRPr sz="3600" b="1" i="0" kern="1200">
          <a:solidFill>
            <a:schemeClr val="accent1"/>
          </a:solidFill>
          <a:latin typeface="ING display" panose="020B0803030508020203" pitchFamily="34" charset="77"/>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400" b="0" i="0" kern="1200">
          <a:solidFill>
            <a:schemeClr val="tx1"/>
          </a:solidFill>
          <a:latin typeface="ING Me" panose="02000506040000020004" pitchFamily="2" charset="0"/>
          <a:ea typeface="+mn-ea"/>
          <a:cs typeface="ING Me" panose="02000506040000020004" pitchFamily="2" charset="0"/>
        </a:defRPr>
      </a:lvl1pPr>
      <a:lvl2pPr marL="685800" indent="-228600" algn="l" defTabSz="914400" rtl="0" eaLnBrk="1" latinLnBrk="0" hangingPunct="1">
        <a:lnSpc>
          <a:spcPct val="150000"/>
        </a:lnSpc>
        <a:spcBef>
          <a:spcPts val="500"/>
        </a:spcBef>
        <a:buFont typeface="Arial" panose="020B0604020202020204" pitchFamily="34" charset="0"/>
        <a:buChar char="•"/>
        <a:defRPr sz="2000" b="0" i="0" kern="1200">
          <a:solidFill>
            <a:schemeClr val="tx1"/>
          </a:solidFill>
          <a:latin typeface="ING Me" panose="02000506040000020004" pitchFamily="2" charset="0"/>
          <a:ea typeface="+mn-ea"/>
          <a:cs typeface="ING Me" panose="02000506040000020004" pitchFamily="2"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tx1"/>
          </a:solidFill>
          <a:latin typeface="ING Me" panose="02000506040000020004" pitchFamily="2" charset="0"/>
          <a:ea typeface="+mn-ea"/>
          <a:cs typeface="ING Me" panose="02000506040000020004" pitchFamily="2"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600" b="0" i="0" kern="1200">
          <a:solidFill>
            <a:schemeClr val="tx1"/>
          </a:solidFill>
          <a:latin typeface="ING Me" panose="02000506040000020004" pitchFamily="2" charset="0"/>
          <a:ea typeface="+mn-ea"/>
          <a:cs typeface="ING Me" panose="02000506040000020004" pitchFamily="2"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400" b="0" i="0" kern="1200">
          <a:solidFill>
            <a:schemeClr val="tx1"/>
          </a:solidFill>
          <a:latin typeface="ING Me" panose="02000506040000020004" pitchFamily="2" charset="0"/>
          <a:ea typeface="+mn-ea"/>
          <a:cs typeface="ING Me" panose="0200050604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876" name="Scale panel">
            <a:extLst>
              <a:ext uri="{FF2B5EF4-FFF2-40B4-BE49-F238E27FC236}">
                <a16:creationId xmlns:a16="http://schemas.microsoft.com/office/drawing/2014/main" id="{7D99C099-15B5-4131-8313-8D2176B4F5F3}"/>
              </a:ext>
            </a:extLst>
          </p:cNvPr>
          <p:cNvSpPr>
            <a:spLocks noChangeArrowheads="1"/>
          </p:cNvSpPr>
          <p:nvPr userDrawn="1"/>
        </p:nvSpPr>
        <p:spPr bwMode="gray">
          <a:xfrm>
            <a:off x="-2368598" y="-435426"/>
            <a:ext cx="16929187" cy="7728851"/>
          </a:xfrm>
          <a:prstGeom prst="rect">
            <a:avLst/>
          </a:prstGeom>
          <a:solidFill>
            <a:srgbClr val="FFFFFF">
              <a:alpha val="0"/>
            </a:srgbClr>
          </a:solidFill>
          <a:ln>
            <a:noFill/>
          </a:ln>
          <a:effectLst/>
        </p:spPr>
        <p:txBody>
          <a:bodyPr wrap="square" lIns="180000" tIns="180000" rIns="180000" bIns="180000" anchor="ctr">
            <a:noAutofit/>
          </a:bodyPr>
          <a:lstStyle/>
          <a:p>
            <a:endParaRPr lang="en-GB" sz="1000"/>
          </a:p>
        </p:txBody>
      </p:sp>
      <p:grpSp>
        <p:nvGrpSpPr>
          <p:cNvPr id="268" name="Master Grid" hidden="1">
            <a:extLst>
              <a:ext uri="{FF2B5EF4-FFF2-40B4-BE49-F238E27FC236}">
                <a16:creationId xmlns:a16="http://schemas.microsoft.com/office/drawing/2014/main" id="{D42BA328-ECEA-4217-9F3F-D0202D59CA05}"/>
              </a:ext>
            </a:extLst>
          </p:cNvPr>
          <p:cNvGrpSpPr/>
          <p:nvPr userDrawn="1"/>
        </p:nvGrpSpPr>
        <p:grpSpPr>
          <a:xfrm>
            <a:off x="0" y="0"/>
            <a:ext cx="12192018" cy="6858000"/>
            <a:chOff x="152391" y="152400"/>
            <a:chExt cx="12192018" cy="6858000"/>
          </a:xfrm>
        </p:grpSpPr>
        <p:grpSp>
          <p:nvGrpSpPr>
            <p:cNvPr id="396" name="GRID">
              <a:extLst>
                <a:ext uri="{FF2B5EF4-FFF2-40B4-BE49-F238E27FC236}">
                  <a16:creationId xmlns:a16="http://schemas.microsoft.com/office/drawing/2014/main" id="{D7354782-E49A-4699-9B7B-4355C8BEEA02}"/>
                </a:ext>
              </a:extLst>
            </p:cNvPr>
            <p:cNvGrpSpPr/>
            <p:nvPr/>
          </p:nvGrpSpPr>
          <p:grpSpPr>
            <a:xfrm>
              <a:off x="152391" y="152400"/>
              <a:ext cx="12192018" cy="6858000"/>
              <a:chOff x="-1" y="0"/>
              <a:chExt cx="12192018" cy="6858000"/>
            </a:xfrm>
          </p:grpSpPr>
          <p:grpSp>
            <p:nvGrpSpPr>
              <p:cNvPr id="455" name="Group 454">
                <a:extLst>
                  <a:ext uri="{FF2B5EF4-FFF2-40B4-BE49-F238E27FC236}">
                    <a16:creationId xmlns:a16="http://schemas.microsoft.com/office/drawing/2014/main" id="{E22339AD-B53F-4786-BDB6-A89FE50DB2A6}"/>
                  </a:ext>
                </a:extLst>
              </p:cNvPr>
              <p:cNvGrpSpPr/>
              <p:nvPr/>
            </p:nvGrpSpPr>
            <p:grpSpPr>
              <a:xfrm>
                <a:off x="0" y="0"/>
                <a:ext cx="12192017" cy="6858000"/>
                <a:chOff x="0" y="0"/>
                <a:chExt cx="12192017" cy="6858000"/>
              </a:xfrm>
            </p:grpSpPr>
            <p:cxnSp>
              <p:nvCxnSpPr>
                <p:cNvPr id="479" name="Straight Connector 478">
                  <a:extLst>
                    <a:ext uri="{FF2B5EF4-FFF2-40B4-BE49-F238E27FC236}">
                      <a16:creationId xmlns:a16="http://schemas.microsoft.com/office/drawing/2014/main" id="{57B30F03-8C9D-4CD8-9D83-8DC8450A16C1}"/>
                    </a:ext>
                  </a:extLst>
                </p:cNvPr>
                <p:cNvCxnSpPr/>
                <p:nvPr/>
              </p:nvCxnSpPr>
              <p:spPr>
                <a:xfrm>
                  <a:off x="32951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9BF6938D-A300-4D5C-8E4F-4FBFF9880310}"/>
                    </a:ext>
                  </a:extLst>
                </p:cNvPr>
                <p:cNvCxnSpPr/>
                <p:nvPr/>
              </p:nvCxnSpPr>
              <p:spPr>
                <a:xfrm>
                  <a:off x="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2C368DAC-ED72-418B-BB58-22A9EBABC287}"/>
                    </a:ext>
                  </a:extLst>
                </p:cNvPr>
                <p:cNvCxnSpPr/>
                <p:nvPr/>
              </p:nvCxnSpPr>
              <p:spPr>
                <a:xfrm>
                  <a:off x="98854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FEC1711E-ABCA-4911-8DBD-2875A8456EF4}"/>
                    </a:ext>
                  </a:extLst>
                </p:cNvPr>
                <p:cNvCxnSpPr/>
                <p:nvPr/>
              </p:nvCxnSpPr>
              <p:spPr>
                <a:xfrm>
                  <a:off x="65902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89290615-FFDF-4C1B-9930-59588ADCE1D0}"/>
                    </a:ext>
                  </a:extLst>
                </p:cNvPr>
                <p:cNvCxnSpPr/>
                <p:nvPr/>
              </p:nvCxnSpPr>
              <p:spPr>
                <a:xfrm>
                  <a:off x="164757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087D6E6A-FBCD-44B7-811F-E440101FA6B3}"/>
                    </a:ext>
                  </a:extLst>
                </p:cNvPr>
                <p:cNvCxnSpPr/>
                <p:nvPr/>
              </p:nvCxnSpPr>
              <p:spPr>
                <a:xfrm>
                  <a:off x="131805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C7EE4D9C-5972-4F11-AD88-CDE4D2D4A05E}"/>
                    </a:ext>
                  </a:extLst>
                </p:cNvPr>
                <p:cNvCxnSpPr/>
                <p:nvPr/>
              </p:nvCxnSpPr>
              <p:spPr>
                <a:xfrm>
                  <a:off x="230659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6" name="Straight Connector 485">
                  <a:extLst>
                    <a:ext uri="{FF2B5EF4-FFF2-40B4-BE49-F238E27FC236}">
                      <a16:creationId xmlns:a16="http://schemas.microsoft.com/office/drawing/2014/main" id="{A1D02A60-D36A-429F-8D81-D08F3EF38993}"/>
                    </a:ext>
                  </a:extLst>
                </p:cNvPr>
                <p:cNvCxnSpPr/>
                <p:nvPr/>
              </p:nvCxnSpPr>
              <p:spPr>
                <a:xfrm>
                  <a:off x="197708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88E78551-A749-4A2E-8477-CABB2C2782EC}"/>
                    </a:ext>
                  </a:extLst>
                </p:cNvPr>
                <p:cNvCxnSpPr/>
                <p:nvPr/>
              </p:nvCxnSpPr>
              <p:spPr>
                <a:xfrm>
                  <a:off x="296562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FBD58499-8938-44E0-8520-DDE63A4C4496}"/>
                    </a:ext>
                  </a:extLst>
                </p:cNvPr>
                <p:cNvCxnSpPr/>
                <p:nvPr/>
              </p:nvCxnSpPr>
              <p:spPr>
                <a:xfrm>
                  <a:off x="263611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BC923EA8-C256-4634-8339-7DB6BA413CD2}"/>
                    </a:ext>
                  </a:extLst>
                </p:cNvPr>
                <p:cNvCxnSpPr/>
                <p:nvPr/>
              </p:nvCxnSpPr>
              <p:spPr>
                <a:xfrm>
                  <a:off x="362465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3BABF286-6674-4701-B1E9-263284795AB3}"/>
                    </a:ext>
                  </a:extLst>
                </p:cNvPr>
                <p:cNvCxnSpPr/>
                <p:nvPr/>
              </p:nvCxnSpPr>
              <p:spPr>
                <a:xfrm>
                  <a:off x="329514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99FB23A9-E6D7-43CC-A0D5-725192604B3D}"/>
                    </a:ext>
                  </a:extLst>
                </p:cNvPr>
                <p:cNvCxnSpPr/>
                <p:nvPr/>
              </p:nvCxnSpPr>
              <p:spPr>
                <a:xfrm>
                  <a:off x="428368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F23FDEA7-2269-4F06-8F07-260EE77295DF}"/>
                    </a:ext>
                  </a:extLst>
                </p:cNvPr>
                <p:cNvCxnSpPr/>
                <p:nvPr/>
              </p:nvCxnSpPr>
              <p:spPr>
                <a:xfrm>
                  <a:off x="395416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3" name="Straight Connector 492">
                  <a:extLst>
                    <a:ext uri="{FF2B5EF4-FFF2-40B4-BE49-F238E27FC236}">
                      <a16:creationId xmlns:a16="http://schemas.microsoft.com/office/drawing/2014/main" id="{E8A88CA9-B891-491E-95C8-1C4D7ACDAA96}"/>
                    </a:ext>
                  </a:extLst>
                </p:cNvPr>
                <p:cNvCxnSpPr/>
                <p:nvPr/>
              </p:nvCxnSpPr>
              <p:spPr>
                <a:xfrm>
                  <a:off x="494271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4" name="Straight Connector 493">
                  <a:extLst>
                    <a:ext uri="{FF2B5EF4-FFF2-40B4-BE49-F238E27FC236}">
                      <a16:creationId xmlns:a16="http://schemas.microsoft.com/office/drawing/2014/main" id="{C6C7A0C6-4EAC-4FEF-85DD-F06A1AACCCD9}"/>
                    </a:ext>
                  </a:extLst>
                </p:cNvPr>
                <p:cNvCxnSpPr/>
                <p:nvPr/>
              </p:nvCxnSpPr>
              <p:spPr>
                <a:xfrm>
                  <a:off x="461319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BC387629-3884-4ADF-98D9-B40527E1A937}"/>
                    </a:ext>
                  </a:extLst>
                </p:cNvPr>
                <p:cNvCxnSpPr/>
                <p:nvPr/>
              </p:nvCxnSpPr>
              <p:spPr>
                <a:xfrm>
                  <a:off x="560173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DC1FB6E3-5983-42E2-B487-B2A550667A58}"/>
                    </a:ext>
                  </a:extLst>
                </p:cNvPr>
                <p:cNvCxnSpPr/>
                <p:nvPr/>
              </p:nvCxnSpPr>
              <p:spPr>
                <a:xfrm>
                  <a:off x="527222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BE47B01B-846E-438F-95BE-84D5D1A6988B}"/>
                    </a:ext>
                  </a:extLst>
                </p:cNvPr>
                <p:cNvCxnSpPr/>
                <p:nvPr/>
              </p:nvCxnSpPr>
              <p:spPr>
                <a:xfrm>
                  <a:off x="626076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DAAA516D-477A-4244-8BF2-30CB948742FB}"/>
                    </a:ext>
                  </a:extLst>
                </p:cNvPr>
                <p:cNvCxnSpPr/>
                <p:nvPr/>
              </p:nvCxnSpPr>
              <p:spPr>
                <a:xfrm>
                  <a:off x="593125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1B7D312D-F4D1-4D37-9DD6-637968C596A3}"/>
                    </a:ext>
                  </a:extLst>
                </p:cNvPr>
                <p:cNvCxnSpPr/>
                <p:nvPr/>
              </p:nvCxnSpPr>
              <p:spPr>
                <a:xfrm>
                  <a:off x="691979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0" name="Straight Connector 499">
                  <a:extLst>
                    <a:ext uri="{FF2B5EF4-FFF2-40B4-BE49-F238E27FC236}">
                      <a16:creationId xmlns:a16="http://schemas.microsoft.com/office/drawing/2014/main" id="{F0831B2C-01F0-4C7A-BA32-9CB020598BF8}"/>
                    </a:ext>
                  </a:extLst>
                </p:cNvPr>
                <p:cNvCxnSpPr/>
                <p:nvPr/>
              </p:nvCxnSpPr>
              <p:spPr>
                <a:xfrm>
                  <a:off x="659028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1" name="Straight Connector 500">
                  <a:extLst>
                    <a:ext uri="{FF2B5EF4-FFF2-40B4-BE49-F238E27FC236}">
                      <a16:creationId xmlns:a16="http://schemas.microsoft.com/office/drawing/2014/main" id="{5FA4CBA0-89DA-4E51-8503-D9D34E32D744}"/>
                    </a:ext>
                  </a:extLst>
                </p:cNvPr>
                <p:cNvCxnSpPr/>
                <p:nvPr/>
              </p:nvCxnSpPr>
              <p:spPr>
                <a:xfrm>
                  <a:off x="757882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D24F47CE-2594-44BF-B7AB-D72724CDF156}"/>
                    </a:ext>
                  </a:extLst>
                </p:cNvPr>
                <p:cNvCxnSpPr/>
                <p:nvPr/>
              </p:nvCxnSpPr>
              <p:spPr>
                <a:xfrm>
                  <a:off x="724930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988568FF-7259-4F57-B421-DD1BF280A590}"/>
                    </a:ext>
                  </a:extLst>
                </p:cNvPr>
                <p:cNvCxnSpPr/>
                <p:nvPr/>
              </p:nvCxnSpPr>
              <p:spPr>
                <a:xfrm>
                  <a:off x="823785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EB6004BB-45E2-44DE-9D6C-1EA1B31F75E8}"/>
                    </a:ext>
                  </a:extLst>
                </p:cNvPr>
                <p:cNvCxnSpPr/>
                <p:nvPr/>
              </p:nvCxnSpPr>
              <p:spPr>
                <a:xfrm>
                  <a:off x="790833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8C72E3C8-520C-497F-A4D5-DCF44D12CD80}"/>
                    </a:ext>
                  </a:extLst>
                </p:cNvPr>
                <p:cNvCxnSpPr/>
                <p:nvPr/>
              </p:nvCxnSpPr>
              <p:spPr>
                <a:xfrm>
                  <a:off x="889687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7B720938-127D-49F5-97AF-562D32A74600}"/>
                    </a:ext>
                  </a:extLst>
                </p:cNvPr>
                <p:cNvCxnSpPr/>
                <p:nvPr/>
              </p:nvCxnSpPr>
              <p:spPr>
                <a:xfrm>
                  <a:off x="856736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7" name="Straight Connector 506">
                  <a:extLst>
                    <a:ext uri="{FF2B5EF4-FFF2-40B4-BE49-F238E27FC236}">
                      <a16:creationId xmlns:a16="http://schemas.microsoft.com/office/drawing/2014/main" id="{852789AE-4FBE-467B-B00B-8D948D856D4C}"/>
                    </a:ext>
                  </a:extLst>
                </p:cNvPr>
                <p:cNvCxnSpPr/>
                <p:nvPr/>
              </p:nvCxnSpPr>
              <p:spPr>
                <a:xfrm>
                  <a:off x="955590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8" name="Straight Connector 507">
                  <a:extLst>
                    <a:ext uri="{FF2B5EF4-FFF2-40B4-BE49-F238E27FC236}">
                      <a16:creationId xmlns:a16="http://schemas.microsoft.com/office/drawing/2014/main" id="{FCDC861B-1131-4468-B891-4639874C33C1}"/>
                    </a:ext>
                  </a:extLst>
                </p:cNvPr>
                <p:cNvCxnSpPr/>
                <p:nvPr/>
              </p:nvCxnSpPr>
              <p:spPr>
                <a:xfrm>
                  <a:off x="922639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3112DEAC-80A0-4F90-81EC-4D87F645E76D}"/>
                    </a:ext>
                  </a:extLst>
                </p:cNvPr>
                <p:cNvCxnSpPr/>
                <p:nvPr/>
              </p:nvCxnSpPr>
              <p:spPr>
                <a:xfrm>
                  <a:off x="1021493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8A83F6CC-CFBB-4012-B5AB-3DBB9C000E43}"/>
                    </a:ext>
                  </a:extLst>
                </p:cNvPr>
                <p:cNvCxnSpPr/>
                <p:nvPr/>
              </p:nvCxnSpPr>
              <p:spPr>
                <a:xfrm>
                  <a:off x="988542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7086FB9D-BDC7-4EB6-B7F8-9727B0084ACC}"/>
                    </a:ext>
                  </a:extLst>
                </p:cNvPr>
                <p:cNvCxnSpPr/>
                <p:nvPr/>
              </p:nvCxnSpPr>
              <p:spPr>
                <a:xfrm>
                  <a:off x="1087396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C745221B-E8F8-4CB2-8FCD-AE0FE353C32A}"/>
                    </a:ext>
                  </a:extLst>
                </p:cNvPr>
                <p:cNvCxnSpPr/>
                <p:nvPr/>
              </p:nvCxnSpPr>
              <p:spPr>
                <a:xfrm>
                  <a:off x="1054444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5094AAE4-01E5-4C6E-81F6-3A5C0DA6FC6A}"/>
                    </a:ext>
                  </a:extLst>
                </p:cNvPr>
                <p:cNvCxnSpPr/>
                <p:nvPr/>
              </p:nvCxnSpPr>
              <p:spPr>
                <a:xfrm>
                  <a:off x="1153299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4" name="Straight Connector 513">
                  <a:extLst>
                    <a:ext uri="{FF2B5EF4-FFF2-40B4-BE49-F238E27FC236}">
                      <a16:creationId xmlns:a16="http://schemas.microsoft.com/office/drawing/2014/main" id="{F528AFAE-A6AC-4CD7-BDA2-17857F962AB2}"/>
                    </a:ext>
                  </a:extLst>
                </p:cNvPr>
                <p:cNvCxnSpPr/>
                <p:nvPr/>
              </p:nvCxnSpPr>
              <p:spPr>
                <a:xfrm>
                  <a:off x="1120347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5" name="Straight Connector 514">
                  <a:extLst>
                    <a:ext uri="{FF2B5EF4-FFF2-40B4-BE49-F238E27FC236}">
                      <a16:creationId xmlns:a16="http://schemas.microsoft.com/office/drawing/2014/main" id="{5F6B84C4-9796-4319-B3A5-7807A33D0C19}"/>
                    </a:ext>
                  </a:extLst>
                </p:cNvPr>
                <p:cNvCxnSpPr/>
                <p:nvPr/>
              </p:nvCxnSpPr>
              <p:spPr>
                <a:xfrm>
                  <a:off x="12192017"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14BC46D6-8B78-452A-85E9-056E038007FC}"/>
                    </a:ext>
                  </a:extLst>
                </p:cNvPr>
                <p:cNvCxnSpPr/>
                <p:nvPr/>
              </p:nvCxnSpPr>
              <p:spPr>
                <a:xfrm>
                  <a:off x="1186250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456" name="Group 455">
                <a:extLst>
                  <a:ext uri="{FF2B5EF4-FFF2-40B4-BE49-F238E27FC236}">
                    <a16:creationId xmlns:a16="http://schemas.microsoft.com/office/drawing/2014/main" id="{227661DF-0032-42D4-848A-1DF956BA62EE}"/>
                  </a:ext>
                </a:extLst>
              </p:cNvPr>
              <p:cNvGrpSpPr/>
              <p:nvPr/>
            </p:nvGrpSpPr>
            <p:grpSpPr>
              <a:xfrm>
                <a:off x="-1" y="0"/>
                <a:ext cx="12191993" cy="6857991"/>
                <a:chOff x="0" y="0"/>
                <a:chExt cx="290286" cy="6857991"/>
              </a:xfrm>
            </p:grpSpPr>
            <p:cxnSp>
              <p:nvCxnSpPr>
                <p:cNvPr id="457" name="Straight Connector 456">
                  <a:extLst>
                    <a:ext uri="{FF2B5EF4-FFF2-40B4-BE49-F238E27FC236}">
                      <a16:creationId xmlns:a16="http://schemas.microsoft.com/office/drawing/2014/main" id="{A8B104F2-1FE8-4D63-B92B-36A1B724A029}"/>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DE01FDE6-42EE-47DE-A4B5-3566FC6E0209}"/>
                    </a:ext>
                  </a:extLst>
                </p:cNvPr>
                <p:cNvCxnSpPr/>
                <p:nvPr/>
              </p:nvCxnSpPr>
              <p:spPr>
                <a:xfrm>
                  <a:off x="0" y="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8E20FD14-D0FA-43AC-95DB-3150872E1F3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028DF3B0-4034-45B4-A3E1-B0B55513AF6F}"/>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7C67B68B-36B6-46CB-AF56-B2B821C00FAF}"/>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DE60AE33-3E26-48DF-B7AD-4C1629648BD3}"/>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49230077-BD1C-4346-9269-CE1185B4EC60}"/>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03416EBD-0E45-458C-9475-D1F38956C958}"/>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AD9E3C15-C229-48BA-83EF-B53E947B4C17}"/>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7108ABE6-2564-47F9-80A8-9647EEAB9EE3}"/>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31F5B969-81B8-4151-AA30-AB80C3D57C89}"/>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D0AC87BF-14F2-4A12-9B7F-08750A4DDC1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63C86CDC-0953-42F0-8DF7-1B70CE60A563}"/>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BCD5262D-4A74-4B84-84F0-2923CBB4ADC4}"/>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E2397635-6E7F-42E1-9838-F7A4B2562AC5}"/>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id="{C725B471-3E31-4D81-AD68-871863B5FFF8}"/>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4A732D9C-81BE-41A0-9553-5A9BAC5D4997}"/>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449D03A4-8841-4AB5-ACF6-D4CCD93B40C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3C358C4E-BEE4-438F-A5A7-D41B9CEC66DF}"/>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D39A6CFE-5C25-41AE-9585-4B6B3A882D6C}"/>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0A11B869-E168-4FCB-8D8E-CAD61A31502C}"/>
                    </a:ext>
                  </a:extLst>
                </p:cNvPr>
                <p:cNvCxnSpPr/>
                <p:nvPr/>
              </p:nvCxnSpPr>
              <p:spPr>
                <a:xfrm>
                  <a:off x="0" y="685799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637D3411-FEB4-42A4-A4E6-53C82CAF12C1}"/>
                    </a:ext>
                  </a:extLst>
                </p:cNvPr>
                <p:cNvCxnSpPr/>
                <p:nvPr/>
              </p:nvCxnSpPr>
              <p:spPr>
                <a:xfrm>
                  <a:off x="0" y="653142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nvGrpSpPr>
            <p:cNvPr id="397" name="Group 396">
              <a:extLst>
                <a:ext uri="{FF2B5EF4-FFF2-40B4-BE49-F238E27FC236}">
                  <a16:creationId xmlns:a16="http://schemas.microsoft.com/office/drawing/2014/main" id="{F5F0C4C6-AF74-44DA-9406-3E7AED384149}"/>
                </a:ext>
              </a:extLst>
            </p:cNvPr>
            <p:cNvGrpSpPr/>
            <p:nvPr/>
          </p:nvGrpSpPr>
          <p:grpSpPr>
            <a:xfrm>
              <a:off x="481914" y="478968"/>
              <a:ext cx="11532990" cy="5878800"/>
              <a:chOff x="329514" y="326568"/>
              <a:chExt cx="11532990" cy="5878800"/>
            </a:xfrm>
          </p:grpSpPr>
          <p:grpSp>
            <p:nvGrpSpPr>
              <p:cNvPr id="398" name="Group 397">
                <a:extLst>
                  <a:ext uri="{FF2B5EF4-FFF2-40B4-BE49-F238E27FC236}">
                    <a16:creationId xmlns:a16="http://schemas.microsoft.com/office/drawing/2014/main" id="{959629C5-B76B-49DB-8665-BCCF0700AEA9}"/>
                  </a:ext>
                </a:extLst>
              </p:cNvPr>
              <p:cNvGrpSpPr/>
              <p:nvPr/>
            </p:nvGrpSpPr>
            <p:grpSpPr>
              <a:xfrm>
                <a:off x="329514" y="326568"/>
                <a:ext cx="11532990" cy="5878800"/>
                <a:chOff x="329514" y="7659249"/>
                <a:chExt cx="11532990" cy="290284"/>
              </a:xfrm>
            </p:grpSpPr>
            <p:cxnSp>
              <p:nvCxnSpPr>
                <p:cNvPr id="419" name="Straight Connector 418">
                  <a:extLst>
                    <a:ext uri="{FF2B5EF4-FFF2-40B4-BE49-F238E27FC236}">
                      <a16:creationId xmlns:a16="http://schemas.microsoft.com/office/drawing/2014/main" id="{02A9E9C8-12EF-4FD8-B59F-AD9AFA41F250}"/>
                    </a:ext>
                  </a:extLst>
                </p:cNvPr>
                <p:cNvCxnSpPr/>
                <p:nvPr/>
              </p:nvCxnSpPr>
              <p:spPr>
                <a:xfrm>
                  <a:off x="32951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89F3C64C-E468-4B31-B0E8-E457A553D7FF}"/>
                    </a:ext>
                  </a:extLst>
                </p:cNvPr>
                <p:cNvCxnSpPr/>
                <p:nvPr/>
              </p:nvCxnSpPr>
              <p:spPr>
                <a:xfrm>
                  <a:off x="98854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8D3063DD-D920-4264-AC88-BA167696829E}"/>
                    </a:ext>
                  </a:extLst>
                </p:cNvPr>
                <p:cNvCxnSpPr/>
                <p:nvPr/>
              </p:nvCxnSpPr>
              <p:spPr>
                <a:xfrm>
                  <a:off x="65902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D4D63840-5FEB-44F8-8D70-127D1369FFA3}"/>
                    </a:ext>
                  </a:extLst>
                </p:cNvPr>
                <p:cNvCxnSpPr/>
                <p:nvPr/>
              </p:nvCxnSpPr>
              <p:spPr>
                <a:xfrm>
                  <a:off x="164757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0CBB9098-BD71-4673-A661-673C0DF5AA6F}"/>
                    </a:ext>
                  </a:extLst>
                </p:cNvPr>
                <p:cNvCxnSpPr/>
                <p:nvPr/>
              </p:nvCxnSpPr>
              <p:spPr>
                <a:xfrm>
                  <a:off x="131805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AE6C7DA8-1FA1-44CA-BBB0-7D6022833D6E}"/>
                    </a:ext>
                  </a:extLst>
                </p:cNvPr>
                <p:cNvCxnSpPr/>
                <p:nvPr/>
              </p:nvCxnSpPr>
              <p:spPr>
                <a:xfrm>
                  <a:off x="230659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BFC41C42-B367-483A-85C2-C14AD27777F4}"/>
                    </a:ext>
                  </a:extLst>
                </p:cNvPr>
                <p:cNvCxnSpPr/>
                <p:nvPr/>
              </p:nvCxnSpPr>
              <p:spPr>
                <a:xfrm>
                  <a:off x="197708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358DD47D-7968-4930-92AC-399D6F78B6DE}"/>
                    </a:ext>
                  </a:extLst>
                </p:cNvPr>
                <p:cNvCxnSpPr/>
                <p:nvPr/>
              </p:nvCxnSpPr>
              <p:spPr>
                <a:xfrm>
                  <a:off x="296562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6535C280-03E8-4C3A-AD39-C8114747A35F}"/>
                    </a:ext>
                  </a:extLst>
                </p:cNvPr>
                <p:cNvCxnSpPr/>
                <p:nvPr/>
              </p:nvCxnSpPr>
              <p:spPr>
                <a:xfrm>
                  <a:off x="263611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8D3D78D7-5C2E-4798-A67C-C267B0B1D939}"/>
                    </a:ext>
                  </a:extLst>
                </p:cNvPr>
                <p:cNvCxnSpPr/>
                <p:nvPr/>
              </p:nvCxnSpPr>
              <p:spPr>
                <a:xfrm>
                  <a:off x="362465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963B44B9-A70E-4BE5-9E17-9770183E6124}"/>
                    </a:ext>
                  </a:extLst>
                </p:cNvPr>
                <p:cNvCxnSpPr/>
                <p:nvPr/>
              </p:nvCxnSpPr>
              <p:spPr>
                <a:xfrm>
                  <a:off x="329514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0" name="Straight Connector 429">
                  <a:extLst>
                    <a:ext uri="{FF2B5EF4-FFF2-40B4-BE49-F238E27FC236}">
                      <a16:creationId xmlns:a16="http://schemas.microsoft.com/office/drawing/2014/main" id="{68EDB83C-0A75-4145-B5C0-C0E3F8789DFC}"/>
                    </a:ext>
                  </a:extLst>
                </p:cNvPr>
                <p:cNvCxnSpPr/>
                <p:nvPr/>
              </p:nvCxnSpPr>
              <p:spPr>
                <a:xfrm>
                  <a:off x="428368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id="{BBCC3B8A-B34D-4E0B-8347-DD64E2A84B3A}"/>
                    </a:ext>
                  </a:extLst>
                </p:cNvPr>
                <p:cNvCxnSpPr/>
                <p:nvPr/>
              </p:nvCxnSpPr>
              <p:spPr>
                <a:xfrm>
                  <a:off x="395416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AAF00C96-4D66-4B1A-84AC-695270EC1949}"/>
                    </a:ext>
                  </a:extLst>
                </p:cNvPr>
                <p:cNvCxnSpPr/>
                <p:nvPr/>
              </p:nvCxnSpPr>
              <p:spPr>
                <a:xfrm>
                  <a:off x="494271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68119A2B-33F4-4F0D-829E-3830B2AA19B4}"/>
                    </a:ext>
                  </a:extLst>
                </p:cNvPr>
                <p:cNvCxnSpPr/>
                <p:nvPr/>
              </p:nvCxnSpPr>
              <p:spPr>
                <a:xfrm>
                  <a:off x="461319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BE044DB2-3DB7-4CAC-9CFD-9EB229E8EEFA}"/>
                    </a:ext>
                  </a:extLst>
                </p:cNvPr>
                <p:cNvCxnSpPr/>
                <p:nvPr/>
              </p:nvCxnSpPr>
              <p:spPr>
                <a:xfrm>
                  <a:off x="560173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1662EB9E-F6CC-4767-B511-446BFF3310A5}"/>
                    </a:ext>
                  </a:extLst>
                </p:cNvPr>
                <p:cNvCxnSpPr/>
                <p:nvPr/>
              </p:nvCxnSpPr>
              <p:spPr>
                <a:xfrm>
                  <a:off x="527222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712FC8C6-80C9-42C3-8597-F06F99307F77}"/>
                    </a:ext>
                  </a:extLst>
                </p:cNvPr>
                <p:cNvCxnSpPr/>
                <p:nvPr/>
              </p:nvCxnSpPr>
              <p:spPr>
                <a:xfrm>
                  <a:off x="626076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F0B16139-98C1-4AC9-881B-46A24931F232}"/>
                    </a:ext>
                  </a:extLst>
                </p:cNvPr>
                <p:cNvCxnSpPr/>
                <p:nvPr/>
              </p:nvCxnSpPr>
              <p:spPr>
                <a:xfrm>
                  <a:off x="593125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DBE2C112-6430-4C7E-A8E2-C78E2AB2EA12}"/>
                    </a:ext>
                  </a:extLst>
                </p:cNvPr>
                <p:cNvCxnSpPr/>
                <p:nvPr/>
              </p:nvCxnSpPr>
              <p:spPr>
                <a:xfrm>
                  <a:off x="691979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726957DF-47ED-4D65-8800-F085ACCFE1FD}"/>
                    </a:ext>
                  </a:extLst>
                </p:cNvPr>
                <p:cNvCxnSpPr/>
                <p:nvPr/>
              </p:nvCxnSpPr>
              <p:spPr>
                <a:xfrm>
                  <a:off x="659028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9F196261-542D-486A-9DF7-3BDA9086CB5E}"/>
                    </a:ext>
                  </a:extLst>
                </p:cNvPr>
                <p:cNvCxnSpPr/>
                <p:nvPr/>
              </p:nvCxnSpPr>
              <p:spPr>
                <a:xfrm>
                  <a:off x="757882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36C706F6-7F4F-430A-90EC-C0DC7DCE228B}"/>
                    </a:ext>
                  </a:extLst>
                </p:cNvPr>
                <p:cNvCxnSpPr/>
                <p:nvPr/>
              </p:nvCxnSpPr>
              <p:spPr>
                <a:xfrm>
                  <a:off x="724930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68683E7A-6DE0-456C-A371-DE6E051982F6}"/>
                    </a:ext>
                  </a:extLst>
                </p:cNvPr>
                <p:cNvCxnSpPr/>
                <p:nvPr/>
              </p:nvCxnSpPr>
              <p:spPr>
                <a:xfrm>
                  <a:off x="823785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16C0EFE9-00B1-4B1E-B245-DCA3630F08EF}"/>
                    </a:ext>
                  </a:extLst>
                </p:cNvPr>
                <p:cNvCxnSpPr/>
                <p:nvPr/>
              </p:nvCxnSpPr>
              <p:spPr>
                <a:xfrm>
                  <a:off x="790833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B9E321CF-F559-4D9F-A3B4-515E0F43B7A6}"/>
                    </a:ext>
                  </a:extLst>
                </p:cNvPr>
                <p:cNvCxnSpPr/>
                <p:nvPr/>
              </p:nvCxnSpPr>
              <p:spPr>
                <a:xfrm>
                  <a:off x="889687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DA046096-6B41-4E77-B4B0-62D292EB04F7}"/>
                    </a:ext>
                  </a:extLst>
                </p:cNvPr>
                <p:cNvCxnSpPr/>
                <p:nvPr/>
              </p:nvCxnSpPr>
              <p:spPr>
                <a:xfrm>
                  <a:off x="856736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C91DBEC2-AD48-44B7-99C8-BC05A0CFA508}"/>
                    </a:ext>
                  </a:extLst>
                </p:cNvPr>
                <p:cNvCxnSpPr/>
                <p:nvPr/>
              </p:nvCxnSpPr>
              <p:spPr>
                <a:xfrm>
                  <a:off x="955590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F6249704-D7A1-4294-B54F-533A95218730}"/>
                    </a:ext>
                  </a:extLst>
                </p:cNvPr>
                <p:cNvCxnSpPr/>
                <p:nvPr/>
              </p:nvCxnSpPr>
              <p:spPr>
                <a:xfrm>
                  <a:off x="922639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31248934-071C-42C7-B4CE-819AE60C2A10}"/>
                    </a:ext>
                  </a:extLst>
                </p:cNvPr>
                <p:cNvCxnSpPr/>
                <p:nvPr/>
              </p:nvCxnSpPr>
              <p:spPr>
                <a:xfrm>
                  <a:off x="1021493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0992A428-8766-42AD-A492-CCEF2552BFE8}"/>
                    </a:ext>
                  </a:extLst>
                </p:cNvPr>
                <p:cNvCxnSpPr/>
                <p:nvPr/>
              </p:nvCxnSpPr>
              <p:spPr>
                <a:xfrm>
                  <a:off x="988542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A14CF3FB-E5AB-44B9-B5ED-D8A18177C53D}"/>
                    </a:ext>
                  </a:extLst>
                </p:cNvPr>
                <p:cNvCxnSpPr/>
                <p:nvPr/>
              </p:nvCxnSpPr>
              <p:spPr>
                <a:xfrm>
                  <a:off x="1087396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4DAF4BB5-AE87-4E23-89D7-5217AE443338}"/>
                    </a:ext>
                  </a:extLst>
                </p:cNvPr>
                <p:cNvCxnSpPr/>
                <p:nvPr/>
              </p:nvCxnSpPr>
              <p:spPr>
                <a:xfrm>
                  <a:off x="1054444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id="{A042475F-8DDF-4B12-89F2-CAE2752D1D86}"/>
                    </a:ext>
                  </a:extLst>
                </p:cNvPr>
                <p:cNvCxnSpPr/>
                <p:nvPr/>
              </p:nvCxnSpPr>
              <p:spPr>
                <a:xfrm>
                  <a:off x="1153299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F64BE6EB-ED6F-4DBE-9783-C84E6F7865A4}"/>
                    </a:ext>
                  </a:extLst>
                </p:cNvPr>
                <p:cNvCxnSpPr/>
                <p:nvPr/>
              </p:nvCxnSpPr>
              <p:spPr>
                <a:xfrm>
                  <a:off x="1120347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08B729EE-88A3-48DB-BD13-99712E7729A5}"/>
                    </a:ext>
                  </a:extLst>
                </p:cNvPr>
                <p:cNvCxnSpPr/>
                <p:nvPr/>
              </p:nvCxnSpPr>
              <p:spPr>
                <a:xfrm>
                  <a:off x="1186250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399" name="Group 398">
                <a:extLst>
                  <a:ext uri="{FF2B5EF4-FFF2-40B4-BE49-F238E27FC236}">
                    <a16:creationId xmlns:a16="http://schemas.microsoft.com/office/drawing/2014/main" id="{65C56642-1A38-44FE-A60F-896552CF671B}"/>
                  </a:ext>
                </a:extLst>
              </p:cNvPr>
              <p:cNvGrpSpPr/>
              <p:nvPr/>
            </p:nvGrpSpPr>
            <p:grpSpPr>
              <a:xfrm>
                <a:off x="329514" y="326571"/>
                <a:ext cx="11532972" cy="5878278"/>
                <a:chOff x="0" y="326571"/>
                <a:chExt cx="290286" cy="5878278"/>
              </a:xfrm>
            </p:grpSpPr>
            <p:cxnSp>
              <p:nvCxnSpPr>
                <p:cNvPr id="400" name="Straight Connector 399">
                  <a:extLst>
                    <a:ext uri="{FF2B5EF4-FFF2-40B4-BE49-F238E27FC236}">
                      <a16:creationId xmlns:a16="http://schemas.microsoft.com/office/drawing/2014/main" id="{2C9C3606-2AE4-4321-B0EC-ECF90B13BD0A}"/>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1A873C48-9220-4A4F-BC71-7CFC8A5B3C1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D207E6F9-7395-41EB-81D5-45C05DBAA4B9}"/>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C8E4AA01-8939-4597-9530-FF1CC87186F9}"/>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88F81DE-648D-4C43-BD3E-66EEAE3DD217}"/>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7579E8F3-5233-418C-AEC5-F75DC38ACDEF}"/>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8AF5C722-A59C-4548-A78C-2345421CFC5B}"/>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FF13D5CD-6DDC-4084-B2C7-FDF30A5CFA7D}"/>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D7BC1EF2-4039-47AD-BD61-3AB0165C5F48}"/>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449BF3C1-748F-448A-BD0C-09206B9E5160}"/>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C2D8A61B-9F96-4CCA-8C5F-F2946CB4AC2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43AA27A5-2ECA-4563-853C-8E000E0E219D}"/>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FE237B36-493C-4D63-AE3D-2895039F2098}"/>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C61F7156-CFDC-453A-8600-BFB0308C1EED}"/>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D5D9B0D5-F782-4988-A201-54C8A8781601}"/>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7E95871F-98D2-45D8-839E-862CC3E19F06}"/>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6" name="Straight Connector 415">
                  <a:extLst>
                    <a:ext uri="{FF2B5EF4-FFF2-40B4-BE49-F238E27FC236}">
                      <a16:creationId xmlns:a16="http://schemas.microsoft.com/office/drawing/2014/main" id="{9D3F01A2-DF4E-477F-ADD3-45C5320AC6A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BCEFF40D-D627-4E9B-A0F1-99E0118F85CD}"/>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D3DF13EE-50B3-421B-869D-C83D8FBFFBAE}"/>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grpSp>
        <p:nvGrpSpPr>
          <p:cNvPr id="30" name="Master Grid Edge">
            <a:extLst>
              <a:ext uri="{FF2B5EF4-FFF2-40B4-BE49-F238E27FC236}">
                <a16:creationId xmlns:a16="http://schemas.microsoft.com/office/drawing/2014/main" id="{41418BFA-A91B-4B61-9FA9-3B2768EF5BB6}"/>
              </a:ext>
            </a:extLst>
          </p:cNvPr>
          <p:cNvGrpSpPr/>
          <p:nvPr userDrawn="1"/>
        </p:nvGrpSpPr>
        <p:grpSpPr>
          <a:xfrm>
            <a:off x="-435429" y="-435426"/>
            <a:ext cx="13043121" cy="7728852"/>
            <a:chOff x="-435429" y="-435426"/>
            <a:chExt cx="13043121" cy="7728852"/>
          </a:xfrm>
        </p:grpSpPr>
        <p:grpSp>
          <p:nvGrpSpPr>
            <p:cNvPr id="28" name="Group 27">
              <a:extLst>
                <a:ext uri="{FF2B5EF4-FFF2-40B4-BE49-F238E27FC236}">
                  <a16:creationId xmlns:a16="http://schemas.microsoft.com/office/drawing/2014/main" id="{D6427D9B-3B8B-4C38-9C39-5EF7E502DBA0}"/>
                </a:ext>
              </a:extLst>
            </p:cNvPr>
            <p:cNvGrpSpPr/>
            <p:nvPr userDrawn="1"/>
          </p:nvGrpSpPr>
          <p:grpSpPr>
            <a:xfrm>
              <a:off x="-435429" y="-435426"/>
              <a:ext cx="13043121" cy="7728852"/>
              <a:chOff x="-435429" y="-435426"/>
              <a:chExt cx="13043121" cy="7728852"/>
            </a:xfrm>
          </p:grpSpPr>
          <p:cxnSp>
            <p:nvCxnSpPr>
              <p:cNvPr id="1372" name="Straight Connector 1371">
                <a:extLst>
                  <a:ext uri="{FF2B5EF4-FFF2-40B4-BE49-F238E27FC236}">
                    <a16:creationId xmlns:a16="http://schemas.microsoft.com/office/drawing/2014/main" id="{0D48C6F6-C67A-4B0B-B83C-83FFE41B7A91}"/>
                  </a:ext>
                </a:extLst>
              </p:cNvPr>
              <p:cNvCxnSpPr/>
              <p:nvPr userDrawn="1"/>
            </p:nvCxnSpPr>
            <p:spPr>
              <a:xfrm>
                <a:off x="-435429"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3" name="Straight Connector 1372">
                <a:extLst>
                  <a:ext uri="{FF2B5EF4-FFF2-40B4-BE49-F238E27FC236}">
                    <a16:creationId xmlns:a16="http://schemas.microsoft.com/office/drawing/2014/main" id="{8FE3C9B7-A179-4ABC-9EFA-E64C716A22AA}"/>
                  </a:ext>
                </a:extLst>
              </p:cNvPr>
              <p:cNvCxnSpPr/>
              <p:nvPr userDrawn="1"/>
            </p:nvCxnSpPr>
            <p:spPr>
              <a:xfrm>
                <a:off x="-435429"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4" name="Straight Connector 1373">
                <a:extLst>
                  <a:ext uri="{FF2B5EF4-FFF2-40B4-BE49-F238E27FC236}">
                    <a16:creationId xmlns:a16="http://schemas.microsoft.com/office/drawing/2014/main" id="{E2A92BC7-4BD2-46A9-8859-77DBDB17E323}"/>
                  </a:ext>
                </a:extLst>
              </p:cNvPr>
              <p:cNvCxnSpPr/>
              <p:nvPr userDrawn="1"/>
            </p:nvCxnSpPr>
            <p:spPr>
              <a:xfrm>
                <a:off x="-435429"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5" name="Straight Connector 1374">
                <a:extLst>
                  <a:ext uri="{FF2B5EF4-FFF2-40B4-BE49-F238E27FC236}">
                    <a16:creationId xmlns:a16="http://schemas.microsoft.com/office/drawing/2014/main" id="{4CA4EEE7-B75B-49B7-8459-BDC1C0DC2F21}"/>
                  </a:ext>
                </a:extLst>
              </p:cNvPr>
              <p:cNvCxnSpPr/>
              <p:nvPr userDrawn="1"/>
            </p:nvCxnSpPr>
            <p:spPr>
              <a:xfrm>
                <a:off x="-435429"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6" name="Straight Connector 1375">
                <a:extLst>
                  <a:ext uri="{FF2B5EF4-FFF2-40B4-BE49-F238E27FC236}">
                    <a16:creationId xmlns:a16="http://schemas.microsoft.com/office/drawing/2014/main" id="{5115D53E-92C1-4E8B-A0DC-15EA4127FA95}"/>
                  </a:ext>
                </a:extLst>
              </p:cNvPr>
              <p:cNvCxnSpPr/>
              <p:nvPr userDrawn="1"/>
            </p:nvCxnSpPr>
            <p:spPr>
              <a:xfrm>
                <a:off x="-435429"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7" name="Straight Connector 1376">
                <a:extLst>
                  <a:ext uri="{FF2B5EF4-FFF2-40B4-BE49-F238E27FC236}">
                    <a16:creationId xmlns:a16="http://schemas.microsoft.com/office/drawing/2014/main" id="{A93C7B30-888B-4742-88C6-ECD3AB574BE0}"/>
                  </a:ext>
                </a:extLst>
              </p:cNvPr>
              <p:cNvCxnSpPr/>
              <p:nvPr userDrawn="1"/>
            </p:nvCxnSpPr>
            <p:spPr>
              <a:xfrm>
                <a:off x="-435429"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8" name="Straight Connector 1377">
                <a:extLst>
                  <a:ext uri="{FF2B5EF4-FFF2-40B4-BE49-F238E27FC236}">
                    <a16:creationId xmlns:a16="http://schemas.microsoft.com/office/drawing/2014/main" id="{3C9085B0-4123-496B-8745-1EC1EE0DB992}"/>
                  </a:ext>
                </a:extLst>
              </p:cNvPr>
              <p:cNvCxnSpPr/>
              <p:nvPr userDrawn="1"/>
            </p:nvCxnSpPr>
            <p:spPr>
              <a:xfrm>
                <a:off x="-435429"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9" name="Straight Connector 1378">
                <a:extLst>
                  <a:ext uri="{FF2B5EF4-FFF2-40B4-BE49-F238E27FC236}">
                    <a16:creationId xmlns:a16="http://schemas.microsoft.com/office/drawing/2014/main" id="{CAD4C804-2FB1-454C-B59B-07C4CF426D47}"/>
                  </a:ext>
                </a:extLst>
              </p:cNvPr>
              <p:cNvCxnSpPr/>
              <p:nvPr userDrawn="1"/>
            </p:nvCxnSpPr>
            <p:spPr>
              <a:xfrm>
                <a:off x="-435429"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0" name="Straight Connector 1379">
                <a:extLst>
                  <a:ext uri="{FF2B5EF4-FFF2-40B4-BE49-F238E27FC236}">
                    <a16:creationId xmlns:a16="http://schemas.microsoft.com/office/drawing/2014/main" id="{3D11F836-0FE4-4E95-96CE-104A2D76FE2B}"/>
                  </a:ext>
                </a:extLst>
              </p:cNvPr>
              <p:cNvCxnSpPr/>
              <p:nvPr userDrawn="1"/>
            </p:nvCxnSpPr>
            <p:spPr>
              <a:xfrm>
                <a:off x="-435429"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1" name="Straight Connector 1380">
                <a:extLst>
                  <a:ext uri="{FF2B5EF4-FFF2-40B4-BE49-F238E27FC236}">
                    <a16:creationId xmlns:a16="http://schemas.microsoft.com/office/drawing/2014/main" id="{C6967465-01D9-4715-8A57-A31C9DF8260F}"/>
                  </a:ext>
                </a:extLst>
              </p:cNvPr>
              <p:cNvCxnSpPr/>
              <p:nvPr userDrawn="1"/>
            </p:nvCxnSpPr>
            <p:spPr>
              <a:xfrm>
                <a:off x="-435429"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2" name="Straight Connector 1381">
                <a:extLst>
                  <a:ext uri="{FF2B5EF4-FFF2-40B4-BE49-F238E27FC236}">
                    <a16:creationId xmlns:a16="http://schemas.microsoft.com/office/drawing/2014/main" id="{3DDC8228-B10D-4D8E-9206-B28493C02FA0}"/>
                  </a:ext>
                </a:extLst>
              </p:cNvPr>
              <p:cNvCxnSpPr/>
              <p:nvPr userDrawn="1"/>
            </p:nvCxnSpPr>
            <p:spPr>
              <a:xfrm>
                <a:off x="-435429"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3" name="Straight Connector 1382">
                <a:extLst>
                  <a:ext uri="{FF2B5EF4-FFF2-40B4-BE49-F238E27FC236}">
                    <a16:creationId xmlns:a16="http://schemas.microsoft.com/office/drawing/2014/main" id="{DC26D17E-F53E-47FE-841D-E40C315D6D8B}"/>
                  </a:ext>
                </a:extLst>
              </p:cNvPr>
              <p:cNvCxnSpPr/>
              <p:nvPr userDrawn="1"/>
            </p:nvCxnSpPr>
            <p:spPr>
              <a:xfrm>
                <a:off x="-435429"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4" name="Straight Connector 1383">
                <a:extLst>
                  <a:ext uri="{FF2B5EF4-FFF2-40B4-BE49-F238E27FC236}">
                    <a16:creationId xmlns:a16="http://schemas.microsoft.com/office/drawing/2014/main" id="{B73DA299-4D72-49FC-BE54-93714874307A}"/>
                  </a:ext>
                </a:extLst>
              </p:cNvPr>
              <p:cNvCxnSpPr/>
              <p:nvPr userDrawn="1"/>
            </p:nvCxnSpPr>
            <p:spPr>
              <a:xfrm>
                <a:off x="-435429"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5" name="Straight Connector 1384">
                <a:extLst>
                  <a:ext uri="{FF2B5EF4-FFF2-40B4-BE49-F238E27FC236}">
                    <a16:creationId xmlns:a16="http://schemas.microsoft.com/office/drawing/2014/main" id="{17920ECC-BC43-4AF0-B255-2BA40C6F6CD7}"/>
                  </a:ext>
                </a:extLst>
              </p:cNvPr>
              <p:cNvCxnSpPr/>
              <p:nvPr userDrawn="1"/>
            </p:nvCxnSpPr>
            <p:spPr>
              <a:xfrm>
                <a:off x="-435429"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6" name="Straight Connector 1385">
                <a:extLst>
                  <a:ext uri="{FF2B5EF4-FFF2-40B4-BE49-F238E27FC236}">
                    <a16:creationId xmlns:a16="http://schemas.microsoft.com/office/drawing/2014/main" id="{8FB481FB-0292-4FCA-8B3E-12A62FCFEF1D}"/>
                  </a:ext>
                </a:extLst>
              </p:cNvPr>
              <p:cNvCxnSpPr/>
              <p:nvPr userDrawn="1"/>
            </p:nvCxnSpPr>
            <p:spPr>
              <a:xfrm>
                <a:off x="-435429"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7" name="Straight Connector 1386">
                <a:extLst>
                  <a:ext uri="{FF2B5EF4-FFF2-40B4-BE49-F238E27FC236}">
                    <a16:creationId xmlns:a16="http://schemas.microsoft.com/office/drawing/2014/main" id="{D703CB35-60BE-4D86-8215-CE6E2C378AB7}"/>
                  </a:ext>
                </a:extLst>
              </p:cNvPr>
              <p:cNvCxnSpPr/>
              <p:nvPr userDrawn="1"/>
            </p:nvCxnSpPr>
            <p:spPr>
              <a:xfrm>
                <a:off x="-435429"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8" name="Straight Connector 1387">
                <a:extLst>
                  <a:ext uri="{FF2B5EF4-FFF2-40B4-BE49-F238E27FC236}">
                    <a16:creationId xmlns:a16="http://schemas.microsoft.com/office/drawing/2014/main" id="{95ED6DEF-8382-41F0-BA34-D1990921C17C}"/>
                  </a:ext>
                </a:extLst>
              </p:cNvPr>
              <p:cNvCxnSpPr/>
              <p:nvPr userDrawn="1"/>
            </p:nvCxnSpPr>
            <p:spPr>
              <a:xfrm>
                <a:off x="-435429"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9" name="Straight Connector 1388">
                <a:extLst>
                  <a:ext uri="{FF2B5EF4-FFF2-40B4-BE49-F238E27FC236}">
                    <a16:creationId xmlns:a16="http://schemas.microsoft.com/office/drawing/2014/main" id="{6C27E6DB-0F15-4E2D-8E21-C678DBB75C0B}"/>
                  </a:ext>
                </a:extLst>
              </p:cNvPr>
              <p:cNvCxnSpPr/>
              <p:nvPr userDrawn="1"/>
            </p:nvCxnSpPr>
            <p:spPr>
              <a:xfrm>
                <a:off x="-435429"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0" name="Straight Connector 1389">
                <a:extLst>
                  <a:ext uri="{FF2B5EF4-FFF2-40B4-BE49-F238E27FC236}">
                    <a16:creationId xmlns:a16="http://schemas.microsoft.com/office/drawing/2014/main" id="{BF769C77-89F5-4BBE-A43F-8B11A5BDFDFA}"/>
                  </a:ext>
                </a:extLst>
              </p:cNvPr>
              <p:cNvCxnSpPr/>
              <p:nvPr userDrawn="1"/>
            </p:nvCxnSpPr>
            <p:spPr>
              <a:xfrm>
                <a:off x="-435429"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1" name="Straight Connector 1390">
                <a:extLst>
                  <a:ext uri="{FF2B5EF4-FFF2-40B4-BE49-F238E27FC236}">
                    <a16:creationId xmlns:a16="http://schemas.microsoft.com/office/drawing/2014/main" id="{DF5C9025-ECF3-4784-8CA7-922D9F05A0E5}"/>
                  </a:ext>
                </a:extLst>
              </p:cNvPr>
              <p:cNvCxnSpPr/>
              <p:nvPr userDrawn="1"/>
            </p:nvCxnSpPr>
            <p:spPr>
              <a:xfrm>
                <a:off x="-435429"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2" name="Straight Connector 1391">
                <a:extLst>
                  <a:ext uri="{FF2B5EF4-FFF2-40B4-BE49-F238E27FC236}">
                    <a16:creationId xmlns:a16="http://schemas.microsoft.com/office/drawing/2014/main" id="{64CCA04E-0AAB-486A-86C5-306D99AF5676}"/>
                  </a:ext>
                </a:extLst>
              </p:cNvPr>
              <p:cNvCxnSpPr/>
              <p:nvPr userDrawn="1"/>
            </p:nvCxnSpPr>
            <p:spPr>
              <a:xfrm>
                <a:off x="-435429"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3" name="Straight Connector 1392">
                <a:extLst>
                  <a:ext uri="{FF2B5EF4-FFF2-40B4-BE49-F238E27FC236}">
                    <a16:creationId xmlns:a16="http://schemas.microsoft.com/office/drawing/2014/main" id="{210C58CF-20D4-4750-88FB-AC86507F47CA}"/>
                  </a:ext>
                </a:extLst>
              </p:cNvPr>
              <p:cNvCxnSpPr/>
              <p:nvPr userDrawn="1"/>
            </p:nvCxnSpPr>
            <p:spPr>
              <a:xfrm>
                <a:off x="-435429"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39" name="Straight Connector 1438">
                <a:extLst>
                  <a:ext uri="{FF2B5EF4-FFF2-40B4-BE49-F238E27FC236}">
                    <a16:creationId xmlns:a16="http://schemas.microsoft.com/office/drawing/2014/main" id="{EB1C2386-EBDC-4313-AD95-BC1EA3B00D44}"/>
                  </a:ext>
                </a:extLst>
              </p:cNvPr>
              <p:cNvCxnSpPr/>
              <p:nvPr userDrawn="1"/>
            </p:nvCxnSpPr>
            <p:spPr>
              <a:xfrm>
                <a:off x="-435429"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0" name="Straight Connector 1439">
                <a:extLst>
                  <a:ext uri="{FF2B5EF4-FFF2-40B4-BE49-F238E27FC236}">
                    <a16:creationId xmlns:a16="http://schemas.microsoft.com/office/drawing/2014/main" id="{2545E5FF-62E2-46A7-8308-13410B2A9EA3}"/>
                  </a:ext>
                </a:extLst>
              </p:cNvPr>
              <p:cNvCxnSpPr/>
              <p:nvPr userDrawn="1"/>
            </p:nvCxnSpPr>
            <p:spPr>
              <a:xfrm>
                <a:off x="-435429"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1" name="Straight Connector 1440">
                <a:extLst>
                  <a:ext uri="{FF2B5EF4-FFF2-40B4-BE49-F238E27FC236}">
                    <a16:creationId xmlns:a16="http://schemas.microsoft.com/office/drawing/2014/main" id="{7C5E659C-ED93-4A42-B7A2-7AF650A2AD91}"/>
                  </a:ext>
                </a:extLst>
              </p:cNvPr>
              <p:cNvCxnSpPr/>
              <p:nvPr userDrawn="1"/>
            </p:nvCxnSpPr>
            <p:spPr>
              <a:xfrm>
                <a:off x="-435429"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2" name="Straight Connector 1441">
                <a:extLst>
                  <a:ext uri="{FF2B5EF4-FFF2-40B4-BE49-F238E27FC236}">
                    <a16:creationId xmlns:a16="http://schemas.microsoft.com/office/drawing/2014/main" id="{29953017-3E4A-4B60-8EB9-F4E96C8A8677}"/>
                  </a:ext>
                </a:extLst>
              </p:cNvPr>
              <p:cNvCxnSpPr/>
              <p:nvPr userDrawn="1"/>
            </p:nvCxnSpPr>
            <p:spPr>
              <a:xfrm>
                <a:off x="-435429"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3" name="Straight Connector 1442">
                <a:extLst>
                  <a:ext uri="{FF2B5EF4-FFF2-40B4-BE49-F238E27FC236}">
                    <a16:creationId xmlns:a16="http://schemas.microsoft.com/office/drawing/2014/main" id="{D21B177D-3A5E-41D0-A723-CC1E031D6DAC}"/>
                  </a:ext>
                </a:extLst>
              </p:cNvPr>
              <p:cNvCxnSpPr/>
              <p:nvPr userDrawn="1"/>
            </p:nvCxnSpPr>
            <p:spPr>
              <a:xfrm>
                <a:off x="-435429"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4" name="Straight Connector 1443">
                <a:extLst>
                  <a:ext uri="{FF2B5EF4-FFF2-40B4-BE49-F238E27FC236}">
                    <a16:creationId xmlns:a16="http://schemas.microsoft.com/office/drawing/2014/main" id="{F1187375-C4BD-4100-AF13-3BB8C653B16D}"/>
                  </a:ext>
                </a:extLst>
              </p:cNvPr>
              <p:cNvCxnSpPr/>
              <p:nvPr userDrawn="1"/>
            </p:nvCxnSpPr>
            <p:spPr>
              <a:xfrm>
                <a:off x="-435429"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5" name="Straight Connector 1444">
                <a:extLst>
                  <a:ext uri="{FF2B5EF4-FFF2-40B4-BE49-F238E27FC236}">
                    <a16:creationId xmlns:a16="http://schemas.microsoft.com/office/drawing/2014/main" id="{F56B7F69-9FDA-41A9-8F04-515EA15E2AE5}"/>
                  </a:ext>
                </a:extLst>
              </p:cNvPr>
              <p:cNvCxnSpPr/>
              <p:nvPr userDrawn="1"/>
            </p:nvCxnSpPr>
            <p:spPr>
              <a:xfrm>
                <a:off x="-435429"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7" name="Straight Connector 1446">
                <a:extLst>
                  <a:ext uri="{FF2B5EF4-FFF2-40B4-BE49-F238E27FC236}">
                    <a16:creationId xmlns:a16="http://schemas.microsoft.com/office/drawing/2014/main" id="{869A711C-75DA-45CC-A10E-093533BD0499}"/>
                  </a:ext>
                </a:extLst>
              </p:cNvPr>
              <p:cNvCxnSpPr/>
              <p:nvPr userDrawn="1"/>
            </p:nvCxnSpPr>
            <p:spPr>
              <a:xfrm>
                <a:off x="-435429"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8" name="Straight Connector 1447">
                <a:extLst>
                  <a:ext uri="{FF2B5EF4-FFF2-40B4-BE49-F238E27FC236}">
                    <a16:creationId xmlns:a16="http://schemas.microsoft.com/office/drawing/2014/main" id="{D2BCB45F-F437-4A94-AF89-688ED352AD66}"/>
                  </a:ext>
                </a:extLst>
              </p:cNvPr>
              <p:cNvCxnSpPr/>
              <p:nvPr userDrawn="1"/>
            </p:nvCxnSpPr>
            <p:spPr>
              <a:xfrm>
                <a:off x="-435429"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9" name="Straight Connector 1448">
                <a:extLst>
                  <a:ext uri="{FF2B5EF4-FFF2-40B4-BE49-F238E27FC236}">
                    <a16:creationId xmlns:a16="http://schemas.microsoft.com/office/drawing/2014/main" id="{681D650B-5525-43F3-9C5E-954EC60B80D7}"/>
                  </a:ext>
                </a:extLst>
              </p:cNvPr>
              <p:cNvCxnSpPr/>
              <p:nvPr userDrawn="1"/>
            </p:nvCxnSpPr>
            <p:spPr>
              <a:xfrm>
                <a:off x="-435429"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0" name="Straight Connector 1449">
                <a:extLst>
                  <a:ext uri="{FF2B5EF4-FFF2-40B4-BE49-F238E27FC236}">
                    <a16:creationId xmlns:a16="http://schemas.microsoft.com/office/drawing/2014/main" id="{930CB92A-1176-485B-92E3-68071683998D}"/>
                  </a:ext>
                </a:extLst>
              </p:cNvPr>
              <p:cNvCxnSpPr/>
              <p:nvPr userDrawn="1"/>
            </p:nvCxnSpPr>
            <p:spPr>
              <a:xfrm>
                <a:off x="-435429"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1" name="Straight Connector 1450">
                <a:extLst>
                  <a:ext uri="{FF2B5EF4-FFF2-40B4-BE49-F238E27FC236}">
                    <a16:creationId xmlns:a16="http://schemas.microsoft.com/office/drawing/2014/main" id="{72FEFD80-28A4-4DDC-8994-99287014CA12}"/>
                  </a:ext>
                </a:extLst>
              </p:cNvPr>
              <p:cNvCxnSpPr/>
              <p:nvPr userDrawn="1"/>
            </p:nvCxnSpPr>
            <p:spPr>
              <a:xfrm>
                <a:off x="-435429"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2" name="Straight Connector 1451">
                <a:extLst>
                  <a:ext uri="{FF2B5EF4-FFF2-40B4-BE49-F238E27FC236}">
                    <a16:creationId xmlns:a16="http://schemas.microsoft.com/office/drawing/2014/main" id="{698410CF-6AE7-4DC6-B502-EE95E4096A8F}"/>
                  </a:ext>
                </a:extLst>
              </p:cNvPr>
              <p:cNvCxnSpPr/>
              <p:nvPr userDrawn="1"/>
            </p:nvCxnSpPr>
            <p:spPr>
              <a:xfrm>
                <a:off x="-435429"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3" name="Straight Connector 1452">
                <a:extLst>
                  <a:ext uri="{FF2B5EF4-FFF2-40B4-BE49-F238E27FC236}">
                    <a16:creationId xmlns:a16="http://schemas.microsoft.com/office/drawing/2014/main" id="{A2FD97CB-6390-4504-A4DB-BD17752E831C}"/>
                  </a:ext>
                </a:extLst>
              </p:cNvPr>
              <p:cNvCxnSpPr/>
              <p:nvPr userDrawn="1"/>
            </p:nvCxnSpPr>
            <p:spPr>
              <a:xfrm>
                <a:off x="-435429"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4" name="Straight Connector 1453">
                <a:extLst>
                  <a:ext uri="{FF2B5EF4-FFF2-40B4-BE49-F238E27FC236}">
                    <a16:creationId xmlns:a16="http://schemas.microsoft.com/office/drawing/2014/main" id="{8E71966A-02B1-4CF9-9835-2AFFF7DF38EF}"/>
                  </a:ext>
                </a:extLst>
              </p:cNvPr>
              <p:cNvCxnSpPr/>
              <p:nvPr userDrawn="1"/>
            </p:nvCxnSpPr>
            <p:spPr>
              <a:xfrm>
                <a:off x="-435429"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4" name="Straight Connector 1083">
                <a:extLst>
                  <a:ext uri="{FF2B5EF4-FFF2-40B4-BE49-F238E27FC236}">
                    <a16:creationId xmlns:a16="http://schemas.microsoft.com/office/drawing/2014/main" id="{F98703EC-10A7-47FA-8C56-ACFE6CA2B4AF}"/>
                  </a:ext>
                </a:extLst>
              </p:cNvPr>
              <p:cNvCxnSpPr/>
              <p:nvPr userDrawn="1"/>
            </p:nvCxnSpPr>
            <p:spPr>
              <a:xfrm>
                <a:off x="49427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5" name="Straight Connector 1084">
                <a:extLst>
                  <a:ext uri="{FF2B5EF4-FFF2-40B4-BE49-F238E27FC236}">
                    <a16:creationId xmlns:a16="http://schemas.microsoft.com/office/drawing/2014/main" id="{ABA3C1DF-4FC6-41D8-B732-A90172FBA3EE}"/>
                  </a:ext>
                </a:extLst>
              </p:cNvPr>
              <p:cNvCxnSpPr/>
              <p:nvPr userDrawn="1"/>
            </p:nvCxnSpPr>
            <p:spPr>
              <a:xfrm>
                <a:off x="32951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6" name="Straight Connector 1085">
                <a:extLst>
                  <a:ext uri="{FF2B5EF4-FFF2-40B4-BE49-F238E27FC236}">
                    <a16:creationId xmlns:a16="http://schemas.microsoft.com/office/drawing/2014/main" id="{6FEF131F-8B52-4BD9-B4AA-801E5E3C4EB3}"/>
                  </a:ext>
                </a:extLst>
              </p:cNvPr>
              <p:cNvCxnSpPr/>
              <p:nvPr userDrawn="1"/>
            </p:nvCxnSpPr>
            <p:spPr>
              <a:xfrm>
                <a:off x="82378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7" name="Straight Connector 1086">
                <a:extLst>
                  <a:ext uri="{FF2B5EF4-FFF2-40B4-BE49-F238E27FC236}">
                    <a16:creationId xmlns:a16="http://schemas.microsoft.com/office/drawing/2014/main" id="{D2018C6D-9BB5-49A1-9203-2A68B7C1355B}"/>
                  </a:ext>
                </a:extLst>
              </p:cNvPr>
              <p:cNvCxnSpPr/>
              <p:nvPr userDrawn="1"/>
            </p:nvCxnSpPr>
            <p:spPr>
              <a:xfrm>
                <a:off x="65902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8" name="Straight Connector 1087">
                <a:extLst>
                  <a:ext uri="{FF2B5EF4-FFF2-40B4-BE49-F238E27FC236}">
                    <a16:creationId xmlns:a16="http://schemas.microsoft.com/office/drawing/2014/main" id="{42308FD5-86CC-4F45-A75A-8D9831456BAF}"/>
                  </a:ext>
                </a:extLst>
              </p:cNvPr>
              <p:cNvCxnSpPr/>
              <p:nvPr userDrawn="1"/>
            </p:nvCxnSpPr>
            <p:spPr>
              <a:xfrm>
                <a:off x="115330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9" name="Straight Connector 1088">
                <a:extLst>
                  <a:ext uri="{FF2B5EF4-FFF2-40B4-BE49-F238E27FC236}">
                    <a16:creationId xmlns:a16="http://schemas.microsoft.com/office/drawing/2014/main" id="{8551B858-C413-4262-9E3C-78E7425776A1}"/>
                  </a:ext>
                </a:extLst>
              </p:cNvPr>
              <p:cNvCxnSpPr/>
              <p:nvPr userDrawn="1"/>
            </p:nvCxnSpPr>
            <p:spPr>
              <a:xfrm>
                <a:off x="98854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0" name="Straight Connector 1089">
                <a:extLst>
                  <a:ext uri="{FF2B5EF4-FFF2-40B4-BE49-F238E27FC236}">
                    <a16:creationId xmlns:a16="http://schemas.microsoft.com/office/drawing/2014/main" id="{29CB8798-9C96-44A3-9775-E07A5A434AAB}"/>
                  </a:ext>
                </a:extLst>
              </p:cNvPr>
              <p:cNvCxnSpPr/>
              <p:nvPr userDrawn="1"/>
            </p:nvCxnSpPr>
            <p:spPr>
              <a:xfrm>
                <a:off x="148281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1" name="Straight Connector 1090">
                <a:extLst>
                  <a:ext uri="{FF2B5EF4-FFF2-40B4-BE49-F238E27FC236}">
                    <a16:creationId xmlns:a16="http://schemas.microsoft.com/office/drawing/2014/main" id="{55ADA04C-C258-47C9-8E78-FB8230EBEE4D}"/>
                  </a:ext>
                </a:extLst>
              </p:cNvPr>
              <p:cNvCxnSpPr/>
              <p:nvPr userDrawn="1"/>
            </p:nvCxnSpPr>
            <p:spPr>
              <a:xfrm>
                <a:off x="131805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2" name="Straight Connector 1091">
                <a:extLst>
                  <a:ext uri="{FF2B5EF4-FFF2-40B4-BE49-F238E27FC236}">
                    <a16:creationId xmlns:a16="http://schemas.microsoft.com/office/drawing/2014/main" id="{8A42789B-A802-41DE-A9CF-AFB96BF909DE}"/>
                  </a:ext>
                </a:extLst>
              </p:cNvPr>
              <p:cNvCxnSpPr/>
              <p:nvPr userDrawn="1"/>
            </p:nvCxnSpPr>
            <p:spPr>
              <a:xfrm>
                <a:off x="181232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3" name="Straight Connector 1092">
                <a:extLst>
                  <a:ext uri="{FF2B5EF4-FFF2-40B4-BE49-F238E27FC236}">
                    <a16:creationId xmlns:a16="http://schemas.microsoft.com/office/drawing/2014/main" id="{7AF31126-7AE0-4F67-91EE-574F98393F45}"/>
                  </a:ext>
                </a:extLst>
              </p:cNvPr>
              <p:cNvCxnSpPr/>
              <p:nvPr userDrawn="1"/>
            </p:nvCxnSpPr>
            <p:spPr>
              <a:xfrm>
                <a:off x="164757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4" name="Straight Connector 1093">
                <a:extLst>
                  <a:ext uri="{FF2B5EF4-FFF2-40B4-BE49-F238E27FC236}">
                    <a16:creationId xmlns:a16="http://schemas.microsoft.com/office/drawing/2014/main" id="{0A47E2A5-1A02-4067-8018-FC8CCFA7DA46}"/>
                  </a:ext>
                </a:extLst>
              </p:cNvPr>
              <p:cNvCxnSpPr/>
              <p:nvPr userDrawn="1"/>
            </p:nvCxnSpPr>
            <p:spPr>
              <a:xfrm>
                <a:off x="214184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5" name="Straight Connector 1094">
                <a:extLst>
                  <a:ext uri="{FF2B5EF4-FFF2-40B4-BE49-F238E27FC236}">
                    <a16:creationId xmlns:a16="http://schemas.microsoft.com/office/drawing/2014/main" id="{A3FC942A-4AB1-4A97-87A5-D1D40F79FE8B}"/>
                  </a:ext>
                </a:extLst>
              </p:cNvPr>
              <p:cNvCxnSpPr/>
              <p:nvPr userDrawn="1"/>
            </p:nvCxnSpPr>
            <p:spPr>
              <a:xfrm>
                <a:off x="197708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6" name="Straight Connector 1095">
                <a:extLst>
                  <a:ext uri="{FF2B5EF4-FFF2-40B4-BE49-F238E27FC236}">
                    <a16:creationId xmlns:a16="http://schemas.microsoft.com/office/drawing/2014/main" id="{E1DDD30E-A94E-4110-AB62-879750779D42}"/>
                  </a:ext>
                </a:extLst>
              </p:cNvPr>
              <p:cNvCxnSpPr/>
              <p:nvPr userDrawn="1"/>
            </p:nvCxnSpPr>
            <p:spPr>
              <a:xfrm>
                <a:off x="247135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7" name="Straight Connector 1096">
                <a:extLst>
                  <a:ext uri="{FF2B5EF4-FFF2-40B4-BE49-F238E27FC236}">
                    <a16:creationId xmlns:a16="http://schemas.microsoft.com/office/drawing/2014/main" id="{2E8B6C68-E726-4A2F-A0A2-CB9590DD59C4}"/>
                  </a:ext>
                </a:extLst>
              </p:cNvPr>
              <p:cNvCxnSpPr/>
              <p:nvPr userDrawn="1"/>
            </p:nvCxnSpPr>
            <p:spPr>
              <a:xfrm>
                <a:off x="230659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8" name="Straight Connector 1097">
                <a:extLst>
                  <a:ext uri="{FF2B5EF4-FFF2-40B4-BE49-F238E27FC236}">
                    <a16:creationId xmlns:a16="http://schemas.microsoft.com/office/drawing/2014/main" id="{7935BA12-98AC-4B8B-9E42-9E29ECC5B250}"/>
                  </a:ext>
                </a:extLst>
              </p:cNvPr>
              <p:cNvCxnSpPr/>
              <p:nvPr userDrawn="1"/>
            </p:nvCxnSpPr>
            <p:spPr>
              <a:xfrm>
                <a:off x="280087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9" name="Straight Connector 1098">
                <a:extLst>
                  <a:ext uri="{FF2B5EF4-FFF2-40B4-BE49-F238E27FC236}">
                    <a16:creationId xmlns:a16="http://schemas.microsoft.com/office/drawing/2014/main" id="{986D70DC-08EA-4384-96B6-19C8AA216CF8}"/>
                  </a:ext>
                </a:extLst>
              </p:cNvPr>
              <p:cNvCxnSpPr/>
              <p:nvPr userDrawn="1"/>
            </p:nvCxnSpPr>
            <p:spPr>
              <a:xfrm>
                <a:off x="263611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0" name="Straight Connector 1099">
                <a:extLst>
                  <a:ext uri="{FF2B5EF4-FFF2-40B4-BE49-F238E27FC236}">
                    <a16:creationId xmlns:a16="http://schemas.microsoft.com/office/drawing/2014/main" id="{9EFB890D-E70C-46B1-B15B-8F619540DC47}"/>
                  </a:ext>
                </a:extLst>
              </p:cNvPr>
              <p:cNvCxnSpPr/>
              <p:nvPr userDrawn="1"/>
            </p:nvCxnSpPr>
            <p:spPr>
              <a:xfrm>
                <a:off x="313038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1" name="Straight Connector 1100">
                <a:extLst>
                  <a:ext uri="{FF2B5EF4-FFF2-40B4-BE49-F238E27FC236}">
                    <a16:creationId xmlns:a16="http://schemas.microsoft.com/office/drawing/2014/main" id="{41CDCC37-3C7F-4934-874F-F17D98D6363C}"/>
                  </a:ext>
                </a:extLst>
              </p:cNvPr>
              <p:cNvCxnSpPr/>
              <p:nvPr userDrawn="1"/>
            </p:nvCxnSpPr>
            <p:spPr>
              <a:xfrm>
                <a:off x="296562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2" name="Straight Connector 1101">
                <a:extLst>
                  <a:ext uri="{FF2B5EF4-FFF2-40B4-BE49-F238E27FC236}">
                    <a16:creationId xmlns:a16="http://schemas.microsoft.com/office/drawing/2014/main" id="{E825F627-1927-40CE-A15D-32B2C85A90D7}"/>
                  </a:ext>
                </a:extLst>
              </p:cNvPr>
              <p:cNvCxnSpPr/>
              <p:nvPr userDrawn="1"/>
            </p:nvCxnSpPr>
            <p:spPr>
              <a:xfrm>
                <a:off x="345989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3" name="Straight Connector 1102">
                <a:extLst>
                  <a:ext uri="{FF2B5EF4-FFF2-40B4-BE49-F238E27FC236}">
                    <a16:creationId xmlns:a16="http://schemas.microsoft.com/office/drawing/2014/main" id="{5A008E69-4B12-47AC-B2C3-4C489158DA59}"/>
                  </a:ext>
                </a:extLst>
              </p:cNvPr>
              <p:cNvCxnSpPr/>
              <p:nvPr userDrawn="1"/>
            </p:nvCxnSpPr>
            <p:spPr>
              <a:xfrm>
                <a:off x="329514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4" name="Straight Connector 1103">
                <a:extLst>
                  <a:ext uri="{FF2B5EF4-FFF2-40B4-BE49-F238E27FC236}">
                    <a16:creationId xmlns:a16="http://schemas.microsoft.com/office/drawing/2014/main" id="{A0153B53-BD9F-4B99-ADF8-C319FBC736DA}"/>
                  </a:ext>
                </a:extLst>
              </p:cNvPr>
              <p:cNvCxnSpPr/>
              <p:nvPr userDrawn="1"/>
            </p:nvCxnSpPr>
            <p:spPr>
              <a:xfrm>
                <a:off x="378941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5" name="Straight Connector 1104">
                <a:extLst>
                  <a:ext uri="{FF2B5EF4-FFF2-40B4-BE49-F238E27FC236}">
                    <a16:creationId xmlns:a16="http://schemas.microsoft.com/office/drawing/2014/main" id="{5E17C78E-64E5-4327-8232-488164712B95}"/>
                  </a:ext>
                </a:extLst>
              </p:cNvPr>
              <p:cNvCxnSpPr/>
              <p:nvPr userDrawn="1"/>
            </p:nvCxnSpPr>
            <p:spPr>
              <a:xfrm>
                <a:off x="362465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6" name="Straight Connector 1105">
                <a:extLst>
                  <a:ext uri="{FF2B5EF4-FFF2-40B4-BE49-F238E27FC236}">
                    <a16:creationId xmlns:a16="http://schemas.microsoft.com/office/drawing/2014/main" id="{9357567C-C855-4B89-81F5-532CDE90DDBD}"/>
                  </a:ext>
                </a:extLst>
              </p:cNvPr>
              <p:cNvCxnSpPr/>
              <p:nvPr userDrawn="1"/>
            </p:nvCxnSpPr>
            <p:spPr>
              <a:xfrm>
                <a:off x="411892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7" name="Straight Connector 1106">
                <a:extLst>
                  <a:ext uri="{FF2B5EF4-FFF2-40B4-BE49-F238E27FC236}">
                    <a16:creationId xmlns:a16="http://schemas.microsoft.com/office/drawing/2014/main" id="{E8F6D05C-4679-4C51-ADF0-0526040CCF68}"/>
                  </a:ext>
                </a:extLst>
              </p:cNvPr>
              <p:cNvCxnSpPr/>
              <p:nvPr userDrawn="1"/>
            </p:nvCxnSpPr>
            <p:spPr>
              <a:xfrm>
                <a:off x="395416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8" name="Straight Connector 1107">
                <a:extLst>
                  <a:ext uri="{FF2B5EF4-FFF2-40B4-BE49-F238E27FC236}">
                    <a16:creationId xmlns:a16="http://schemas.microsoft.com/office/drawing/2014/main" id="{3E7A87FB-11CA-40C0-9F6E-26601EB24796}"/>
                  </a:ext>
                </a:extLst>
              </p:cNvPr>
              <p:cNvCxnSpPr/>
              <p:nvPr userDrawn="1"/>
            </p:nvCxnSpPr>
            <p:spPr>
              <a:xfrm>
                <a:off x="444844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9" name="Straight Connector 1108">
                <a:extLst>
                  <a:ext uri="{FF2B5EF4-FFF2-40B4-BE49-F238E27FC236}">
                    <a16:creationId xmlns:a16="http://schemas.microsoft.com/office/drawing/2014/main" id="{5C281A07-DE87-4630-871F-BA1E6D11E34A}"/>
                  </a:ext>
                </a:extLst>
              </p:cNvPr>
              <p:cNvCxnSpPr/>
              <p:nvPr userDrawn="1"/>
            </p:nvCxnSpPr>
            <p:spPr>
              <a:xfrm>
                <a:off x="428368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0" name="Straight Connector 1109">
                <a:extLst>
                  <a:ext uri="{FF2B5EF4-FFF2-40B4-BE49-F238E27FC236}">
                    <a16:creationId xmlns:a16="http://schemas.microsoft.com/office/drawing/2014/main" id="{023D1E26-0F8D-435A-8AF8-29927CEC8560}"/>
                  </a:ext>
                </a:extLst>
              </p:cNvPr>
              <p:cNvCxnSpPr/>
              <p:nvPr userDrawn="1"/>
            </p:nvCxnSpPr>
            <p:spPr>
              <a:xfrm>
                <a:off x="477795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1" name="Straight Connector 1110">
                <a:extLst>
                  <a:ext uri="{FF2B5EF4-FFF2-40B4-BE49-F238E27FC236}">
                    <a16:creationId xmlns:a16="http://schemas.microsoft.com/office/drawing/2014/main" id="{867AEAF4-69A2-4252-A166-0E38541C1982}"/>
                  </a:ext>
                </a:extLst>
              </p:cNvPr>
              <p:cNvCxnSpPr/>
              <p:nvPr userDrawn="1"/>
            </p:nvCxnSpPr>
            <p:spPr>
              <a:xfrm>
                <a:off x="461319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2" name="Straight Connector 1111">
                <a:extLst>
                  <a:ext uri="{FF2B5EF4-FFF2-40B4-BE49-F238E27FC236}">
                    <a16:creationId xmlns:a16="http://schemas.microsoft.com/office/drawing/2014/main" id="{72B9BBB3-403F-4C83-BE2D-A1827D9323E3}"/>
                  </a:ext>
                </a:extLst>
              </p:cNvPr>
              <p:cNvCxnSpPr/>
              <p:nvPr userDrawn="1"/>
            </p:nvCxnSpPr>
            <p:spPr>
              <a:xfrm>
                <a:off x="510746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3" name="Straight Connector 1112">
                <a:extLst>
                  <a:ext uri="{FF2B5EF4-FFF2-40B4-BE49-F238E27FC236}">
                    <a16:creationId xmlns:a16="http://schemas.microsoft.com/office/drawing/2014/main" id="{1258E0EB-7F1D-4491-A716-8DA0E4676D85}"/>
                  </a:ext>
                </a:extLst>
              </p:cNvPr>
              <p:cNvCxnSpPr/>
              <p:nvPr userDrawn="1"/>
            </p:nvCxnSpPr>
            <p:spPr>
              <a:xfrm>
                <a:off x="494271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4" name="Straight Connector 1113">
                <a:extLst>
                  <a:ext uri="{FF2B5EF4-FFF2-40B4-BE49-F238E27FC236}">
                    <a16:creationId xmlns:a16="http://schemas.microsoft.com/office/drawing/2014/main" id="{8070B698-2BF5-4584-A7A1-C5B5482ACB17}"/>
                  </a:ext>
                </a:extLst>
              </p:cNvPr>
              <p:cNvCxnSpPr/>
              <p:nvPr userDrawn="1"/>
            </p:nvCxnSpPr>
            <p:spPr>
              <a:xfrm>
                <a:off x="543698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5" name="Straight Connector 1114">
                <a:extLst>
                  <a:ext uri="{FF2B5EF4-FFF2-40B4-BE49-F238E27FC236}">
                    <a16:creationId xmlns:a16="http://schemas.microsoft.com/office/drawing/2014/main" id="{24F7341B-D2E3-4A79-A8FE-53481B448D0D}"/>
                  </a:ext>
                </a:extLst>
              </p:cNvPr>
              <p:cNvCxnSpPr/>
              <p:nvPr userDrawn="1"/>
            </p:nvCxnSpPr>
            <p:spPr>
              <a:xfrm>
                <a:off x="527222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6" name="Straight Connector 1115">
                <a:extLst>
                  <a:ext uri="{FF2B5EF4-FFF2-40B4-BE49-F238E27FC236}">
                    <a16:creationId xmlns:a16="http://schemas.microsoft.com/office/drawing/2014/main" id="{0420C220-3DFE-4DBD-8FC6-31226C2CFAE6}"/>
                  </a:ext>
                </a:extLst>
              </p:cNvPr>
              <p:cNvCxnSpPr/>
              <p:nvPr userDrawn="1"/>
            </p:nvCxnSpPr>
            <p:spPr>
              <a:xfrm>
                <a:off x="576649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7" name="Straight Connector 1116">
                <a:extLst>
                  <a:ext uri="{FF2B5EF4-FFF2-40B4-BE49-F238E27FC236}">
                    <a16:creationId xmlns:a16="http://schemas.microsoft.com/office/drawing/2014/main" id="{9C1572BF-60D4-45E2-8275-F9BB6E3D5F19}"/>
                  </a:ext>
                </a:extLst>
              </p:cNvPr>
              <p:cNvCxnSpPr/>
              <p:nvPr userDrawn="1"/>
            </p:nvCxnSpPr>
            <p:spPr>
              <a:xfrm>
                <a:off x="560173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8" name="Straight Connector 1117">
                <a:extLst>
                  <a:ext uri="{FF2B5EF4-FFF2-40B4-BE49-F238E27FC236}">
                    <a16:creationId xmlns:a16="http://schemas.microsoft.com/office/drawing/2014/main" id="{EA722B74-A1BA-4E83-9B9E-ECF30274C61B}"/>
                  </a:ext>
                </a:extLst>
              </p:cNvPr>
              <p:cNvCxnSpPr/>
              <p:nvPr userDrawn="1"/>
            </p:nvCxnSpPr>
            <p:spPr>
              <a:xfrm>
                <a:off x="609601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9" name="Straight Connector 1118">
                <a:extLst>
                  <a:ext uri="{FF2B5EF4-FFF2-40B4-BE49-F238E27FC236}">
                    <a16:creationId xmlns:a16="http://schemas.microsoft.com/office/drawing/2014/main" id="{02866627-3DE7-4946-9098-ED97A9511D76}"/>
                  </a:ext>
                </a:extLst>
              </p:cNvPr>
              <p:cNvCxnSpPr/>
              <p:nvPr userDrawn="1"/>
            </p:nvCxnSpPr>
            <p:spPr>
              <a:xfrm>
                <a:off x="593125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0" name="Straight Connector 1119">
                <a:extLst>
                  <a:ext uri="{FF2B5EF4-FFF2-40B4-BE49-F238E27FC236}">
                    <a16:creationId xmlns:a16="http://schemas.microsoft.com/office/drawing/2014/main" id="{D94C9D49-441D-48F5-BB80-7CEFC1A7B3F3}"/>
                  </a:ext>
                </a:extLst>
              </p:cNvPr>
              <p:cNvCxnSpPr/>
              <p:nvPr userDrawn="1"/>
            </p:nvCxnSpPr>
            <p:spPr>
              <a:xfrm>
                <a:off x="642552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1" name="Straight Connector 1120">
                <a:extLst>
                  <a:ext uri="{FF2B5EF4-FFF2-40B4-BE49-F238E27FC236}">
                    <a16:creationId xmlns:a16="http://schemas.microsoft.com/office/drawing/2014/main" id="{D7191DA9-F506-46D0-A4E5-E5ED6958CB07}"/>
                  </a:ext>
                </a:extLst>
              </p:cNvPr>
              <p:cNvCxnSpPr/>
              <p:nvPr userDrawn="1"/>
            </p:nvCxnSpPr>
            <p:spPr>
              <a:xfrm>
                <a:off x="626076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7" name="Straight Connector 1126">
                <a:extLst>
                  <a:ext uri="{FF2B5EF4-FFF2-40B4-BE49-F238E27FC236}">
                    <a16:creationId xmlns:a16="http://schemas.microsoft.com/office/drawing/2014/main" id="{3633778B-3308-42BD-B7A4-D62395E7C2E9}"/>
                  </a:ext>
                </a:extLst>
              </p:cNvPr>
              <p:cNvCxnSpPr/>
              <p:nvPr userDrawn="1"/>
            </p:nvCxnSpPr>
            <p:spPr>
              <a:xfrm>
                <a:off x="659028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9" name="Straight Connector 1128">
                <a:extLst>
                  <a:ext uri="{FF2B5EF4-FFF2-40B4-BE49-F238E27FC236}">
                    <a16:creationId xmlns:a16="http://schemas.microsoft.com/office/drawing/2014/main" id="{4D42B9FC-1EEC-47B6-9395-003EE22FA7E9}"/>
                  </a:ext>
                </a:extLst>
              </p:cNvPr>
              <p:cNvCxnSpPr/>
              <p:nvPr userDrawn="1"/>
            </p:nvCxnSpPr>
            <p:spPr>
              <a:xfrm>
                <a:off x="691979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0" name="Straight Connector 1129">
                <a:extLst>
                  <a:ext uri="{FF2B5EF4-FFF2-40B4-BE49-F238E27FC236}">
                    <a16:creationId xmlns:a16="http://schemas.microsoft.com/office/drawing/2014/main" id="{FAE3B969-07CD-46F7-9D25-5D6531670E71}"/>
                  </a:ext>
                </a:extLst>
              </p:cNvPr>
              <p:cNvCxnSpPr/>
              <p:nvPr userDrawn="1"/>
            </p:nvCxnSpPr>
            <p:spPr>
              <a:xfrm>
                <a:off x="675503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1" name="Straight Connector 1130">
                <a:extLst>
                  <a:ext uri="{FF2B5EF4-FFF2-40B4-BE49-F238E27FC236}">
                    <a16:creationId xmlns:a16="http://schemas.microsoft.com/office/drawing/2014/main" id="{20318A03-1C79-42C8-B08B-6353914A00E9}"/>
                  </a:ext>
                </a:extLst>
              </p:cNvPr>
              <p:cNvCxnSpPr/>
              <p:nvPr userDrawn="1"/>
            </p:nvCxnSpPr>
            <p:spPr>
              <a:xfrm>
                <a:off x="724930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2" name="Straight Connector 1131">
                <a:extLst>
                  <a:ext uri="{FF2B5EF4-FFF2-40B4-BE49-F238E27FC236}">
                    <a16:creationId xmlns:a16="http://schemas.microsoft.com/office/drawing/2014/main" id="{736F3D5C-8179-4FBC-A254-5AB03C8A4601}"/>
                  </a:ext>
                </a:extLst>
              </p:cNvPr>
              <p:cNvCxnSpPr/>
              <p:nvPr userDrawn="1"/>
            </p:nvCxnSpPr>
            <p:spPr>
              <a:xfrm>
                <a:off x="708455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3" name="Straight Connector 1132">
                <a:extLst>
                  <a:ext uri="{FF2B5EF4-FFF2-40B4-BE49-F238E27FC236}">
                    <a16:creationId xmlns:a16="http://schemas.microsoft.com/office/drawing/2014/main" id="{7DC153D7-6A4C-4E99-A700-E65E897A291D}"/>
                  </a:ext>
                </a:extLst>
              </p:cNvPr>
              <p:cNvCxnSpPr/>
              <p:nvPr userDrawn="1"/>
            </p:nvCxnSpPr>
            <p:spPr>
              <a:xfrm>
                <a:off x="757882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4" name="Straight Connector 1133">
                <a:extLst>
                  <a:ext uri="{FF2B5EF4-FFF2-40B4-BE49-F238E27FC236}">
                    <a16:creationId xmlns:a16="http://schemas.microsoft.com/office/drawing/2014/main" id="{7F7DE9BC-B842-4500-B8FE-069D755D5941}"/>
                  </a:ext>
                </a:extLst>
              </p:cNvPr>
              <p:cNvCxnSpPr/>
              <p:nvPr userDrawn="1"/>
            </p:nvCxnSpPr>
            <p:spPr>
              <a:xfrm>
                <a:off x="741406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5" name="Straight Connector 1134">
                <a:extLst>
                  <a:ext uri="{FF2B5EF4-FFF2-40B4-BE49-F238E27FC236}">
                    <a16:creationId xmlns:a16="http://schemas.microsoft.com/office/drawing/2014/main" id="{6D6F3CE9-CE34-4166-BB7E-FA57943507AA}"/>
                  </a:ext>
                </a:extLst>
              </p:cNvPr>
              <p:cNvCxnSpPr/>
              <p:nvPr userDrawn="1"/>
            </p:nvCxnSpPr>
            <p:spPr>
              <a:xfrm>
                <a:off x="790833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6" name="Straight Connector 1135">
                <a:extLst>
                  <a:ext uri="{FF2B5EF4-FFF2-40B4-BE49-F238E27FC236}">
                    <a16:creationId xmlns:a16="http://schemas.microsoft.com/office/drawing/2014/main" id="{02B98D94-F31F-4D40-AA28-10A3CB3E8A15}"/>
                  </a:ext>
                </a:extLst>
              </p:cNvPr>
              <p:cNvCxnSpPr/>
              <p:nvPr userDrawn="1"/>
            </p:nvCxnSpPr>
            <p:spPr>
              <a:xfrm>
                <a:off x="774357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7" name="Straight Connector 1136">
                <a:extLst>
                  <a:ext uri="{FF2B5EF4-FFF2-40B4-BE49-F238E27FC236}">
                    <a16:creationId xmlns:a16="http://schemas.microsoft.com/office/drawing/2014/main" id="{6BDB6908-335B-4BA9-AAF1-A833062BB4F2}"/>
                  </a:ext>
                </a:extLst>
              </p:cNvPr>
              <p:cNvCxnSpPr/>
              <p:nvPr userDrawn="1"/>
            </p:nvCxnSpPr>
            <p:spPr>
              <a:xfrm>
                <a:off x="823785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8" name="Straight Connector 1137">
                <a:extLst>
                  <a:ext uri="{FF2B5EF4-FFF2-40B4-BE49-F238E27FC236}">
                    <a16:creationId xmlns:a16="http://schemas.microsoft.com/office/drawing/2014/main" id="{7DB499A0-BAE0-473A-B35A-3D8D320D86FF}"/>
                  </a:ext>
                </a:extLst>
              </p:cNvPr>
              <p:cNvCxnSpPr/>
              <p:nvPr userDrawn="1"/>
            </p:nvCxnSpPr>
            <p:spPr>
              <a:xfrm>
                <a:off x="807309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9" name="Straight Connector 1138">
                <a:extLst>
                  <a:ext uri="{FF2B5EF4-FFF2-40B4-BE49-F238E27FC236}">
                    <a16:creationId xmlns:a16="http://schemas.microsoft.com/office/drawing/2014/main" id="{14C83527-3801-4402-822D-6BE1BEB71689}"/>
                  </a:ext>
                </a:extLst>
              </p:cNvPr>
              <p:cNvCxnSpPr/>
              <p:nvPr userDrawn="1"/>
            </p:nvCxnSpPr>
            <p:spPr>
              <a:xfrm>
                <a:off x="856736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0" name="Straight Connector 1139">
                <a:extLst>
                  <a:ext uri="{FF2B5EF4-FFF2-40B4-BE49-F238E27FC236}">
                    <a16:creationId xmlns:a16="http://schemas.microsoft.com/office/drawing/2014/main" id="{2D011E6B-EACF-4B9D-B680-1CEE227DB273}"/>
                  </a:ext>
                </a:extLst>
              </p:cNvPr>
              <p:cNvCxnSpPr/>
              <p:nvPr userDrawn="1"/>
            </p:nvCxnSpPr>
            <p:spPr>
              <a:xfrm>
                <a:off x="840260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1" name="Straight Connector 1140">
                <a:extLst>
                  <a:ext uri="{FF2B5EF4-FFF2-40B4-BE49-F238E27FC236}">
                    <a16:creationId xmlns:a16="http://schemas.microsoft.com/office/drawing/2014/main" id="{ED01ED32-4BB6-4810-9496-CB8CB5C89599}"/>
                  </a:ext>
                </a:extLst>
              </p:cNvPr>
              <p:cNvCxnSpPr/>
              <p:nvPr userDrawn="1"/>
            </p:nvCxnSpPr>
            <p:spPr>
              <a:xfrm>
                <a:off x="889687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2" name="Straight Connector 1141">
                <a:extLst>
                  <a:ext uri="{FF2B5EF4-FFF2-40B4-BE49-F238E27FC236}">
                    <a16:creationId xmlns:a16="http://schemas.microsoft.com/office/drawing/2014/main" id="{4ACAC1A9-49DF-42D6-A86E-4634B706749F}"/>
                  </a:ext>
                </a:extLst>
              </p:cNvPr>
              <p:cNvCxnSpPr/>
              <p:nvPr userDrawn="1"/>
            </p:nvCxnSpPr>
            <p:spPr>
              <a:xfrm>
                <a:off x="873212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3" name="Straight Connector 1142">
                <a:extLst>
                  <a:ext uri="{FF2B5EF4-FFF2-40B4-BE49-F238E27FC236}">
                    <a16:creationId xmlns:a16="http://schemas.microsoft.com/office/drawing/2014/main" id="{8658D9CC-EB17-4662-A350-DA4BC67B4092}"/>
                  </a:ext>
                </a:extLst>
              </p:cNvPr>
              <p:cNvCxnSpPr/>
              <p:nvPr userDrawn="1"/>
            </p:nvCxnSpPr>
            <p:spPr>
              <a:xfrm>
                <a:off x="922639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4" name="Straight Connector 1143">
                <a:extLst>
                  <a:ext uri="{FF2B5EF4-FFF2-40B4-BE49-F238E27FC236}">
                    <a16:creationId xmlns:a16="http://schemas.microsoft.com/office/drawing/2014/main" id="{3323636E-04CF-4E93-A434-B300BE0581FB}"/>
                  </a:ext>
                </a:extLst>
              </p:cNvPr>
              <p:cNvCxnSpPr/>
              <p:nvPr userDrawn="1"/>
            </p:nvCxnSpPr>
            <p:spPr>
              <a:xfrm>
                <a:off x="906163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5" name="Straight Connector 1144">
                <a:extLst>
                  <a:ext uri="{FF2B5EF4-FFF2-40B4-BE49-F238E27FC236}">
                    <a16:creationId xmlns:a16="http://schemas.microsoft.com/office/drawing/2014/main" id="{0CC4B32C-726C-44ED-9666-3D93F3C4E057}"/>
                  </a:ext>
                </a:extLst>
              </p:cNvPr>
              <p:cNvCxnSpPr/>
              <p:nvPr userDrawn="1"/>
            </p:nvCxnSpPr>
            <p:spPr>
              <a:xfrm>
                <a:off x="955590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6" name="Straight Connector 1145">
                <a:extLst>
                  <a:ext uri="{FF2B5EF4-FFF2-40B4-BE49-F238E27FC236}">
                    <a16:creationId xmlns:a16="http://schemas.microsoft.com/office/drawing/2014/main" id="{EB0E2399-C6B8-4409-BCA1-65A19B0FB4EE}"/>
                  </a:ext>
                </a:extLst>
              </p:cNvPr>
              <p:cNvCxnSpPr/>
              <p:nvPr userDrawn="1"/>
            </p:nvCxnSpPr>
            <p:spPr>
              <a:xfrm>
                <a:off x="939114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7" name="Straight Connector 1146">
                <a:extLst>
                  <a:ext uri="{FF2B5EF4-FFF2-40B4-BE49-F238E27FC236}">
                    <a16:creationId xmlns:a16="http://schemas.microsoft.com/office/drawing/2014/main" id="{D8320A6E-741D-4EA1-8455-B50257E96994}"/>
                  </a:ext>
                </a:extLst>
              </p:cNvPr>
              <p:cNvCxnSpPr/>
              <p:nvPr userDrawn="1"/>
            </p:nvCxnSpPr>
            <p:spPr>
              <a:xfrm>
                <a:off x="988542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8" name="Straight Connector 1147">
                <a:extLst>
                  <a:ext uri="{FF2B5EF4-FFF2-40B4-BE49-F238E27FC236}">
                    <a16:creationId xmlns:a16="http://schemas.microsoft.com/office/drawing/2014/main" id="{AE0BB1B5-3AF6-4B81-99F8-146822E0D682}"/>
                  </a:ext>
                </a:extLst>
              </p:cNvPr>
              <p:cNvCxnSpPr/>
              <p:nvPr userDrawn="1"/>
            </p:nvCxnSpPr>
            <p:spPr>
              <a:xfrm>
                <a:off x="972066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9" name="Straight Connector 1148">
                <a:extLst>
                  <a:ext uri="{FF2B5EF4-FFF2-40B4-BE49-F238E27FC236}">
                    <a16:creationId xmlns:a16="http://schemas.microsoft.com/office/drawing/2014/main" id="{572D8F9B-3778-4B6A-AA89-C1D4D608D749}"/>
                  </a:ext>
                </a:extLst>
              </p:cNvPr>
              <p:cNvCxnSpPr/>
              <p:nvPr userDrawn="1"/>
            </p:nvCxnSpPr>
            <p:spPr>
              <a:xfrm>
                <a:off x="1021493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0" name="Straight Connector 1149">
                <a:extLst>
                  <a:ext uri="{FF2B5EF4-FFF2-40B4-BE49-F238E27FC236}">
                    <a16:creationId xmlns:a16="http://schemas.microsoft.com/office/drawing/2014/main" id="{5273A952-34E8-4678-AE7D-AA755A9E8273}"/>
                  </a:ext>
                </a:extLst>
              </p:cNvPr>
              <p:cNvCxnSpPr/>
              <p:nvPr userDrawn="1"/>
            </p:nvCxnSpPr>
            <p:spPr>
              <a:xfrm>
                <a:off x="1005017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1" name="Straight Connector 1150">
                <a:extLst>
                  <a:ext uri="{FF2B5EF4-FFF2-40B4-BE49-F238E27FC236}">
                    <a16:creationId xmlns:a16="http://schemas.microsoft.com/office/drawing/2014/main" id="{437A8600-F067-47A4-9156-163E5F556A96}"/>
                  </a:ext>
                </a:extLst>
              </p:cNvPr>
              <p:cNvCxnSpPr/>
              <p:nvPr userDrawn="1"/>
            </p:nvCxnSpPr>
            <p:spPr>
              <a:xfrm>
                <a:off x="1054444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2" name="Straight Connector 1151">
                <a:extLst>
                  <a:ext uri="{FF2B5EF4-FFF2-40B4-BE49-F238E27FC236}">
                    <a16:creationId xmlns:a16="http://schemas.microsoft.com/office/drawing/2014/main" id="{F558DEDE-F555-40DE-BD60-CE2A2E3528E6}"/>
                  </a:ext>
                </a:extLst>
              </p:cNvPr>
              <p:cNvCxnSpPr/>
              <p:nvPr userDrawn="1"/>
            </p:nvCxnSpPr>
            <p:spPr>
              <a:xfrm>
                <a:off x="1037969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3" name="Straight Connector 1152">
                <a:extLst>
                  <a:ext uri="{FF2B5EF4-FFF2-40B4-BE49-F238E27FC236}">
                    <a16:creationId xmlns:a16="http://schemas.microsoft.com/office/drawing/2014/main" id="{74D5376B-A943-456B-AF3A-E4E7569CC3C4}"/>
                  </a:ext>
                </a:extLst>
              </p:cNvPr>
              <p:cNvCxnSpPr/>
              <p:nvPr userDrawn="1"/>
            </p:nvCxnSpPr>
            <p:spPr>
              <a:xfrm>
                <a:off x="1087396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4" name="Straight Connector 1153">
                <a:extLst>
                  <a:ext uri="{FF2B5EF4-FFF2-40B4-BE49-F238E27FC236}">
                    <a16:creationId xmlns:a16="http://schemas.microsoft.com/office/drawing/2014/main" id="{83749953-C9BE-45AD-B736-18FDD1A1D63F}"/>
                  </a:ext>
                </a:extLst>
              </p:cNvPr>
              <p:cNvCxnSpPr/>
              <p:nvPr userDrawn="1"/>
            </p:nvCxnSpPr>
            <p:spPr>
              <a:xfrm>
                <a:off x="1070920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5" name="Straight Connector 1154">
                <a:extLst>
                  <a:ext uri="{FF2B5EF4-FFF2-40B4-BE49-F238E27FC236}">
                    <a16:creationId xmlns:a16="http://schemas.microsoft.com/office/drawing/2014/main" id="{B87A31C2-BA0F-4BD1-94B6-A079359EE4D0}"/>
                  </a:ext>
                </a:extLst>
              </p:cNvPr>
              <p:cNvCxnSpPr/>
              <p:nvPr userDrawn="1"/>
            </p:nvCxnSpPr>
            <p:spPr>
              <a:xfrm>
                <a:off x="1120347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6" name="Straight Connector 1155">
                <a:extLst>
                  <a:ext uri="{FF2B5EF4-FFF2-40B4-BE49-F238E27FC236}">
                    <a16:creationId xmlns:a16="http://schemas.microsoft.com/office/drawing/2014/main" id="{32C5F0FC-E6E5-4F53-B1FC-0BD7A0CDE166}"/>
                  </a:ext>
                </a:extLst>
              </p:cNvPr>
              <p:cNvCxnSpPr/>
              <p:nvPr userDrawn="1"/>
            </p:nvCxnSpPr>
            <p:spPr>
              <a:xfrm>
                <a:off x="1103871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7" name="Straight Connector 1156">
                <a:extLst>
                  <a:ext uri="{FF2B5EF4-FFF2-40B4-BE49-F238E27FC236}">
                    <a16:creationId xmlns:a16="http://schemas.microsoft.com/office/drawing/2014/main" id="{23945321-E259-45E3-B63C-07AA027AA153}"/>
                  </a:ext>
                </a:extLst>
              </p:cNvPr>
              <p:cNvCxnSpPr/>
              <p:nvPr userDrawn="1"/>
            </p:nvCxnSpPr>
            <p:spPr>
              <a:xfrm>
                <a:off x="1153299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8" name="Straight Connector 1157">
                <a:extLst>
                  <a:ext uri="{FF2B5EF4-FFF2-40B4-BE49-F238E27FC236}">
                    <a16:creationId xmlns:a16="http://schemas.microsoft.com/office/drawing/2014/main" id="{8D09E792-E0A5-4E2F-A7BD-89347189808F}"/>
                  </a:ext>
                </a:extLst>
              </p:cNvPr>
              <p:cNvCxnSpPr/>
              <p:nvPr userDrawn="1"/>
            </p:nvCxnSpPr>
            <p:spPr>
              <a:xfrm>
                <a:off x="1136823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9" name="Straight Connector 1158">
                <a:extLst>
                  <a:ext uri="{FF2B5EF4-FFF2-40B4-BE49-F238E27FC236}">
                    <a16:creationId xmlns:a16="http://schemas.microsoft.com/office/drawing/2014/main" id="{77D461BF-7E03-4CC9-9E16-0BD7C4C84A17}"/>
                  </a:ext>
                </a:extLst>
              </p:cNvPr>
              <p:cNvCxnSpPr/>
              <p:nvPr userDrawn="1"/>
            </p:nvCxnSpPr>
            <p:spPr>
              <a:xfrm>
                <a:off x="1186250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60" name="Straight Connector 1159">
                <a:extLst>
                  <a:ext uri="{FF2B5EF4-FFF2-40B4-BE49-F238E27FC236}">
                    <a16:creationId xmlns:a16="http://schemas.microsoft.com/office/drawing/2014/main" id="{FB6C9502-DABF-4B2F-B496-420E15866FD7}"/>
                  </a:ext>
                </a:extLst>
              </p:cNvPr>
              <p:cNvCxnSpPr/>
              <p:nvPr userDrawn="1"/>
            </p:nvCxnSpPr>
            <p:spPr>
              <a:xfrm>
                <a:off x="1169774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6" name="Straight Connector 1845">
                <a:extLst>
                  <a:ext uri="{FF2B5EF4-FFF2-40B4-BE49-F238E27FC236}">
                    <a16:creationId xmlns:a16="http://schemas.microsoft.com/office/drawing/2014/main" id="{A4EBEFFA-BA25-4E1A-BDDA-015ED507B0CE}"/>
                  </a:ext>
                </a:extLst>
              </p:cNvPr>
              <p:cNvCxnSpPr/>
              <p:nvPr userDrawn="1"/>
            </p:nvCxnSpPr>
            <p:spPr>
              <a:xfrm>
                <a:off x="12481692"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7" name="Straight Connector 1846">
                <a:extLst>
                  <a:ext uri="{FF2B5EF4-FFF2-40B4-BE49-F238E27FC236}">
                    <a16:creationId xmlns:a16="http://schemas.microsoft.com/office/drawing/2014/main" id="{3CF73DA3-659C-48E3-9963-D1C44A31C415}"/>
                  </a:ext>
                </a:extLst>
              </p:cNvPr>
              <p:cNvCxnSpPr/>
              <p:nvPr userDrawn="1"/>
            </p:nvCxnSpPr>
            <p:spPr>
              <a:xfrm>
                <a:off x="12481692"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8" name="Straight Connector 1847">
                <a:extLst>
                  <a:ext uri="{FF2B5EF4-FFF2-40B4-BE49-F238E27FC236}">
                    <a16:creationId xmlns:a16="http://schemas.microsoft.com/office/drawing/2014/main" id="{5CEF9ED2-053B-4E04-9F75-148B3BB45138}"/>
                  </a:ext>
                </a:extLst>
              </p:cNvPr>
              <p:cNvCxnSpPr/>
              <p:nvPr userDrawn="1"/>
            </p:nvCxnSpPr>
            <p:spPr>
              <a:xfrm>
                <a:off x="12481692"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9" name="Straight Connector 1848">
                <a:extLst>
                  <a:ext uri="{FF2B5EF4-FFF2-40B4-BE49-F238E27FC236}">
                    <a16:creationId xmlns:a16="http://schemas.microsoft.com/office/drawing/2014/main" id="{EE6BB664-156D-4EC9-87AA-81F824CDCA61}"/>
                  </a:ext>
                </a:extLst>
              </p:cNvPr>
              <p:cNvCxnSpPr/>
              <p:nvPr userDrawn="1"/>
            </p:nvCxnSpPr>
            <p:spPr>
              <a:xfrm>
                <a:off x="12481692"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0" name="Straight Connector 1849">
                <a:extLst>
                  <a:ext uri="{FF2B5EF4-FFF2-40B4-BE49-F238E27FC236}">
                    <a16:creationId xmlns:a16="http://schemas.microsoft.com/office/drawing/2014/main" id="{10EA876D-C26C-49EC-8B55-BE03DD8E7623}"/>
                  </a:ext>
                </a:extLst>
              </p:cNvPr>
              <p:cNvCxnSpPr/>
              <p:nvPr userDrawn="1"/>
            </p:nvCxnSpPr>
            <p:spPr>
              <a:xfrm>
                <a:off x="12481692"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1" name="Straight Connector 1850">
                <a:extLst>
                  <a:ext uri="{FF2B5EF4-FFF2-40B4-BE49-F238E27FC236}">
                    <a16:creationId xmlns:a16="http://schemas.microsoft.com/office/drawing/2014/main" id="{7C4A6D44-BC17-4D43-B7AE-C7503D0B8A21}"/>
                  </a:ext>
                </a:extLst>
              </p:cNvPr>
              <p:cNvCxnSpPr/>
              <p:nvPr userDrawn="1"/>
            </p:nvCxnSpPr>
            <p:spPr>
              <a:xfrm>
                <a:off x="12481692"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2" name="Straight Connector 1851">
                <a:extLst>
                  <a:ext uri="{FF2B5EF4-FFF2-40B4-BE49-F238E27FC236}">
                    <a16:creationId xmlns:a16="http://schemas.microsoft.com/office/drawing/2014/main" id="{EA06E691-9607-4317-8C48-254E0521AA1D}"/>
                  </a:ext>
                </a:extLst>
              </p:cNvPr>
              <p:cNvCxnSpPr/>
              <p:nvPr userDrawn="1"/>
            </p:nvCxnSpPr>
            <p:spPr>
              <a:xfrm>
                <a:off x="12481692"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3" name="Straight Connector 1852">
                <a:extLst>
                  <a:ext uri="{FF2B5EF4-FFF2-40B4-BE49-F238E27FC236}">
                    <a16:creationId xmlns:a16="http://schemas.microsoft.com/office/drawing/2014/main" id="{B0AA6427-2C4F-43F1-9439-3781909AE402}"/>
                  </a:ext>
                </a:extLst>
              </p:cNvPr>
              <p:cNvCxnSpPr/>
              <p:nvPr userDrawn="1"/>
            </p:nvCxnSpPr>
            <p:spPr>
              <a:xfrm>
                <a:off x="12481692"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4" name="Straight Connector 1853">
                <a:extLst>
                  <a:ext uri="{FF2B5EF4-FFF2-40B4-BE49-F238E27FC236}">
                    <a16:creationId xmlns:a16="http://schemas.microsoft.com/office/drawing/2014/main" id="{68D350F4-ADAD-4051-AE44-9C9AD2242397}"/>
                  </a:ext>
                </a:extLst>
              </p:cNvPr>
              <p:cNvCxnSpPr/>
              <p:nvPr userDrawn="1"/>
            </p:nvCxnSpPr>
            <p:spPr>
              <a:xfrm>
                <a:off x="12481692"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5" name="Straight Connector 1854">
                <a:extLst>
                  <a:ext uri="{FF2B5EF4-FFF2-40B4-BE49-F238E27FC236}">
                    <a16:creationId xmlns:a16="http://schemas.microsoft.com/office/drawing/2014/main" id="{798F6AC0-658D-481D-9454-23D6ECD24477}"/>
                  </a:ext>
                </a:extLst>
              </p:cNvPr>
              <p:cNvCxnSpPr/>
              <p:nvPr userDrawn="1"/>
            </p:nvCxnSpPr>
            <p:spPr>
              <a:xfrm>
                <a:off x="12481692"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6" name="Straight Connector 1855">
                <a:extLst>
                  <a:ext uri="{FF2B5EF4-FFF2-40B4-BE49-F238E27FC236}">
                    <a16:creationId xmlns:a16="http://schemas.microsoft.com/office/drawing/2014/main" id="{4E4B02EA-62DD-4C43-A716-7BFCA2A0500B}"/>
                  </a:ext>
                </a:extLst>
              </p:cNvPr>
              <p:cNvCxnSpPr/>
              <p:nvPr userDrawn="1"/>
            </p:nvCxnSpPr>
            <p:spPr>
              <a:xfrm>
                <a:off x="12481692"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7" name="Straight Connector 1856">
                <a:extLst>
                  <a:ext uri="{FF2B5EF4-FFF2-40B4-BE49-F238E27FC236}">
                    <a16:creationId xmlns:a16="http://schemas.microsoft.com/office/drawing/2014/main" id="{E874A35C-A4B1-4399-951D-F7FF0AD3C002}"/>
                  </a:ext>
                </a:extLst>
              </p:cNvPr>
              <p:cNvCxnSpPr/>
              <p:nvPr userDrawn="1"/>
            </p:nvCxnSpPr>
            <p:spPr>
              <a:xfrm>
                <a:off x="12481692"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8" name="Straight Connector 1857">
                <a:extLst>
                  <a:ext uri="{FF2B5EF4-FFF2-40B4-BE49-F238E27FC236}">
                    <a16:creationId xmlns:a16="http://schemas.microsoft.com/office/drawing/2014/main" id="{54EC331E-1727-485A-BF69-852A9D7745B8}"/>
                  </a:ext>
                </a:extLst>
              </p:cNvPr>
              <p:cNvCxnSpPr/>
              <p:nvPr userDrawn="1"/>
            </p:nvCxnSpPr>
            <p:spPr>
              <a:xfrm>
                <a:off x="12481692"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9" name="Straight Connector 1858">
                <a:extLst>
                  <a:ext uri="{FF2B5EF4-FFF2-40B4-BE49-F238E27FC236}">
                    <a16:creationId xmlns:a16="http://schemas.microsoft.com/office/drawing/2014/main" id="{5BD57214-257F-458A-9870-6966C1264ED2}"/>
                  </a:ext>
                </a:extLst>
              </p:cNvPr>
              <p:cNvCxnSpPr/>
              <p:nvPr userDrawn="1"/>
            </p:nvCxnSpPr>
            <p:spPr>
              <a:xfrm>
                <a:off x="12481692"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0" name="Straight Connector 1859">
                <a:extLst>
                  <a:ext uri="{FF2B5EF4-FFF2-40B4-BE49-F238E27FC236}">
                    <a16:creationId xmlns:a16="http://schemas.microsoft.com/office/drawing/2014/main" id="{9FB89F2F-F489-4165-AE11-FFE27B51285F}"/>
                  </a:ext>
                </a:extLst>
              </p:cNvPr>
              <p:cNvCxnSpPr/>
              <p:nvPr userDrawn="1"/>
            </p:nvCxnSpPr>
            <p:spPr>
              <a:xfrm>
                <a:off x="12481692"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1" name="Straight Connector 1860">
                <a:extLst>
                  <a:ext uri="{FF2B5EF4-FFF2-40B4-BE49-F238E27FC236}">
                    <a16:creationId xmlns:a16="http://schemas.microsoft.com/office/drawing/2014/main" id="{F7BAAA2E-0FB1-43C5-BF2B-212086AE8319}"/>
                  </a:ext>
                </a:extLst>
              </p:cNvPr>
              <p:cNvCxnSpPr/>
              <p:nvPr userDrawn="1"/>
            </p:nvCxnSpPr>
            <p:spPr>
              <a:xfrm>
                <a:off x="12481692"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2" name="Straight Connector 1861">
                <a:extLst>
                  <a:ext uri="{FF2B5EF4-FFF2-40B4-BE49-F238E27FC236}">
                    <a16:creationId xmlns:a16="http://schemas.microsoft.com/office/drawing/2014/main" id="{8E71BC40-A7EA-4C54-BA9F-1D06E59DA1EA}"/>
                  </a:ext>
                </a:extLst>
              </p:cNvPr>
              <p:cNvCxnSpPr/>
              <p:nvPr userDrawn="1"/>
            </p:nvCxnSpPr>
            <p:spPr>
              <a:xfrm>
                <a:off x="12481692"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3" name="Straight Connector 1862">
                <a:extLst>
                  <a:ext uri="{FF2B5EF4-FFF2-40B4-BE49-F238E27FC236}">
                    <a16:creationId xmlns:a16="http://schemas.microsoft.com/office/drawing/2014/main" id="{F4446A0B-E07A-49F5-8256-17E0D863436E}"/>
                  </a:ext>
                </a:extLst>
              </p:cNvPr>
              <p:cNvCxnSpPr/>
              <p:nvPr userDrawn="1"/>
            </p:nvCxnSpPr>
            <p:spPr>
              <a:xfrm>
                <a:off x="12481692"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4" name="Straight Connector 1863">
                <a:extLst>
                  <a:ext uri="{FF2B5EF4-FFF2-40B4-BE49-F238E27FC236}">
                    <a16:creationId xmlns:a16="http://schemas.microsoft.com/office/drawing/2014/main" id="{FA1E5DC1-6A01-4A68-A1AC-EA7B7604D4E5}"/>
                  </a:ext>
                </a:extLst>
              </p:cNvPr>
              <p:cNvCxnSpPr/>
              <p:nvPr userDrawn="1"/>
            </p:nvCxnSpPr>
            <p:spPr>
              <a:xfrm>
                <a:off x="12481692"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5" name="Straight Connector 1864">
                <a:extLst>
                  <a:ext uri="{FF2B5EF4-FFF2-40B4-BE49-F238E27FC236}">
                    <a16:creationId xmlns:a16="http://schemas.microsoft.com/office/drawing/2014/main" id="{E7138EF7-FBA2-4C13-B049-A4821AA85E14}"/>
                  </a:ext>
                </a:extLst>
              </p:cNvPr>
              <p:cNvCxnSpPr/>
              <p:nvPr userDrawn="1"/>
            </p:nvCxnSpPr>
            <p:spPr>
              <a:xfrm>
                <a:off x="12481692"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6" name="Straight Connector 1865">
                <a:extLst>
                  <a:ext uri="{FF2B5EF4-FFF2-40B4-BE49-F238E27FC236}">
                    <a16:creationId xmlns:a16="http://schemas.microsoft.com/office/drawing/2014/main" id="{EDCDE1AF-E0B5-4CE7-8625-32364359673C}"/>
                  </a:ext>
                </a:extLst>
              </p:cNvPr>
              <p:cNvCxnSpPr/>
              <p:nvPr userDrawn="1"/>
            </p:nvCxnSpPr>
            <p:spPr>
              <a:xfrm>
                <a:off x="12481692"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7" name="Straight Connector 1866">
                <a:extLst>
                  <a:ext uri="{FF2B5EF4-FFF2-40B4-BE49-F238E27FC236}">
                    <a16:creationId xmlns:a16="http://schemas.microsoft.com/office/drawing/2014/main" id="{9F6B3EC6-7F4C-49F7-A4C2-A0B7DBAD2178}"/>
                  </a:ext>
                </a:extLst>
              </p:cNvPr>
              <p:cNvCxnSpPr/>
              <p:nvPr userDrawn="1"/>
            </p:nvCxnSpPr>
            <p:spPr>
              <a:xfrm>
                <a:off x="12481692"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8" name="Straight Connector 1867">
                <a:extLst>
                  <a:ext uri="{FF2B5EF4-FFF2-40B4-BE49-F238E27FC236}">
                    <a16:creationId xmlns:a16="http://schemas.microsoft.com/office/drawing/2014/main" id="{0392A7A1-F502-4475-9491-ABC542C937EF}"/>
                  </a:ext>
                </a:extLst>
              </p:cNvPr>
              <p:cNvCxnSpPr/>
              <p:nvPr userDrawn="1"/>
            </p:nvCxnSpPr>
            <p:spPr>
              <a:xfrm>
                <a:off x="12481692"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9" name="Straight Connector 1868">
                <a:extLst>
                  <a:ext uri="{FF2B5EF4-FFF2-40B4-BE49-F238E27FC236}">
                    <a16:creationId xmlns:a16="http://schemas.microsoft.com/office/drawing/2014/main" id="{734D041E-063B-4497-85AA-7B8FBE417457}"/>
                  </a:ext>
                </a:extLst>
              </p:cNvPr>
              <p:cNvCxnSpPr/>
              <p:nvPr userDrawn="1"/>
            </p:nvCxnSpPr>
            <p:spPr>
              <a:xfrm>
                <a:off x="12481692"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0" name="Straight Connector 1869">
                <a:extLst>
                  <a:ext uri="{FF2B5EF4-FFF2-40B4-BE49-F238E27FC236}">
                    <a16:creationId xmlns:a16="http://schemas.microsoft.com/office/drawing/2014/main" id="{EC9749B8-000A-4818-BB0F-974419FD2021}"/>
                  </a:ext>
                </a:extLst>
              </p:cNvPr>
              <p:cNvCxnSpPr/>
              <p:nvPr userDrawn="1"/>
            </p:nvCxnSpPr>
            <p:spPr>
              <a:xfrm>
                <a:off x="12481692"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1" name="Straight Connector 1870">
                <a:extLst>
                  <a:ext uri="{FF2B5EF4-FFF2-40B4-BE49-F238E27FC236}">
                    <a16:creationId xmlns:a16="http://schemas.microsoft.com/office/drawing/2014/main" id="{8C30234A-BAC2-4ADB-ADE2-1CCA3DBC9092}"/>
                  </a:ext>
                </a:extLst>
              </p:cNvPr>
              <p:cNvCxnSpPr/>
              <p:nvPr userDrawn="1"/>
            </p:nvCxnSpPr>
            <p:spPr>
              <a:xfrm>
                <a:off x="12481692"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2" name="Straight Connector 1871">
                <a:extLst>
                  <a:ext uri="{FF2B5EF4-FFF2-40B4-BE49-F238E27FC236}">
                    <a16:creationId xmlns:a16="http://schemas.microsoft.com/office/drawing/2014/main" id="{6B6F744C-7013-45B9-9791-38F4976AE050}"/>
                  </a:ext>
                </a:extLst>
              </p:cNvPr>
              <p:cNvCxnSpPr/>
              <p:nvPr userDrawn="1"/>
            </p:nvCxnSpPr>
            <p:spPr>
              <a:xfrm>
                <a:off x="12481692"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3" name="Straight Connector 1872">
                <a:extLst>
                  <a:ext uri="{FF2B5EF4-FFF2-40B4-BE49-F238E27FC236}">
                    <a16:creationId xmlns:a16="http://schemas.microsoft.com/office/drawing/2014/main" id="{38A09CC4-4EE2-452A-8585-3C22C9462376}"/>
                  </a:ext>
                </a:extLst>
              </p:cNvPr>
              <p:cNvCxnSpPr/>
              <p:nvPr userDrawn="1"/>
            </p:nvCxnSpPr>
            <p:spPr>
              <a:xfrm>
                <a:off x="12481692"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4" name="Straight Connector 1873">
                <a:extLst>
                  <a:ext uri="{FF2B5EF4-FFF2-40B4-BE49-F238E27FC236}">
                    <a16:creationId xmlns:a16="http://schemas.microsoft.com/office/drawing/2014/main" id="{18047928-7E24-453B-9C35-D3F4D9727E33}"/>
                  </a:ext>
                </a:extLst>
              </p:cNvPr>
              <p:cNvCxnSpPr/>
              <p:nvPr userDrawn="1"/>
            </p:nvCxnSpPr>
            <p:spPr>
              <a:xfrm>
                <a:off x="12481692"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6" name="Straight Connector 1875">
                <a:extLst>
                  <a:ext uri="{FF2B5EF4-FFF2-40B4-BE49-F238E27FC236}">
                    <a16:creationId xmlns:a16="http://schemas.microsoft.com/office/drawing/2014/main" id="{AEB32B1B-FDD5-4DA4-B07C-87365241BE3E}"/>
                  </a:ext>
                </a:extLst>
              </p:cNvPr>
              <p:cNvCxnSpPr/>
              <p:nvPr userDrawn="1"/>
            </p:nvCxnSpPr>
            <p:spPr>
              <a:xfrm>
                <a:off x="12481692"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7" name="Straight Connector 1876">
                <a:extLst>
                  <a:ext uri="{FF2B5EF4-FFF2-40B4-BE49-F238E27FC236}">
                    <a16:creationId xmlns:a16="http://schemas.microsoft.com/office/drawing/2014/main" id="{2A0ABFEF-DF4E-4CEB-959C-B6B26B683376}"/>
                  </a:ext>
                </a:extLst>
              </p:cNvPr>
              <p:cNvCxnSpPr/>
              <p:nvPr userDrawn="1"/>
            </p:nvCxnSpPr>
            <p:spPr>
              <a:xfrm>
                <a:off x="12481692"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8" name="Straight Connector 1877">
                <a:extLst>
                  <a:ext uri="{FF2B5EF4-FFF2-40B4-BE49-F238E27FC236}">
                    <a16:creationId xmlns:a16="http://schemas.microsoft.com/office/drawing/2014/main" id="{3451E7DD-CB32-422A-8DF3-8F31E24E8239}"/>
                  </a:ext>
                </a:extLst>
              </p:cNvPr>
              <p:cNvCxnSpPr/>
              <p:nvPr userDrawn="1"/>
            </p:nvCxnSpPr>
            <p:spPr>
              <a:xfrm>
                <a:off x="12481692"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9" name="Straight Connector 1878">
                <a:extLst>
                  <a:ext uri="{FF2B5EF4-FFF2-40B4-BE49-F238E27FC236}">
                    <a16:creationId xmlns:a16="http://schemas.microsoft.com/office/drawing/2014/main" id="{D86475DA-391E-4A74-AD10-8794319D1EFB}"/>
                  </a:ext>
                </a:extLst>
              </p:cNvPr>
              <p:cNvCxnSpPr/>
              <p:nvPr userDrawn="1"/>
            </p:nvCxnSpPr>
            <p:spPr>
              <a:xfrm>
                <a:off x="12481692"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0" name="Straight Connector 1879">
                <a:extLst>
                  <a:ext uri="{FF2B5EF4-FFF2-40B4-BE49-F238E27FC236}">
                    <a16:creationId xmlns:a16="http://schemas.microsoft.com/office/drawing/2014/main" id="{2B166F54-2D92-4FBE-B9F4-1253F4EF6868}"/>
                  </a:ext>
                </a:extLst>
              </p:cNvPr>
              <p:cNvCxnSpPr/>
              <p:nvPr userDrawn="1"/>
            </p:nvCxnSpPr>
            <p:spPr>
              <a:xfrm>
                <a:off x="12481692"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1" name="Straight Connector 1880">
                <a:extLst>
                  <a:ext uri="{FF2B5EF4-FFF2-40B4-BE49-F238E27FC236}">
                    <a16:creationId xmlns:a16="http://schemas.microsoft.com/office/drawing/2014/main" id="{F02BF647-500B-4CB9-B89E-D7EAED4F6AE7}"/>
                  </a:ext>
                </a:extLst>
              </p:cNvPr>
              <p:cNvCxnSpPr/>
              <p:nvPr userDrawn="1"/>
            </p:nvCxnSpPr>
            <p:spPr>
              <a:xfrm>
                <a:off x="12481692"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2" name="Straight Connector 1881">
                <a:extLst>
                  <a:ext uri="{FF2B5EF4-FFF2-40B4-BE49-F238E27FC236}">
                    <a16:creationId xmlns:a16="http://schemas.microsoft.com/office/drawing/2014/main" id="{D4100C2F-A6CC-4330-AE7F-77C409F51318}"/>
                  </a:ext>
                </a:extLst>
              </p:cNvPr>
              <p:cNvCxnSpPr/>
              <p:nvPr userDrawn="1"/>
            </p:nvCxnSpPr>
            <p:spPr>
              <a:xfrm>
                <a:off x="12481692"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3" name="Straight Connector 1882">
                <a:extLst>
                  <a:ext uri="{FF2B5EF4-FFF2-40B4-BE49-F238E27FC236}">
                    <a16:creationId xmlns:a16="http://schemas.microsoft.com/office/drawing/2014/main" id="{736E85BA-741B-47DD-83C9-89BF1C9AC151}"/>
                  </a:ext>
                </a:extLst>
              </p:cNvPr>
              <p:cNvCxnSpPr/>
              <p:nvPr userDrawn="1"/>
            </p:nvCxnSpPr>
            <p:spPr>
              <a:xfrm>
                <a:off x="12481692"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1" name="Straight Connector 2020">
                <a:extLst>
                  <a:ext uri="{FF2B5EF4-FFF2-40B4-BE49-F238E27FC236}">
                    <a16:creationId xmlns:a16="http://schemas.microsoft.com/office/drawing/2014/main" id="{E7775488-7784-403B-BC04-F7FEAFC1D23C}"/>
                  </a:ext>
                </a:extLst>
              </p:cNvPr>
              <p:cNvCxnSpPr/>
              <p:nvPr userDrawn="1"/>
            </p:nvCxnSpPr>
            <p:spPr>
              <a:xfrm>
                <a:off x="49427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2" name="Straight Connector 2021">
                <a:extLst>
                  <a:ext uri="{FF2B5EF4-FFF2-40B4-BE49-F238E27FC236}">
                    <a16:creationId xmlns:a16="http://schemas.microsoft.com/office/drawing/2014/main" id="{BCFE1D7B-6F55-42CB-B02B-856236CD9137}"/>
                  </a:ext>
                </a:extLst>
              </p:cNvPr>
              <p:cNvCxnSpPr/>
              <p:nvPr userDrawn="1"/>
            </p:nvCxnSpPr>
            <p:spPr>
              <a:xfrm>
                <a:off x="32951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3" name="Straight Connector 2022">
                <a:extLst>
                  <a:ext uri="{FF2B5EF4-FFF2-40B4-BE49-F238E27FC236}">
                    <a16:creationId xmlns:a16="http://schemas.microsoft.com/office/drawing/2014/main" id="{68E9AD67-5D0F-4D1D-B2C6-0F44E7A00DB5}"/>
                  </a:ext>
                </a:extLst>
              </p:cNvPr>
              <p:cNvCxnSpPr/>
              <p:nvPr userDrawn="1"/>
            </p:nvCxnSpPr>
            <p:spPr>
              <a:xfrm>
                <a:off x="82378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4" name="Straight Connector 2023">
                <a:extLst>
                  <a:ext uri="{FF2B5EF4-FFF2-40B4-BE49-F238E27FC236}">
                    <a16:creationId xmlns:a16="http://schemas.microsoft.com/office/drawing/2014/main" id="{6A77AADB-CF97-4212-BF30-FCD05F619287}"/>
                  </a:ext>
                </a:extLst>
              </p:cNvPr>
              <p:cNvCxnSpPr/>
              <p:nvPr userDrawn="1"/>
            </p:nvCxnSpPr>
            <p:spPr>
              <a:xfrm>
                <a:off x="65902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5" name="Straight Connector 2024">
                <a:extLst>
                  <a:ext uri="{FF2B5EF4-FFF2-40B4-BE49-F238E27FC236}">
                    <a16:creationId xmlns:a16="http://schemas.microsoft.com/office/drawing/2014/main" id="{324FC146-C2BF-4C87-B40C-8E3578830F57}"/>
                  </a:ext>
                </a:extLst>
              </p:cNvPr>
              <p:cNvCxnSpPr/>
              <p:nvPr userDrawn="1"/>
            </p:nvCxnSpPr>
            <p:spPr>
              <a:xfrm>
                <a:off x="115330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6" name="Straight Connector 2025">
                <a:extLst>
                  <a:ext uri="{FF2B5EF4-FFF2-40B4-BE49-F238E27FC236}">
                    <a16:creationId xmlns:a16="http://schemas.microsoft.com/office/drawing/2014/main" id="{EC2B6437-2BB5-471E-ABC2-7E7904E3D4C3}"/>
                  </a:ext>
                </a:extLst>
              </p:cNvPr>
              <p:cNvCxnSpPr/>
              <p:nvPr userDrawn="1"/>
            </p:nvCxnSpPr>
            <p:spPr>
              <a:xfrm>
                <a:off x="98854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7" name="Straight Connector 2026">
                <a:extLst>
                  <a:ext uri="{FF2B5EF4-FFF2-40B4-BE49-F238E27FC236}">
                    <a16:creationId xmlns:a16="http://schemas.microsoft.com/office/drawing/2014/main" id="{52BB5111-C422-4C26-8C98-E36EF8D4915A}"/>
                  </a:ext>
                </a:extLst>
              </p:cNvPr>
              <p:cNvCxnSpPr/>
              <p:nvPr userDrawn="1"/>
            </p:nvCxnSpPr>
            <p:spPr>
              <a:xfrm>
                <a:off x="148281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8" name="Straight Connector 2027">
                <a:extLst>
                  <a:ext uri="{FF2B5EF4-FFF2-40B4-BE49-F238E27FC236}">
                    <a16:creationId xmlns:a16="http://schemas.microsoft.com/office/drawing/2014/main" id="{57E7B28E-78CD-4304-901F-45AA13D106A1}"/>
                  </a:ext>
                </a:extLst>
              </p:cNvPr>
              <p:cNvCxnSpPr/>
              <p:nvPr userDrawn="1"/>
            </p:nvCxnSpPr>
            <p:spPr>
              <a:xfrm>
                <a:off x="131805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9" name="Straight Connector 2028">
                <a:extLst>
                  <a:ext uri="{FF2B5EF4-FFF2-40B4-BE49-F238E27FC236}">
                    <a16:creationId xmlns:a16="http://schemas.microsoft.com/office/drawing/2014/main" id="{C854AE8E-D93F-4651-89BA-5113864C436B}"/>
                  </a:ext>
                </a:extLst>
              </p:cNvPr>
              <p:cNvCxnSpPr/>
              <p:nvPr userDrawn="1"/>
            </p:nvCxnSpPr>
            <p:spPr>
              <a:xfrm>
                <a:off x="181232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0" name="Straight Connector 2029">
                <a:extLst>
                  <a:ext uri="{FF2B5EF4-FFF2-40B4-BE49-F238E27FC236}">
                    <a16:creationId xmlns:a16="http://schemas.microsoft.com/office/drawing/2014/main" id="{2F10C3E3-B5E1-4AFE-A016-EA667102B8E5}"/>
                  </a:ext>
                </a:extLst>
              </p:cNvPr>
              <p:cNvCxnSpPr/>
              <p:nvPr userDrawn="1"/>
            </p:nvCxnSpPr>
            <p:spPr>
              <a:xfrm>
                <a:off x="164757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1" name="Straight Connector 2030">
                <a:extLst>
                  <a:ext uri="{FF2B5EF4-FFF2-40B4-BE49-F238E27FC236}">
                    <a16:creationId xmlns:a16="http://schemas.microsoft.com/office/drawing/2014/main" id="{2E4C1715-969B-4A57-AB1C-A7B9416B8940}"/>
                  </a:ext>
                </a:extLst>
              </p:cNvPr>
              <p:cNvCxnSpPr/>
              <p:nvPr userDrawn="1"/>
            </p:nvCxnSpPr>
            <p:spPr>
              <a:xfrm>
                <a:off x="214184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2" name="Straight Connector 2031">
                <a:extLst>
                  <a:ext uri="{FF2B5EF4-FFF2-40B4-BE49-F238E27FC236}">
                    <a16:creationId xmlns:a16="http://schemas.microsoft.com/office/drawing/2014/main" id="{158CE7B0-F5BE-4A43-8581-8996297032EE}"/>
                  </a:ext>
                </a:extLst>
              </p:cNvPr>
              <p:cNvCxnSpPr/>
              <p:nvPr userDrawn="1"/>
            </p:nvCxnSpPr>
            <p:spPr>
              <a:xfrm>
                <a:off x="197708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3" name="Straight Connector 2032">
                <a:extLst>
                  <a:ext uri="{FF2B5EF4-FFF2-40B4-BE49-F238E27FC236}">
                    <a16:creationId xmlns:a16="http://schemas.microsoft.com/office/drawing/2014/main" id="{66158B0E-679A-42D3-9371-E559F3212A00}"/>
                  </a:ext>
                </a:extLst>
              </p:cNvPr>
              <p:cNvCxnSpPr/>
              <p:nvPr userDrawn="1"/>
            </p:nvCxnSpPr>
            <p:spPr>
              <a:xfrm>
                <a:off x="247135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4" name="Straight Connector 2033">
                <a:extLst>
                  <a:ext uri="{FF2B5EF4-FFF2-40B4-BE49-F238E27FC236}">
                    <a16:creationId xmlns:a16="http://schemas.microsoft.com/office/drawing/2014/main" id="{041138B8-72FE-4238-8CD3-A948B4811361}"/>
                  </a:ext>
                </a:extLst>
              </p:cNvPr>
              <p:cNvCxnSpPr/>
              <p:nvPr userDrawn="1"/>
            </p:nvCxnSpPr>
            <p:spPr>
              <a:xfrm>
                <a:off x="230659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5" name="Straight Connector 2034">
                <a:extLst>
                  <a:ext uri="{FF2B5EF4-FFF2-40B4-BE49-F238E27FC236}">
                    <a16:creationId xmlns:a16="http://schemas.microsoft.com/office/drawing/2014/main" id="{9C203DDF-9EC6-42CA-82A4-B36E9732D657}"/>
                  </a:ext>
                </a:extLst>
              </p:cNvPr>
              <p:cNvCxnSpPr/>
              <p:nvPr userDrawn="1"/>
            </p:nvCxnSpPr>
            <p:spPr>
              <a:xfrm>
                <a:off x="280087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6" name="Straight Connector 2035">
                <a:extLst>
                  <a:ext uri="{FF2B5EF4-FFF2-40B4-BE49-F238E27FC236}">
                    <a16:creationId xmlns:a16="http://schemas.microsoft.com/office/drawing/2014/main" id="{45917DC4-72A8-445B-A89D-DB24F13E75B5}"/>
                  </a:ext>
                </a:extLst>
              </p:cNvPr>
              <p:cNvCxnSpPr/>
              <p:nvPr userDrawn="1"/>
            </p:nvCxnSpPr>
            <p:spPr>
              <a:xfrm>
                <a:off x="263611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7" name="Straight Connector 2036">
                <a:extLst>
                  <a:ext uri="{FF2B5EF4-FFF2-40B4-BE49-F238E27FC236}">
                    <a16:creationId xmlns:a16="http://schemas.microsoft.com/office/drawing/2014/main" id="{250E3C34-4E8B-4492-83A8-F62ED6E47ECB}"/>
                  </a:ext>
                </a:extLst>
              </p:cNvPr>
              <p:cNvCxnSpPr/>
              <p:nvPr userDrawn="1"/>
            </p:nvCxnSpPr>
            <p:spPr>
              <a:xfrm>
                <a:off x="313038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8" name="Straight Connector 2037">
                <a:extLst>
                  <a:ext uri="{FF2B5EF4-FFF2-40B4-BE49-F238E27FC236}">
                    <a16:creationId xmlns:a16="http://schemas.microsoft.com/office/drawing/2014/main" id="{2DA6F0F4-D527-4063-ABE6-DA7B1AFA0343}"/>
                  </a:ext>
                </a:extLst>
              </p:cNvPr>
              <p:cNvCxnSpPr/>
              <p:nvPr userDrawn="1"/>
            </p:nvCxnSpPr>
            <p:spPr>
              <a:xfrm>
                <a:off x="296562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9" name="Straight Connector 2038">
                <a:extLst>
                  <a:ext uri="{FF2B5EF4-FFF2-40B4-BE49-F238E27FC236}">
                    <a16:creationId xmlns:a16="http://schemas.microsoft.com/office/drawing/2014/main" id="{4ADD9BC8-05F2-4ACD-B6AF-D75161CC54BF}"/>
                  </a:ext>
                </a:extLst>
              </p:cNvPr>
              <p:cNvCxnSpPr/>
              <p:nvPr userDrawn="1"/>
            </p:nvCxnSpPr>
            <p:spPr>
              <a:xfrm>
                <a:off x="345989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0" name="Straight Connector 2039">
                <a:extLst>
                  <a:ext uri="{FF2B5EF4-FFF2-40B4-BE49-F238E27FC236}">
                    <a16:creationId xmlns:a16="http://schemas.microsoft.com/office/drawing/2014/main" id="{9F6DE046-7C11-473D-826E-ECFF5561C559}"/>
                  </a:ext>
                </a:extLst>
              </p:cNvPr>
              <p:cNvCxnSpPr/>
              <p:nvPr userDrawn="1"/>
            </p:nvCxnSpPr>
            <p:spPr>
              <a:xfrm>
                <a:off x="329514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1" name="Straight Connector 2040">
                <a:extLst>
                  <a:ext uri="{FF2B5EF4-FFF2-40B4-BE49-F238E27FC236}">
                    <a16:creationId xmlns:a16="http://schemas.microsoft.com/office/drawing/2014/main" id="{CA944FFF-70A6-4FF9-A022-A40BFBCD9312}"/>
                  </a:ext>
                </a:extLst>
              </p:cNvPr>
              <p:cNvCxnSpPr/>
              <p:nvPr userDrawn="1"/>
            </p:nvCxnSpPr>
            <p:spPr>
              <a:xfrm>
                <a:off x="378941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2" name="Straight Connector 2041">
                <a:extLst>
                  <a:ext uri="{FF2B5EF4-FFF2-40B4-BE49-F238E27FC236}">
                    <a16:creationId xmlns:a16="http://schemas.microsoft.com/office/drawing/2014/main" id="{3C2DFD9C-328E-4B1F-8B1C-6671D1EBF9DB}"/>
                  </a:ext>
                </a:extLst>
              </p:cNvPr>
              <p:cNvCxnSpPr/>
              <p:nvPr userDrawn="1"/>
            </p:nvCxnSpPr>
            <p:spPr>
              <a:xfrm>
                <a:off x="362465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3" name="Straight Connector 2042">
                <a:extLst>
                  <a:ext uri="{FF2B5EF4-FFF2-40B4-BE49-F238E27FC236}">
                    <a16:creationId xmlns:a16="http://schemas.microsoft.com/office/drawing/2014/main" id="{29C922E8-2F3D-43CE-A121-17CF94547BAD}"/>
                  </a:ext>
                </a:extLst>
              </p:cNvPr>
              <p:cNvCxnSpPr/>
              <p:nvPr userDrawn="1"/>
            </p:nvCxnSpPr>
            <p:spPr>
              <a:xfrm>
                <a:off x="411892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4" name="Straight Connector 2043">
                <a:extLst>
                  <a:ext uri="{FF2B5EF4-FFF2-40B4-BE49-F238E27FC236}">
                    <a16:creationId xmlns:a16="http://schemas.microsoft.com/office/drawing/2014/main" id="{7A93877F-AB12-4FF8-91C4-04D0B4ECC66A}"/>
                  </a:ext>
                </a:extLst>
              </p:cNvPr>
              <p:cNvCxnSpPr/>
              <p:nvPr userDrawn="1"/>
            </p:nvCxnSpPr>
            <p:spPr>
              <a:xfrm>
                <a:off x="395416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5" name="Straight Connector 2044">
                <a:extLst>
                  <a:ext uri="{FF2B5EF4-FFF2-40B4-BE49-F238E27FC236}">
                    <a16:creationId xmlns:a16="http://schemas.microsoft.com/office/drawing/2014/main" id="{935663A9-3DAF-4FEA-B361-F7CDC8C4262A}"/>
                  </a:ext>
                </a:extLst>
              </p:cNvPr>
              <p:cNvCxnSpPr/>
              <p:nvPr userDrawn="1"/>
            </p:nvCxnSpPr>
            <p:spPr>
              <a:xfrm>
                <a:off x="444844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6" name="Straight Connector 2045">
                <a:extLst>
                  <a:ext uri="{FF2B5EF4-FFF2-40B4-BE49-F238E27FC236}">
                    <a16:creationId xmlns:a16="http://schemas.microsoft.com/office/drawing/2014/main" id="{348D3BE9-3FCA-4C32-81F4-B88BA2668C71}"/>
                  </a:ext>
                </a:extLst>
              </p:cNvPr>
              <p:cNvCxnSpPr/>
              <p:nvPr userDrawn="1"/>
            </p:nvCxnSpPr>
            <p:spPr>
              <a:xfrm>
                <a:off x="428368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7" name="Straight Connector 2046">
                <a:extLst>
                  <a:ext uri="{FF2B5EF4-FFF2-40B4-BE49-F238E27FC236}">
                    <a16:creationId xmlns:a16="http://schemas.microsoft.com/office/drawing/2014/main" id="{3DAAF9E5-FC2D-41C4-A0F9-5294F77E362D}"/>
                  </a:ext>
                </a:extLst>
              </p:cNvPr>
              <p:cNvCxnSpPr/>
              <p:nvPr userDrawn="1"/>
            </p:nvCxnSpPr>
            <p:spPr>
              <a:xfrm>
                <a:off x="477795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8" name="Straight Connector 2047">
                <a:extLst>
                  <a:ext uri="{FF2B5EF4-FFF2-40B4-BE49-F238E27FC236}">
                    <a16:creationId xmlns:a16="http://schemas.microsoft.com/office/drawing/2014/main" id="{E7DF4BB4-CC67-4504-963E-61FA8714FA3B}"/>
                  </a:ext>
                </a:extLst>
              </p:cNvPr>
              <p:cNvCxnSpPr/>
              <p:nvPr userDrawn="1"/>
            </p:nvCxnSpPr>
            <p:spPr>
              <a:xfrm>
                <a:off x="461319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EE734A94-C376-4C99-98CE-E1B12E811DC8}"/>
                  </a:ext>
                </a:extLst>
              </p:cNvPr>
              <p:cNvCxnSpPr/>
              <p:nvPr userDrawn="1"/>
            </p:nvCxnSpPr>
            <p:spPr>
              <a:xfrm>
                <a:off x="510746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0" name="Straight Connector 2049">
                <a:extLst>
                  <a:ext uri="{FF2B5EF4-FFF2-40B4-BE49-F238E27FC236}">
                    <a16:creationId xmlns:a16="http://schemas.microsoft.com/office/drawing/2014/main" id="{865EE46D-C843-4A85-BA7D-E64DCF36E286}"/>
                  </a:ext>
                </a:extLst>
              </p:cNvPr>
              <p:cNvCxnSpPr/>
              <p:nvPr userDrawn="1"/>
            </p:nvCxnSpPr>
            <p:spPr>
              <a:xfrm>
                <a:off x="494271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1" name="Straight Connector 2050">
                <a:extLst>
                  <a:ext uri="{FF2B5EF4-FFF2-40B4-BE49-F238E27FC236}">
                    <a16:creationId xmlns:a16="http://schemas.microsoft.com/office/drawing/2014/main" id="{AF1C7CAA-6590-4527-B14A-DB14548A9F12}"/>
                  </a:ext>
                </a:extLst>
              </p:cNvPr>
              <p:cNvCxnSpPr/>
              <p:nvPr userDrawn="1"/>
            </p:nvCxnSpPr>
            <p:spPr>
              <a:xfrm>
                <a:off x="543698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2" name="Straight Connector 2051">
                <a:extLst>
                  <a:ext uri="{FF2B5EF4-FFF2-40B4-BE49-F238E27FC236}">
                    <a16:creationId xmlns:a16="http://schemas.microsoft.com/office/drawing/2014/main" id="{A3A71923-A512-4D0E-9FB4-90750AA5BCE6}"/>
                  </a:ext>
                </a:extLst>
              </p:cNvPr>
              <p:cNvCxnSpPr/>
              <p:nvPr userDrawn="1"/>
            </p:nvCxnSpPr>
            <p:spPr>
              <a:xfrm>
                <a:off x="527222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3" name="Straight Connector 2052">
                <a:extLst>
                  <a:ext uri="{FF2B5EF4-FFF2-40B4-BE49-F238E27FC236}">
                    <a16:creationId xmlns:a16="http://schemas.microsoft.com/office/drawing/2014/main" id="{762BFA0C-869D-4074-BA13-586C7453508C}"/>
                  </a:ext>
                </a:extLst>
              </p:cNvPr>
              <p:cNvCxnSpPr/>
              <p:nvPr userDrawn="1"/>
            </p:nvCxnSpPr>
            <p:spPr>
              <a:xfrm>
                <a:off x="576649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4" name="Straight Connector 2053">
                <a:extLst>
                  <a:ext uri="{FF2B5EF4-FFF2-40B4-BE49-F238E27FC236}">
                    <a16:creationId xmlns:a16="http://schemas.microsoft.com/office/drawing/2014/main" id="{45DD90F0-013E-470F-B932-DF34112F9148}"/>
                  </a:ext>
                </a:extLst>
              </p:cNvPr>
              <p:cNvCxnSpPr/>
              <p:nvPr userDrawn="1"/>
            </p:nvCxnSpPr>
            <p:spPr>
              <a:xfrm>
                <a:off x="560173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13AE674F-F33B-4A4B-B56D-548693F3C815}"/>
                  </a:ext>
                </a:extLst>
              </p:cNvPr>
              <p:cNvCxnSpPr/>
              <p:nvPr userDrawn="1"/>
            </p:nvCxnSpPr>
            <p:spPr>
              <a:xfrm>
                <a:off x="609601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6" name="Straight Connector 2055">
                <a:extLst>
                  <a:ext uri="{FF2B5EF4-FFF2-40B4-BE49-F238E27FC236}">
                    <a16:creationId xmlns:a16="http://schemas.microsoft.com/office/drawing/2014/main" id="{A680FD1A-7D29-481B-B6C3-2DEAB6286BCC}"/>
                  </a:ext>
                </a:extLst>
              </p:cNvPr>
              <p:cNvCxnSpPr/>
              <p:nvPr userDrawn="1"/>
            </p:nvCxnSpPr>
            <p:spPr>
              <a:xfrm>
                <a:off x="593125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2C3A5CB2-2CE4-46D5-876B-ABBCC2F3E017}"/>
                  </a:ext>
                </a:extLst>
              </p:cNvPr>
              <p:cNvCxnSpPr/>
              <p:nvPr userDrawn="1"/>
            </p:nvCxnSpPr>
            <p:spPr>
              <a:xfrm>
                <a:off x="642552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8" name="Straight Connector 2057">
                <a:extLst>
                  <a:ext uri="{FF2B5EF4-FFF2-40B4-BE49-F238E27FC236}">
                    <a16:creationId xmlns:a16="http://schemas.microsoft.com/office/drawing/2014/main" id="{403D01B7-569C-4059-9608-4A861B81AF1A}"/>
                  </a:ext>
                </a:extLst>
              </p:cNvPr>
              <p:cNvCxnSpPr/>
              <p:nvPr userDrawn="1"/>
            </p:nvCxnSpPr>
            <p:spPr>
              <a:xfrm>
                <a:off x="626076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1ABF768A-3814-4A15-90CF-BDACE6502F77}"/>
                  </a:ext>
                </a:extLst>
              </p:cNvPr>
              <p:cNvCxnSpPr/>
              <p:nvPr userDrawn="1"/>
            </p:nvCxnSpPr>
            <p:spPr>
              <a:xfrm>
                <a:off x="659028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0" name="Straight Connector 2059">
                <a:extLst>
                  <a:ext uri="{FF2B5EF4-FFF2-40B4-BE49-F238E27FC236}">
                    <a16:creationId xmlns:a16="http://schemas.microsoft.com/office/drawing/2014/main" id="{FCFCFDC3-7C9D-45CE-A25A-F9D0990F0DA5}"/>
                  </a:ext>
                </a:extLst>
              </p:cNvPr>
              <p:cNvCxnSpPr/>
              <p:nvPr userDrawn="1"/>
            </p:nvCxnSpPr>
            <p:spPr>
              <a:xfrm>
                <a:off x="691979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502D6FFE-63AA-48A3-A3A2-EA8186B7CE75}"/>
                  </a:ext>
                </a:extLst>
              </p:cNvPr>
              <p:cNvCxnSpPr/>
              <p:nvPr userDrawn="1"/>
            </p:nvCxnSpPr>
            <p:spPr>
              <a:xfrm>
                <a:off x="675503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2" name="Straight Connector 2061">
                <a:extLst>
                  <a:ext uri="{FF2B5EF4-FFF2-40B4-BE49-F238E27FC236}">
                    <a16:creationId xmlns:a16="http://schemas.microsoft.com/office/drawing/2014/main" id="{45D02340-9CEF-4D15-8728-8CE100E598AD}"/>
                  </a:ext>
                </a:extLst>
              </p:cNvPr>
              <p:cNvCxnSpPr/>
              <p:nvPr userDrawn="1"/>
            </p:nvCxnSpPr>
            <p:spPr>
              <a:xfrm>
                <a:off x="724930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3" name="Straight Connector 2062">
                <a:extLst>
                  <a:ext uri="{FF2B5EF4-FFF2-40B4-BE49-F238E27FC236}">
                    <a16:creationId xmlns:a16="http://schemas.microsoft.com/office/drawing/2014/main" id="{48E771BA-5C48-40DE-821E-676678C2CE43}"/>
                  </a:ext>
                </a:extLst>
              </p:cNvPr>
              <p:cNvCxnSpPr/>
              <p:nvPr userDrawn="1"/>
            </p:nvCxnSpPr>
            <p:spPr>
              <a:xfrm>
                <a:off x="708455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6677D2F6-CD4B-448A-A392-97ABF94545FA}"/>
                  </a:ext>
                </a:extLst>
              </p:cNvPr>
              <p:cNvCxnSpPr/>
              <p:nvPr userDrawn="1"/>
            </p:nvCxnSpPr>
            <p:spPr>
              <a:xfrm>
                <a:off x="757882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64CC4814-104F-4D03-8563-371B90F226B0}"/>
                  </a:ext>
                </a:extLst>
              </p:cNvPr>
              <p:cNvCxnSpPr/>
              <p:nvPr userDrawn="1"/>
            </p:nvCxnSpPr>
            <p:spPr>
              <a:xfrm>
                <a:off x="741406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6" name="Straight Connector 2065">
                <a:extLst>
                  <a:ext uri="{FF2B5EF4-FFF2-40B4-BE49-F238E27FC236}">
                    <a16:creationId xmlns:a16="http://schemas.microsoft.com/office/drawing/2014/main" id="{AAAE3F7E-7C9A-4A46-9A19-BE2828746503}"/>
                  </a:ext>
                </a:extLst>
              </p:cNvPr>
              <p:cNvCxnSpPr/>
              <p:nvPr userDrawn="1"/>
            </p:nvCxnSpPr>
            <p:spPr>
              <a:xfrm>
                <a:off x="790833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7" name="Straight Connector 2066">
                <a:extLst>
                  <a:ext uri="{FF2B5EF4-FFF2-40B4-BE49-F238E27FC236}">
                    <a16:creationId xmlns:a16="http://schemas.microsoft.com/office/drawing/2014/main" id="{66306011-B0C8-4751-B99B-CD8502EB33BD}"/>
                  </a:ext>
                </a:extLst>
              </p:cNvPr>
              <p:cNvCxnSpPr/>
              <p:nvPr userDrawn="1"/>
            </p:nvCxnSpPr>
            <p:spPr>
              <a:xfrm>
                <a:off x="774357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8" name="Straight Connector 2067">
                <a:extLst>
                  <a:ext uri="{FF2B5EF4-FFF2-40B4-BE49-F238E27FC236}">
                    <a16:creationId xmlns:a16="http://schemas.microsoft.com/office/drawing/2014/main" id="{6C77A301-58B5-4369-BDF7-67D58A257A01}"/>
                  </a:ext>
                </a:extLst>
              </p:cNvPr>
              <p:cNvCxnSpPr/>
              <p:nvPr userDrawn="1"/>
            </p:nvCxnSpPr>
            <p:spPr>
              <a:xfrm>
                <a:off x="823785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CA097E7B-A969-46D4-8193-89CFFA1C307D}"/>
                  </a:ext>
                </a:extLst>
              </p:cNvPr>
              <p:cNvCxnSpPr/>
              <p:nvPr userDrawn="1"/>
            </p:nvCxnSpPr>
            <p:spPr>
              <a:xfrm>
                <a:off x="807309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0" name="Straight Connector 2069">
                <a:extLst>
                  <a:ext uri="{FF2B5EF4-FFF2-40B4-BE49-F238E27FC236}">
                    <a16:creationId xmlns:a16="http://schemas.microsoft.com/office/drawing/2014/main" id="{85326DB9-2FFE-4E9B-9018-91D22694127E}"/>
                  </a:ext>
                </a:extLst>
              </p:cNvPr>
              <p:cNvCxnSpPr/>
              <p:nvPr userDrawn="1"/>
            </p:nvCxnSpPr>
            <p:spPr>
              <a:xfrm>
                <a:off x="856736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1" name="Straight Connector 2070">
                <a:extLst>
                  <a:ext uri="{FF2B5EF4-FFF2-40B4-BE49-F238E27FC236}">
                    <a16:creationId xmlns:a16="http://schemas.microsoft.com/office/drawing/2014/main" id="{FA90063D-1E8D-4171-950D-0515962A8A4C}"/>
                  </a:ext>
                </a:extLst>
              </p:cNvPr>
              <p:cNvCxnSpPr/>
              <p:nvPr userDrawn="1"/>
            </p:nvCxnSpPr>
            <p:spPr>
              <a:xfrm>
                <a:off x="840260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2" name="Straight Connector 2071">
                <a:extLst>
                  <a:ext uri="{FF2B5EF4-FFF2-40B4-BE49-F238E27FC236}">
                    <a16:creationId xmlns:a16="http://schemas.microsoft.com/office/drawing/2014/main" id="{07D091C2-97B3-4AA9-BF62-A6C5EB90FCCF}"/>
                  </a:ext>
                </a:extLst>
              </p:cNvPr>
              <p:cNvCxnSpPr/>
              <p:nvPr userDrawn="1"/>
            </p:nvCxnSpPr>
            <p:spPr>
              <a:xfrm>
                <a:off x="889687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3" name="Straight Connector 2072">
                <a:extLst>
                  <a:ext uri="{FF2B5EF4-FFF2-40B4-BE49-F238E27FC236}">
                    <a16:creationId xmlns:a16="http://schemas.microsoft.com/office/drawing/2014/main" id="{BCDDE9C1-2235-4F77-851D-2A5D7A6D307E}"/>
                  </a:ext>
                </a:extLst>
              </p:cNvPr>
              <p:cNvCxnSpPr/>
              <p:nvPr userDrawn="1"/>
            </p:nvCxnSpPr>
            <p:spPr>
              <a:xfrm>
                <a:off x="873212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4" name="Straight Connector 2073">
                <a:extLst>
                  <a:ext uri="{FF2B5EF4-FFF2-40B4-BE49-F238E27FC236}">
                    <a16:creationId xmlns:a16="http://schemas.microsoft.com/office/drawing/2014/main" id="{1358DD33-9840-49F5-916C-281567870CAB}"/>
                  </a:ext>
                </a:extLst>
              </p:cNvPr>
              <p:cNvCxnSpPr/>
              <p:nvPr userDrawn="1"/>
            </p:nvCxnSpPr>
            <p:spPr>
              <a:xfrm>
                <a:off x="922639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5" name="Straight Connector 2074">
                <a:extLst>
                  <a:ext uri="{FF2B5EF4-FFF2-40B4-BE49-F238E27FC236}">
                    <a16:creationId xmlns:a16="http://schemas.microsoft.com/office/drawing/2014/main" id="{33E555CD-25CB-45A8-9457-432593C24ACA}"/>
                  </a:ext>
                </a:extLst>
              </p:cNvPr>
              <p:cNvCxnSpPr/>
              <p:nvPr userDrawn="1"/>
            </p:nvCxnSpPr>
            <p:spPr>
              <a:xfrm>
                <a:off x="906163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6" name="Straight Connector 2075">
                <a:extLst>
                  <a:ext uri="{FF2B5EF4-FFF2-40B4-BE49-F238E27FC236}">
                    <a16:creationId xmlns:a16="http://schemas.microsoft.com/office/drawing/2014/main" id="{1320B94B-8741-4C4D-BFAE-1155B5D4DF33}"/>
                  </a:ext>
                </a:extLst>
              </p:cNvPr>
              <p:cNvCxnSpPr/>
              <p:nvPr userDrawn="1"/>
            </p:nvCxnSpPr>
            <p:spPr>
              <a:xfrm>
                <a:off x="955590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7" name="Straight Connector 2076">
                <a:extLst>
                  <a:ext uri="{FF2B5EF4-FFF2-40B4-BE49-F238E27FC236}">
                    <a16:creationId xmlns:a16="http://schemas.microsoft.com/office/drawing/2014/main" id="{A64B07E2-57C0-4074-8FC5-5D8E56152217}"/>
                  </a:ext>
                </a:extLst>
              </p:cNvPr>
              <p:cNvCxnSpPr/>
              <p:nvPr userDrawn="1"/>
            </p:nvCxnSpPr>
            <p:spPr>
              <a:xfrm>
                <a:off x="939114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8" name="Straight Connector 2077">
                <a:extLst>
                  <a:ext uri="{FF2B5EF4-FFF2-40B4-BE49-F238E27FC236}">
                    <a16:creationId xmlns:a16="http://schemas.microsoft.com/office/drawing/2014/main" id="{386FE378-792B-4FF4-97B5-9059EEA24E33}"/>
                  </a:ext>
                </a:extLst>
              </p:cNvPr>
              <p:cNvCxnSpPr/>
              <p:nvPr userDrawn="1"/>
            </p:nvCxnSpPr>
            <p:spPr>
              <a:xfrm>
                <a:off x="988542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9" name="Straight Connector 2078">
                <a:extLst>
                  <a:ext uri="{FF2B5EF4-FFF2-40B4-BE49-F238E27FC236}">
                    <a16:creationId xmlns:a16="http://schemas.microsoft.com/office/drawing/2014/main" id="{F2A3D371-9C51-417D-9B2B-61374FE4851F}"/>
                  </a:ext>
                </a:extLst>
              </p:cNvPr>
              <p:cNvCxnSpPr/>
              <p:nvPr userDrawn="1"/>
            </p:nvCxnSpPr>
            <p:spPr>
              <a:xfrm>
                <a:off x="972066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0" name="Straight Connector 2079">
                <a:extLst>
                  <a:ext uri="{FF2B5EF4-FFF2-40B4-BE49-F238E27FC236}">
                    <a16:creationId xmlns:a16="http://schemas.microsoft.com/office/drawing/2014/main" id="{DA1FD462-14C4-4DE1-974A-01E6227E82A2}"/>
                  </a:ext>
                </a:extLst>
              </p:cNvPr>
              <p:cNvCxnSpPr/>
              <p:nvPr userDrawn="1"/>
            </p:nvCxnSpPr>
            <p:spPr>
              <a:xfrm>
                <a:off x="1021493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A83DF3A0-6082-4977-A8F9-A056B16EE32F}"/>
                  </a:ext>
                </a:extLst>
              </p:cNvPr>
              <p:cNvCxnSpPr/>
              <p:nvPr userDrawn="1"/>
            </p:nvCxnSpPr>
            <p:spPr>
              <a:xfrm>
                <a:off x="1005017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2" name="Straight Connector 2081">
                <a:extLst>
                  <a:ext uri="{FF2B5EF4-FFF2-40B4-BE49-F238E27FC236}">
                    <a16:creationId xmlns:a16="http://schemas.microsoft.com/office/drawing/2014/main" id="{E968AB59-612D-42A9-A79E-65077F990111}"/>
                  </a:ext>
                </a:extLst>
              </p:cNvPr>
              <p:cNvCxnSpPr/>
              <p:nvPr userDrawn="1"/>
            </p:nvCxnSpPr>
            <p:spPr>
              <a:xfrm>
                <a:off x="1054444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3" name="Straight Connector 2082">
                <a:extLst>
                  <a:ext uri="{FF2B5EF4-FFF2-40B4-BE49-F238E27FC236}">
                    <a16:creationId xmlns:a16="http://schemas.microsoft.com/office/drawing/2014/main" id="{A6FF53F8-DE09-45FA-9945-814280C87A46}"/>
                  </a:ext>
                </a:extLst>
              </p:cNvPr>
              <p:cNvCxnSpPr/>
              <p:nvPr userDrawn="1"/>
            </p:nvCxnSpPr>
            <p:spPr>
              <a:xfrm>
                <a:off x="1037969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4" name="Straight Connector 2083">
                <a:extLst>
                  <a:ext uri="{FF2B5EF4-FFF2-40B4-BE49-F238E27FC236}">
                    <a16:creationId xmlns:a16="http://schemas.microsoft.com/office/drawing/2014/main" id="{67FC9E8C-5E20-4E01-93DF-877E650D9B9E}"/>
                  </a:ext>
                </a:extLst>
              </p:cNvPr>
              <p:cNvCxnSpPr/>
              <p:nvPr userDrawn="1"/>
            </p:nvCxnSpPr>
            <p:spPr>
              <a:xfrm>
                <a:off x="1087396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5" name="Straight Connector 2084">
                <a:extLst>
                  <a:ext uri="{FF2B5EF4-FFF2-40B4-BE49-F238E27FC236}">
                    <a16:creationId xmlns:a16="http://schemas.microsoft.com/office/drawing/2014/main" id="{671215D9-A9E4-49CC-80DB-02465B59BB0B}"/>
                  </a:ext>
                </a:extLst>
              </p:cNvPr>
              <p:cNvCxnSpPr/>
              <p:nvPr userDrawn="1"/>
            </p:nvCxnSpPr>
            <p:spPr>
              <a:xfrm>
                <a:off x="1070920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6" name="Straight Connector 2085">
                <a:extLst>
                  <a:ext uri="{FF2B5EF4-FFF2-40B4-BE49-F238E27FC236}">
                    <a16:creationId xmlns:a16="http://schemas.microsoft.com/office/drawing/2014/main" id="{63DF0AE8-A239-4607-957B-A6E6898D2DC7}"/>
                  </a:ext>
                </a:extLst>
              </p:cNvPr>
              <p:cNvCxnSpPr/>
              <p:nvPr userDrawn="1"/>
            </p:nvCxnSpPr>
            <p:spPr>
              <a:xfrm>
                <a:off x="1120347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7" name="Straight Connector 2086">
                <a:extLst>
                  <a:ext uri="{FF2B5EF4-FFF2-40B4-BE49-F238E27FC236}">
                    <a16:creationId xmlns:a16="http://schemas.microsoft.com/office/drawing/2014/main" id="{30186851-514A-445D-ADCB-EC889CCD8529}"/>
                  </a:ext>
                </a:extLst>
              </p:cNvPr>
              <p:cNvCxnSpPr/>
              <p:nvPr userDrawn="1"/>
            </p:nvCxnSpPr>
            <p:spPr>
              <a:xfrm>
                <a:off x="1103871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8" name="Straight Connector 2087">
                <a:extLst>
                  <a:ext uri="{FF2B5EF4-FFF2-40B4-BE49-F238E27FC236}">
                    <a16:creationId xmlns:a16="http://schemas.microsoft.com/office/drawing/2014/main" id="{450EADC7-2D8F-40C6-982A-60998A2CB1D9}"/>
                  </a:ext>
                </a:extLst>
              </p:cNvPr>
              <p:cNvCxnSpPr/>
              <p:nvPr userDrawn="1"/>
            </p:nvCxnSpPr>
            <p:spPr>
              <a:xfrm>
                <a:off x="1153299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9" name="Straight Connector 2088">
                <a:extLst>
                  <a:ext uri="{FF2B5EF4-FFF2-40B4-BE49-F238E27FC236}">
                    <a16:creationId xmlns:a16="http://schemas.microsoft.com/office/drawing/2014/main" id="{1343E186-906F-4D8B-9237-973C30D350A1}"/>
                  </a:ext>
                </a:extLst>
              </p:cNvPr>
              <p:cNvCxnSpPr/>
              <p:nvPr userDrawn="1"/>
            </p:nvCxnSpPr>
            <p:spPr>
              <a:xfrm>
                <a:off x="1136823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0" name="Straight Connector 2089">
                <a:extLst>
                  <a:ext uri="{FF2B5EF4-FFF2-40B4-BE49-F238E27FC236}">
                    <a16:creationId xmlns:a16="http://schemas.microsoft.com/office/drawing/2014/main" id="{BB771F8B-0200-4B12-AA58-9E8731C9BB33}"/>
                  </a:ext>
                </a:extLst>
              </p:cNvPr>
              <p:cNvCxnSpPr/>
              <p:nvPr userDrawn="1"/>
            </p:nvCxnSpPr>
            <p:spPr>
              <a:xfrm>
                <a:off x="1186250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1" name="Straight Connector 2090">
                <a:extLst>
                  <a:ext uri="{FF2B5EF4-FFF2-40B4-BE49-F238E27FC236}">
                    <a16:creationId xmlns:a16="http://schemas.microsoft.com/office/drawing/2014/main" id="{5F989D3F-0729-4046-83A7-57A4CDB4A767}"/>
                  </a:ext>
                </a:extLst>
              </p:cNvPr>
              <p:cNvCxnSpPr/>
              <p:nvPr userDrawn="1"/>
            </p:nvCxnSpPr>
            <p:spPr>
              <a:xfrm>
                <a:off x="1169774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27119EA8-DF83-4A6C-9AAA-FA1740AC79C1}"/>
                </a:ext>
              </a:extLst>
            </p:cNvPr>
            <p:cNvGrpSpPr/>
            <p:nvPr userDrawn="1"/>
          </p:nvGrpSpPr>
          <p:grpSpPr>
            <a:xfrm>
              <a:off x="-435429" y="-435426"/>
              <a:ext cx="13043121" cy="7728852"/>
              <a:chOff x="-435429" y="-435426"/>
              <a:chExt cx="13043121" cy="7728852"/>
            </a:xfrm>
          </p:grpSpPr>
          <p:cxnSp>
            <p:nvCxnSpPr>
              <p:cNvPr id="1898" name="Straight Connector 1897">
                <a:extLst>
                  <a:ext uri="{FF2B5EF4-FFF2-40B4-BE49-F238E27FC236}">
                    <a16:creationId xmlns:a16="http://schemas.microsoft.com/office/drawing/2014/main" id="{20D09B73-2843-43CA-8CF2-C731325248A1}"/>
                  </a:ext>
                </a:extLst>
              </p:cNvPr>
              <p:cNvCxnSpPr/>
              <p:nvPr/>
            </p:nvCxnSpPr>
            <p:spPr>
              <a:xfrm>
                <a:off x="12355692"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E345FD7F-A9C1-42D0-BF09-FB40DC99AA53}"/>
                  </a:ext>
                </a:extLst>
              </p:cNvPr>
              <p:cNvCxnSpPr/>
              <p:nvPr/>
            </p:nvCxnSpPr>
            <p:spPr>
              <a:xfrm>
                <a:off x="-435429"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C5BC418-FCEF-43F6-84FC-4A873C290BAA}"/>
                  </a:ext>
                </a:extLst>
              </p:cNvPr>
              <p:cNvCxnSpPr/>
              <p:nvPr/>
            </p:nvCxnSpPr>
            <p:spPr>
              <a:xfrm>
                <a:off x="-435429"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2221C01C-53D2-46A1-AAF1-1CA8804E7746}"/>
                  </a:ext>
                </a:extLst>
              </p:cNvPr>
              <p:cNvCxnSpPr/>
              <p:nvPr/>
            </p:nvCxnSpPr>
            <p:spPr>
              <a:xfrm>
                <a:off x="-435429"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1D0DC50C-11F4-4D74-A05A-CE145AD8A183}"/>
                  </a:ext>
                </a:extLst>
              </p:cNvPr>
              <p:cNvCxnSpPr/>
              <p:nvPr/>
            </p:nvCxnSpPr>
            <p:spPr>
              <a:xfrm>
                <a:off x="-435429"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6075E29-B89D-4D19-977C-378BE5702E0E}"/>
                  </a:ext>
                </a:extLst>
              </p:cNvPr>
              <p:cNvCxnSpPr/>
              <p:nvPr/>
            </p:nvCxnSpPr>
            <p:spPr>
              <a:xfrm>
                <a:off x="-435429"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60B9ABF4-6542-49BC-AD52-F3531B803CCC}"/>
                  </a:ext>
                </a:extLst>
              </p:cNvPr>
              <p:cNvCxnSpPr/>
              <p:nvPr/>
            </p:nvCxnSpPr>
            <p:spPr>
              <a:xfrm>
                <a:off x="-435429"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C2786AC8-310A-40D6-B68B-17F04D2237D9}"/>
                  </a:ext>
                </a:extLst>
              </p:cNvPr>
              <p:cNvCxnSpPr/>
              <p:nvPr/>
            </p:nvCxnSpPr>
            <p:spPr>
              <a:xfrm>
                <a:off x="-435429"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26541A1-55F4-431B-A2DF-C0F15EEB2EB0}"/>
                  </a:ext>
                </a:extLst>
              </p:cNvPr>
              <p:cNvCxnSpPr/>
              <p:nvPr/>
            </p:nvCxnSpPr>
            <p:spPr>
              <a:xfrm>
                <a:off x="-435429"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1A9182CB-3E1F-4152-AE87-E88804D6B6D5}"/>
                  </a:ext>
                </a:extLst>
              </p:cNvPr>
              <p:cNvCxnSpPr/>
              <p:nvPr/>
            </p:nvCxnSpPr>
            <p:spPr>
              <a:xfrm>
                <a:off x="-435429"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6D4A6424-105E-4EB5-930F-78470A1E4957}"/>
                  </a:ext>
                </a:extLst>
              </p:cNvPr>
              <p:cNvCxnSpPr/>
              <p:nvPr/>
            </p:nvCxnSpPr>
            <p:spPr>
              <a:xfrm>
                <a:off x="-435429"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B82F1B8B-9B5D-47E9-A5E2-E08116E411E9}"/>
                  </a:ext>
                </a:extLst>
              </p:cNvPr>
              <p:cNvCxnSpPr/>
              <p:nvPr/>
            </p:nvCxnSpPr>
            <p:spPr>
              <a:xfrm>
                <a:off x="-435429"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6251671E-7195-4186-B532-CC29D56BEFD5}"/>
                  </a:ext>
                </a:extLst>
              </p:cNvPr>
              <p:cNvCxnSpPr/>
              <p:nvPr/>
            </p:nvCxnSpPr>
            <p:spPr>
              <a:xfrm>
                <a:off x="-435429"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D46A5BA-19D2-4A30-BEE8-B97BB78E015B}"/>
                  </a:ext>
                </a:extLst>
              </p:cNvPr>
              <p:cNvCxnSpPr/>
              <p:nvPr/>
            </p:nvCxnSpPr>
            <p:spPr>
              <a:xfrm>
                <a:off x="-435429"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D4A539D6-CD6F-4D11-993D-5CC4B0CC2106}"/>
                  </a:ext>
                </a:extLst>
              </p:cNvPr>
              <p:cNvCxnSpPr/>
              <p:nvPr/>
            </p:nvCxnSpPr>
            <p:spPr>
              <a:xfrm>
                <a:off x="-435429"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1FE7DE87-E28C-404C-BB81-9E2D2458B379}"/>
                  </a:ext>
                </a:extLst>
              </p:cNvPr>
              <p:cNvCxnSpPr/>
              <p:nvPr/>
            </p:nvCxnSpPr>
            <p:spPr>
              <a:xfrm>
                <a:off x="-435429"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BE5A7807-C8C4-43E7-815B-22994995506E}"/>
                  </a:ext>
                </a:extLst>
              </p:cNvPr>
              <p:cNvCxnSpPr/>
              <p:nvPr/>
            </p:nvCxnSpPr>
            <p:spPr>
              <a:xfrm>
                <a:off x="-435429"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BA9E55CF-4A3C-4598-9E64-10F7FBE98C94}"/>
                  </a:ext>
                </a:extLst>
              </p:cNvPr>
              <p:cNvCxnSpPr/>
              <p:nvPr/>
            </p:nvCxnSpPr>
            <p:spPr>
              <a:xfrm>
                <a:off x="-435429"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72532AE-0359-4D8F-BE38-76E659D05FCE}"/>
                  </a:ext>
                </a:extLst>
              </p:cNvPr>
              <p:cNvCxnSpPr/>
              <p:nvPr/>
            </p:nvCxnSpPr>
            <p:spPr>
              <a:xfrm>
                <a:off x="-435429"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ECB890B9-059A-4331-8BEC-92C62266C9C8}"/>
                  </a:ext>
                </a:extLst>
              </p:cNvPr>
              <p:cNvCxnSpPr/>
              <p:nvPr/>
            </p:nvCxnSpPr>
            <p:spPr>
              <a:xfrm>
                <a:off x="-435429"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73085996-FF29-41BB-8ADE-690F7664E3EE}"/>
                  </a:ext>
                </a:extLst>
              </p:cNvPr>
              <p:cNvCxnSpPr/>
              <p:nvPr/>
            </p:nvCxnSpPr>
            <p:spPr>
              <a:xfrm>
                <a:off x="-435429"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D5B61798-D3C5-42E4-B07F-CACA21FE238F}"/>
                  </a:ext>
                </a:extLst>
              </p:cNvPr>
              <p:cNvCxnSpPr/>
              <p:nvPr/>
            </p:nvCxnSpPr>
            <p:spPr>
              <a:xfrm>
                <a:off x="-435429"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A924165C-DB76-4EB9-9CAA-473B566AA775}"/>
                  </a:ext>
                </a:extLst>
              </p:cNvPr>
              <p:cNvCxnSpPr/>
              <p:nvPr/>
            </p:nvCxnSpPr>
            <p:spPr>
              <a:xfrm>
                <a:off x="-435429"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7" name="Straight Connector 806">
                <a:extLst>
                  <a:ext uri="{FF2B5EF4-FFF2-40B4-BE49-F238E27FC236}">
                    <a16:creationId xmlns:a16="http://schemas.microsoft.com/office/drawing/2014/main" id="{23E491F9-7909-4052-A925-59CF4238B0B8}"/>
                  </a:ext>
                </a:extLst>
              </p:cNvPr>
              <p:cNvCxnSpPr/>
              <p:nvPr/>
            </p:nvCxnSpPr>
            <p:spPr>
              <a:xfrm flipH="1" flipV="1">
                <a:off x="1186250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8" name="Straight Connector 807">
                <a:extLst>
                  <a:ext uri="{FF2B5EF4-FFF2-40B4-BE49-F238E27FC236}">
                    <a16:creationId xmlns:a16="http://schemas.microsoft.com/office/drawing/2014/main" id="{5D5E3801-DC79-4573-8874-70EE0596096E}"/>
                  </a:ext>
                </a:extLst>
              </p:cNvPr>
              <p:cNvCxnSpPr/>
              <p:nvPr/>
            </p:nvCxnSpPr>
            <p:spPr>
              <a:xfrm flipH="1" flipV="1">
                <a:off x="1219201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9" name="Straight Connector 808">
                <a:extLst>
                  <a:ext uri="{FF2B5EF4-FFF2-40B4-BE49-F238E27FC236}">
                    <a16:creationId xmlns:a16="http://schemas.microsoft.com/office/drawing/2014/main" id="{2CEB60EF-5666-4660-92D2-3C1890C71F22}"/>
                  </a:ext>
                </a:extLst>
              </p:cNvPr>
              <p:cNvCxnSpPr/>
              <p:nvPr/>
            </p:nvCxnSpPr>
            <p:spPr>
              <a:xfrm flipH="1" flipV="1">
                <a:off x="1120347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0" name="Straight Connector 809">
                <a:extLst>
                  <a:ext uri="{FF2B5EF4-FFF2-40B4-BE49-F238E27FC236}">
                    <a16:creationId xmlns:a16="http://schemas.microsoft.com/office/drawing/2014/main" id="{0CD97106-A5E9-4968-8AED-FEB374BC0AEA}"/>
                  </a:ext>
                </a:extLst>
              </p:cNvPr>
              <p:cNvCxnSpPr/>
              <p:nvPr/>
            </p:nvCxnSpPr>
            <p:spPr>
              <a:xfrm flipH="1" flipV="1">
                <a:off x="1153298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a:extLst>
                  <a:ext uri="{FF2B5EF4-FFF2-40B4-BE49-F238E27FC236}">
                    <a16:creationId xmlns:a16="http://schemas.microsoft.com/office/drawing/2014/main" id="{8B853DFE-0173-40B1-BDFB-6310B4534161}"/>
                  </a:ext>
                </a:extLst>
              </p:cNvPr>
              <p:cNvCxnSpPr/>
              <p:nvPr/>
            </p:nvCxnSpPr>
            <p:spPr>
              <a:xfrm flipH="1" flipV="1">
                <a:off x="1054444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2" name="Straight Connector 811">
                <a:extLst>
                  <a:ext uri="{FF2B5EF4-FFF2-40B4-BE49-F238E27FC236}">
                    <a16:creationId xmlns:a16="http://schemas.microsoft.com/office/drawing/2014/main" id="{9BDBDA9C-3418-4E9A-A045-4FD86824DAAA}"/>
                  </a:ext>
                </a:extLst>
              </p:cNvPr>
              <p:cNvCxnSpPr/>
              <p:nvPr/>
            </p:nvCxnSpPr>
            <p:spPr>
              <a:xfrm flipH="1" flipV="1">
                <a:off x="1087396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a:extLst>
                  <a:ext uri="{FF2B5EF4-FFF2-40B4-BE49-F238E27FC236}">
                    <a16:creationId xmlns:a16="http://schemas.microsoft.com/office/drawing/2014/main" id="{985FF995-8CA0-4EBB-977E-C5F8FF4E8885}"/>
                  </a:ext>
                </a:extLst>
              </p:cNvPr>
              <p:cNvCxnSpPr/>
              <p:nvPr/>
            </p:nvCxnSpPr>
            <p:spPr>
              <a:xfrm flipH="1" flipV="1">
                <a:off x="988541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4" name="Straight Connector 813">
                <a:extLst>
                  <a:ext uri="{FF2B5EF4-FFF2-40B4-BE49-F238E27FC236}">
                    <a16:creationId xmlns:a16="http://schemas.microsoft.com/office/drawing/2014/main" id="{CD4E6672-CF43-4FA9-92D9-8F694F42EFBF}"/>
                  </a:ext>
                </a:extLst>
              </p:cNvPr>
              <p:cNvCxnSpPr/>
              <p:nvPr/>
            </p:nvCxnSpPr>
            <p:spPr>
              <a:xfrm flipH="1" flipV="1">
                <a:off x="1021493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5" name="Straight Connector 814">
                <a:extLst>
                  <a:ext uri="{FF2B5EF4-FFF2-40B4-BE49-F238E27FC236}">
                    <a16:creationId xmlns:a16="http://schemas.microsoft.com/office/drawing/2014/main" id="{2C814BD9-1857-4680-A13B-356D802C1F0D}"/>
                  </a:ext>
                </a:extLst>
              </p:cNvPr>
              <p:cNvCxnSpPr/>
              <p:nvPr/>
            </p:nvCxnSpPr>
            <p:spPr>
              <a:xfrm flipH="1" flipV="1">
                <a:off x="922639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6" name="Straight Connector 815">
                <a:extLst>
                  <a:ext uri="{FF2B5EF4-FFF2-40B4-BE49-F238E27FC236}">
                    <a16:creationId xmlns:a16="http://schemas.microsoft.com/office/drawing/2014/main" id="{7EC10050-B383-4805-9048-F97BE7EE132B}"/>
                  </a:ext>
                </a:extLst>
              </p:cNvPr>
              <p:cNvCxnSpPr/>
              <p:nvPr/>
            </p:nvCxnSpPr>
            <p:spPr>
              <a:xfrm flipH="1" flipV="1">
                <a:off x="955590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7" name="Straight Connector 816">
                <a:extLst>
                  <a:ext uri="{FF2B5EF4-FFF2-40B4-BE49-F238E27FC236}">
                    <a16:creationId xmlns:a16="http://schemas.microsoft.com/office/drawing/2014/main" id="{4CE9DB14-187E-4291-AC7C-5CB0B929C542}"/>
                  </a:ext>
                </a:extLst>
              </p:cNvPr>
              <p:cNvCxnSpPr/>
              <p:nvPr/>
            </p:nvCxnSpPr>
            <p:spPr>
              <a:xfrm flipH="1" flipV="1">
                <a:off x="856736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8" name="Straight Connector 817">
                <a:extLst>
                  <a:ext uri="{FF2B5EF4-FFF2-40B4-BE49-F238E27FC236}">
                    <a16:creationId xmlns:a16="http://schemas.microsoft.com/office/drawing/2014/main" id="{A2D31992-58B7-4B67-A0E2-2CECF017E012}"/>
                  </a:ext>
                </a:extLst>
              </p:cNvPr>
              <p:cNvCxnSpPr/>
              <p:nvPr/>
            </p:nvCxnSpPr>
            <p:spPr>
              <a:xfrm flipH="1" flipV="1">
                <a:off x="889687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a:extLst>
                  <a:ext uri="{FF2B5EF4-FFF2-40B4-BE49-F238E27FC236}">
                    <a16:creationId xmlns:a16="http://schemas.microsoft.com/office/drawing/2014/main" id="{9D0AAA67-3337-4635-9BF4-FA8C35435836}"/>
                  </a:ext>
                </a:extLst>
              </p:cNvPr>
              <p:cNvCxnSpPr/>
              <p:nvPr/>
            </p:nvCxnSpPr>
            <p:spPr>
              <a:xfrm flipH="1" flipV="1">
                <a:off x="790833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0" name="Straight Connector 819">
                <a:extLst>
                  <a:ext uri="{FF2B5EF4-FFF2-40B4-BE49-F238E27FC236}">
                    <a16:creationId xmlns:a16="http://schemas.microsoft.com/office/drawing/2014/main" id="{0A4E5BE8-904C-43AB-97FA-366FE4BF8FCA}"/>
                  </a:ext>
                </a:extLst>
              </p:cNvPr>
              <p:cNvCxnSpPr/>
              <p:nvPr/>
            </p:nvCxnSpPr>
            <p:spPr>
              <a:xfrm flipH="1" flipV="1">
                <a:off x="823784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1" name="Straight Connector 820">
                <a:extLst>
                  <a:ext uri="{FF2B5EF4-FFF2-40B4-BE49-F238E27FC236}">
                    <a16:creationId xmlns:a16="http://schemas.microsoft.com/office/drawing/2014/main" id="{D0B24FC6-5911-4E83-ADC9-17AED34D359E}"/>
                  </a:ext>
                </a:extLst>
              </p:cNvPr>
              <p:cNvCxnSpPr/>
              <p:nvPr/>
            </p:nvCxnSpPr>
            <p:spPr>
              <a:xfrm flipH="1" flipV="1">
                <a:off x="724930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2" name="Straight Connector 821">
                <a:extLst>
                  <a:ext uri="{FF2B5EF4-FFF2-40B4-BE49-F238E27FC236}">
                    <a16:creationId xmlns:a16="http://schemas.microsoft.com/office/drawing/2014/main" id="{CA53439D-95A1-4C09-B2EF-501C93497F31}"/>
                  </a:ext>
                </a:extLst>
              </p:cNvPr>
              <p:cNvCxnSpPr/>
              <p:nvPr/>
            </p:nvCxnSpPr>
            <p:spPr>
              <a:xfrm flipH="1" flipV="1">
                <a:off x="757882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3" name="Straight Connector 822">
                <a:extLst>
                  <a:ext uri="{FF2B5EF4-FFF2-40B4-BE49-F238E27FC236}">
                    <a16:creationId xmlns:a16="http://schemas.microsoft.com/office/drawing/2014/main" id="{7B303BF8-4BC3-4851-8DB2-91A47D086A29}"/>
                  </a:ext>
                </a:extLst>
              </p:cNvPr>
              <p:cNvCxnSpPr/>
              <p:nvPr/>
            </p:nvCxnSpPr>
            <p:spPr>
              <a:xfrm flipH="1" flipV="1">
                <a:off x="659027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4" name="Straight Connector 823">
                <a:extLst>
                  <a:ext uri="{FF2B5EF4-FFF2-40B4-BE49-F238E27FC236}">
                    <a16:creationId xmlns:a16="http://schemas.microsoft.com/office/drawing/2014/main" id="{2911A49C-7461-4127-B557-48F0F5917B8A}"/>
                  </a:ext>
                </a:extLst>
              </p:cNvPr>
              <p:cNvCxnSpPr/>
              <p:nvPr/>
            </p:nvCxnSpPr>
            <p:spPr>
              <a:xfrm flipH="1" flipV="1">
                <a:off x="691979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5" name="Straight Connector 824">
                <a:extLst>
                  <a:ext uri="{FF2B5EF4-FFF2-40B4-BE49-F238E27FC236}">
                    <a16:creationId xmlns:a16="http://schemas.microsoft.com/office/drawing/2014/main" id="{6EFAFDED-BE93-43BF-8A54-8EDB8E088DDB}"/>
                  </a:ext>
                </a:extLst>
              </p:cNvPr>
              <p:cNvCxnSpPr/>
              <p:nvPr/>
            </p:nvCxnSpPr>
            <p:spPr>
              <a:xfrm flipH="1" flipV="1">
                <a:off x="593125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6" name="Straight Connector 825">
                <a:extLst>
                  <a:ext uri="{FF2B5EF4-FFF2-40B4-BE49-F238E27FC236}">
                    <a16:creationId xmlns:a16="http://schemas.microsoft.com/office/drawing/2014/main" id="{ABD390CF-7751-44B6-B25E-CD5D75A58F81}"/>
                  </a:ext>
                </a:extLst>
              </p:cNvPr>
              <p:cNvCxnSpPr/>
              <p:nvPr/>
            </p:nvCxnSpPr>
            <p:spPr>
              <a:xfrm flipH="1" flipV="1">
                <a:off x="626076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7" name="Straight Connector 826">
                <a:extLst>
                  <a:ext uri="{FF2B5EF4-FFF2-40B4-BE49-F238E27FC236}">
                    <a16:creationId xmlns:a16="http://schemas.microsoft.com/office/drawing/2014/main" id="{E6CDE806-B014-4319-88A4-24F26955E4FA}"/>
                  </a:ext>
                </a:extLst>
              </p:cNvPr>
              <p:cNvCxnSpPr/>
              <p:nvPr/>
            </p:nvCxnSpPr>
            <p:spPr>
              <a:xfrm flipH="1" flipV="1">
                <a:off x="527222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8" name="Straight Connector 827">
                <a:extLst>
                  <a:ext uri="{FF2B5EF4-FFF2-40B4-BE49-F238E27FC236}">
                    <a16:creationId xmlns:a16="http://schemas.microsoft.com/office/drawing/2014/main" id="{6AC9636A-087D-41D2-BDBE-A4336C626F36}"/>
                  </a:ext>
                </a:extLst>
              </p:cNvPr>
              <p:cNvCxnSpPr/>
              <p:nvPr/>
            </p:nvCxnSpPr>
            <p:spPr>
              <a:xfrm flipH="1" flipV="1">
                <a:off x="560173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9" name="Straight Connector 828">
                <a:extLst>
                  <a:ext uri="{FF2B5EF4-FFF2-40B4-BE49-F238E27FC236}">
                    <a16:creationId xmlns:a16="http://schemas.microsoft.com/office/drawing/2014/main" id="{44B2108E-4818-4C19-8EA4-ABFDBB8BFC42}"/>
                  </a:ext>
                </a:extLst>
              </p:cNvPr>
              <p:cNvCxnSpPr/>
              <p:nvPr/>
            </p:nvCxnSpPr>
            <p:spPr>
              <a:xfrm flipH="1" flipV="1">
                <a:off x="461319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0" name="Straight Connector 829">
                <a:extLst>
                  <a:ext uri="{FF2B5EF4-FFF2-40B4-BE49-F238E27FC236}">
                    <a16:creationId xmlns:a16="http://schemas.microsoft.com/office/drawing/2014/main" id="{0F59C71B-8CDC-4753-87E3-308896877930}"/>
                  </a:ext>
                </a:extLst>
              </p:cNvPr>
              <p:cNvCxnSpPr/>
              <p:nvPr/>
            </p:nvCxnSpPr>
            <p:spPr>
              <a:xfrm flipH="1" flipV="1">
                <a:off x="494270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1" name="Straight Connector 830">
                <a:extLst>
                  <a:ext uri="{FF2B5EF4-FFF2-40B4-BE49-F238E27FC236}">
                    <a16:creationId xmlns:a16="http://schemas.microsoft.com/office/drawing/2014/main" id="{C71CB4DF-AB29-4FA0-B052-91B0698043BF}"/>
                  </a:ext>
                </a:extLst>
              </p:cNvPr>
              <p:cNvCxnSpPr/>
              <p:nvPr/>
            </p:nvCxnSpPr>
            <p:spPr>
              <a:xfrm flipH="1" flipV="1">
                <a:off x="395416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2" name="Straight Connector 831">
                <a:extLst>
                  <a:ext uri="{FF2B5EF4-FFF2-40B4-BE49-F238E27FC236}">
                    <a16:creationId xmlns:a16="http://schemas.microsoft.com/office/drawing/2014/main" id="{DFA3A068-0510-412A-ADA1-5092C9D556AE}"/>
                  </a:ext>
                </a:extLst>
              </p:cNvPr>
              <p:cNvCxnSpPr/>
              <p:nvPr/>
            </p:nvCxnSpPr>
            <p:spPr>
              <a:xfrm flipH="1" flipV="1">
                <a:off x="428368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3" name="Straight Connector 832">
                <a:extLst>
                  <a:ext uri="{FF2B5EF4-FFF2-40B4-BE49-F238E27FC236}">
                    <a16:creationId xmlns:a16="http://schemas.microsoft.com/office/drawing/2014/main" id="{01E18317-A34C-47AD-8CAF-4888355EE5FF}"/>
                  </a:ext>
                </a:extLst>
              </p:cNvPr>
              <p:cNvCxnSpPr/>
              <p:nvPr/>
            </p:nvCxnSpPr>
            <p:spPr>
              <a:xfrm flipH="1" flipV="1">
                <a:off x="329513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4" name="Straight Connector 833">
                <a:extLst>
                  <a:ext uri="{FF2B5EF4-FFF2-40B4-BE49-F238E27FC236}">
                    <a16:creationId xmlns:a16="http://schemas.microsoft.com/office/drawing/2014/main" id="{A2B51684-F1FD-45E4-86C2-728CCE00451C}"/>
                  </a:ext>
                </a:extLst>
              </p:cNvPr>
              <p:cNvCxnSpPr/>
              <p:nvPr/>
            </p:nvCxnSpPr>
            <p:spPr>
              <a:xfrm flipH="1" flipV="1">
                <a:off x="362465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5" name="Straight Connector 834">
                <a:extLst>
                  <a:ext uri="{FF2B5EF4-FFF2-40B4-BE49-F238E27FC236}">
                    <a16:creationId xmlns:a16="http://schemas.microsoft.com/office/drawing/2014/main" id="{1F078F63-78C0-4BBE-81E1-ABC00599B730}"/>
                  </a:ext>
                </a:extLst>
              </p:cNvPr>
              <p:cNvCxnSpPr/>
              <p:nvPr/>
            </p:nvCxnSpPr>
            <p:spPr>
              <a:xfrm flipH="1" flipV="1">
                <a:off x="263611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6" name="Straight Connector 835">
                <a:extLst>
                  <a:ext uri="{FF2B5EF4-FFF2-40B4-BE49-F238E27FC236}">
                    <a16:creationId xmlns:a16="http://schemas.microsoft.com/office/drawing/2014/main" id="{B27BF890-768C-4F31-B491-4F7E847E6735}"/>
                  </a:ext>
                </a:extLst>
              </p:cNvPr>
              <p:cNvCxnSpPr/>
              <p:nvPr/>
            </p:nvCxnSpPr>
            <p:spPr>
              <a:xfrm flipH="1" flipV="1">
                <a:off x="296562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7" name="Straight Connector 836">
                <a:extLst>
                  <a:ext uri="{FF2B5EF4-FFF2-40B4-BE49-F238E27FC236}">
                    <a16:creationId xmlns:a16="http://schemas.microsoft.com/office/drawing/2014/main" id="{13C5CDF4-4A4B-47A9-83A6-F6E77AF40C62}"/>
                  </a:ext>
                </a:extLst>
              </p:cNvPr>
              <p:cNvCxnSpPr/>
              <p:nvPr/>
            </p:nvCxnSpPr>
            <p:spPr>
              <a:xfrm flipH="1" flipV="1">
                <a:off x="197708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8" name="Straight Connector 837">
                <a:extLst>
                  <a:ext uri="{FF2B5EF4-FFF2-40B4-BE49-F238E27FC236}">
                    <a16:creationId xmlns:a16="http://schemas.microsoft.com/office/drawing/2014/main" id="{543B6AA4-C53C-4EE8-8EA0-BE3B5759B748}"/>
                  </a:ext>
                </a:extLst>
              </p:cNvPr>
              <p:cNvCxnSpPr/>
              <p:nvPr/>
            </p:nvCxnSpPr>
            <p:spPr>
              <a:xfrm flipH="1" flipV="1">
                <a:off x="230659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9" name="Straight Connector 838">
                <a:extLst>
                  <a:ext uri="{FF2B5EF4-FFF2-40B4-BE49-F238E27FC236}">
                    <a16:creationId xmlns:a16="http://schemas.microsoft.com/office/drawing/2014/main" id="{30ECDC17-842A-4651-8F79-53482293C1AD}"/>
                  </a:ext>
                </a:extLst>
              </p:cNvPr>
              <p:cNvCxnSpPr/>
              <p:nvPr/>
            </p:nvCxnSpPr>
            <p:spPr>
              <a:xfrm flipH="1" flipV="1">
                <a:off x="131805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0" name="Straight Connector 839">
                <a:extLst>
                  <a:ext uri="{FF2B5EF4-FFF2-40B4-BE49-F238E27FC236}">
                    <a16:creationId xmlns:a16="http://schemas.microsoft.com/office/drawing/2014/main" id="{6CDEA0D1-7207-4A2E-8690-2D97EE16411C}"/>
                  </a:ext>
                </a:extLst>
              </p:cNvPr>
              <p:cNvCxnSpPr/>
              <p:nvPr/>
            </p:nvCxnSpPr>
            <p:spPr>
              <a:xfrm flipH="1" flipV="1">
                <a:off x="164756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1" name="Straight Connector 840">
                <a:extLst>
                  <a:ext uri="{FF2B5EF4-FFF2-40B4-BE49-F238E27FC236}">
                    <a16:creationId xmlns:a16="http://schemas.microsoft.com/office/drawing/2014/main" id="{447171EA-65EB-403E-9D79-D2A25318DDF4}"/>
                  </a:ext>
                </a:extLst>
              </p:cNvPr>
              <p:cNvCxnSpPr/>
              <p:nvPr/>
            </p:nvCxnSpPr>
            <p:spPr>
              <a:xfrm flipH="1" flipV="1">
                <a:off x="65902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2" name="Straight Connector 841">
                <a:extLst>
                  <a:ext uri="{FF2B5EF4-FFF2-40B4-BE49-F238E27FC236}">
                    <a16:creationId xmlns:a16="http://schemas.microsoft.com/office/drawing/2014/main" id="{11A73AC6-4D57-447F-AF49-9A8DED55DB3C}"/>
                  </a:ext>
                </a:extLst>
              </p:cNvPr>
              <p:cNvCxnSpPr/>
              <p:nvPr/>
            </p:nvCxnSpPr>
            <p:spPr>
              <a:xfrm flipH="1" flipV="1">
                <a:off x="98854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3" name="Straight Connector 842">
                <a:extLst>
                  <a:ext uri="{FF2B5EF4-FFF2-40B4-BE49-F238E27FC236}">
                    <a16:creationId xmlns:a16="http://schemas.microsoft.com/office/drawing/2014/main" id="{0ECEB3F6-EC08-4D9B-9209-E2EDFB37D50E}"/>
                  </a:ext>
                </a:extLst>
              </p:cNvPr>
              <p:cNvCxnSpPr/>
              <p:nvPr/>
            </p:nvCxnSpPr>
            <p:spPr>
              <a:xfrm flipH="1" flipV="1">
                <a:off x="0"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4" name="Straight Connector 843">
                <a:extLst>
                  <a:ext uri="{FF2B5EF4-FFF2-40B4-BE49-F238E27FC236}">
                    <a16:creationId xmlns:a16="http://schemas.microsoft.com/office/drawing/2014/main" id="{D83D5BC5-FB7F-44AF-98CC-867D34F8081A}"/>
                  </a:ext>
                </a:extLst>
              </p:cNvPr>
              <p:cNvCxnSpPr/>
              <p:nvPr/>
            </p:nvCxnSpPr>
            <p:spPr>
              <a:xfrm flipH="1" flipV="1">
                <a:off x="32951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4" name="Straight Connector 1883">
                <a:extLst>
                  <a:ext uri="{FF2B5EF4-FFF2-40B4-BE49-F238E27FC236}">
                    <a16:creationId xmlns:a16="http://schemas.microsoft.com/office/drawing/2014/main" id="{7DCCF481-4B83-49DD-83B8-9FEE075F7676}"/>
                  </a:ext>
                </a:extLst>
              </p:cNvPr>
              <p:cNvCxnSpPr/>
              <p:nvPr/>
            </p:nvCxnSpPr>
            <p:spPr>
              <a:xfrm>
                <a:off x="12355692"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5" name="Straight Connector 1884">
                <a:extLst>
                  <a:ext uri="{FF2B5EF4-FFF2-40B4-BE49-F238E27FC236}">
                    <a16:creationId xmlns:a16="http://schemas.microsoft.com/office/drawing/2014/main" id="{18CBF373-FFFF-471F-B492-9F56EFA5C78A}"/>
                  </a:ext>
                </a:extLst>
              </p:cNvPr>
              <p:cNvCxnSpPr/>
              <p:nvPr/>
            </p:nvCxnSpPr>
            <p:spPr>
              <a:xfrm>
                <a:off x="12355692"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6" name="Straight Connector 1885">
                <a:extLst>
                  <a:ext uri="{FF2B5EF4-FFF2-40B4-BE49-F238E27FC236}">
                    <a16:creationId xmlns:a16="http://schemas.microsoft.com/office/drawing/2014/main" id="{E68F9435-D080-4457-B603-EADD7AA341ED}"/>
                  </a:ext>
                </a:extLst>
              </p:cNvPr>
              <p:cNvCxnSpPr/>
              <p:nvPr/>
            </p:nvCxnSpPr>
            <p:spPr>
              <a:xfrm>
                <a:off x="12355692"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7" name="Straight Connector 1886">
                <a:extLst>
                  <a:ext uri="{FF2B5EF4-FFF2-40B4-BE49-F238E27FC236}">
                    <a16:creationId xmlns:a16="http://schemas.microsoft.com/office/drawing/2014/main" id="{032447B0-9A58-46EF-9B17-C2790FF516CC}"/>
                  </a:ext>
                </a:extLst>
              </p:cNvPr>
              <p:cNvCxnSpPr/>
              <p:nvPr/>
            </p:nvCxnSpPr>
            <p:spPr>
              <a:xfrm>
                <a:off x="12355692"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8" name="Straight Connector 1887">
                <a:extLst>
                  <a:ext uri="{FF2B5EF4-FFF2-40B4-BE49-F238E27FC236}">
                    <a16:creationId xmlns:a16="http://schemas.microsoft.com/office/drawing/2014/main" id="{6218CD48-A2E5-4193-B033-68524EB33141}"/>
                  </a:ext>
                </a:extLst>
              </p:cNvPr>
              <p:cNvCxnSpPr/>
              <p:nvPr/>
            </p:nvCxnSpPr>
            <p:spPr>
              <a:xfrm>
                <a:off x="12355692"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9" name="Straight Connector 1888">
                <a:extLst>
                  <a:ext uri="{FF2B5EF4-FFF2-40B4-BE49-F238E27FC236}">
                    <a16:creationId xmlns:a16="http://schemas.microsoft.com/office/drawing/2014/main" id="{64C36808-3CA5-4C2E-90BF-B47207466DA4}"/>
                  </a:ext>
                </a:extLst>
              </p:cNvPr>
              <p:cNvCxnSpPr/>
              <p:nvPr/>
            </p:nvCxnSpPr>
            <p:spPr>
              <a:xfrm>
                <a:off x="12355692"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0" name="Straight Connector 1889">
                <a:extLst>
                  <a:ext uri="{FF2B5EF4-FFF2-40B4-BE49-F238E27FC236}">
                    <a16:creationId xmlns:a16="http://schemas.microsoft.com/office/drawing/2014/main" id="{5A6E9B5B-010A-4780-961B-45BDEAFA1FCE}"/>
                  </a:ext>
                </a:extLst>
              </p:cNvPr>
              <p:cNvCxnSpPr/>
              <p:nvPr/>
            </p:nvCxnSpPr>
            <p:spPr>
              <a:xfrm>
                <a:off x="12355692"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1" name="Straight Connector 1890">
                <a:extLst>
                  <a:ext uri="{FF2B5EF4-FFF2-40B4-BE49-F238E27FC236}">
                    <a16:creationId xmlns:a16="http://schemas.microsoft.com/office/drawing/2014/main" id="{455BC4F4-C865-44B2-AB00-8B01C86D70E6}"/>
                  </a:ext>
                </a:extLst>
              </p:cNvPr>
              <p:cNvCxnSpPr/>
              <p:nvPr/>
            </p:nvCxnSpPr>
            <p:spPr>
              <a:xfrm>
                <a:off x="12355692"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2" name="Straight Connector 1891">
                <a:extLst>
                  <a:ext uri="{FF2B5EF4-FFF2-40B4-BE49-F238E27FC236}">
                    <a16:creationId xmlns:a16="http://schemas.microsoft.com/office/drawing/2014/main" id="{8BB82876-4884-4403-89E0-5948E797CB5B}"/>
                  </a:ext>
                </a:extLst>
              </p:cNvPr>
              <p:cNvCxnSpPr/>
              <p:nvPr/>
            </p:nvCxnSpPr>
            <p:spPr>
              <a:xfrm>
                <a:off x="12355692"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3" name="Straight Connector 1892">
                <a:extLst>
                  <a:ext uri="{FF2B5EF4-FFF2-40B4-BE49-F238E27FC236}">
                    <a16:creationId xmlns:a16="http://schemas.microsoft.com/office/drawing/2014/main" id="{C77E13C1-5FC7-46F5-A38F-5BF0BE316B9B}"/>
                  </a:ext>
                </a:extLst>
              </p:cNvPr>
              <p:cNvCxnSpPr/>
              <p:nvPr/>
            </p:nvCxnSpPr>
            <p:spPr>
              <a:xfrm>
                <a:off x="12355692"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4" name="Straight Connector 1893">
                <a:extLst>
                  <a:ext uri="{FF2B5EF4-FFF2-40B4-BE49-F238E27FC236}">
                    <a16:creationId xmlns:a16="http://schemas.microsoft.com/office/drawing/2014/main" id="{76243603-CDED-4A39-BDB9-B685DA1E86A3}"/>
                  </a:ext>
                </a:extLst>
              </p:cNvPr>
              <p:cNvCxnSpPr/>
              <p:nvPr/>
            </p:nvCxnSpPr>
            <p:spPr>
              <a:xfrm>
                <a:off x="12355692"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5" name="Straight Connector 1894">
                <a:extLst>
                  <a:ext uri="{FF2B5EF4-FFF2-40B4-BE49-F238E27FC236}">
                    <a16:creationId xmlns:a16="http://schemas.microsoft.com/office/drawing/2014/main" id="{5B2A8128-10AA-4A8A-9362-E7ED7726B70C}"/>
                  </a:ext>
                </a:extLst>
              </p:cNvPr>
              <p:cNvCxnSpPr/>
              <p:nvPr/>
            </p:nvCxnSpPr>
            <p:spPr>
              <a:xfrm>
                <a:off x="12355692"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6" name="Straight Connector 1895">
                <a:extLst>
                  <a:ext uri="{FF2B5EF4-FFF2-40B4-BE49-F238E27FC236}">
                    <a16:creationId xmlns:a16="http://schemas.microsoft.com/office/drawing/2014/main" id="{A978AD4C-641A-45C9-B3AE-59B971EDFAC6}"/>
                  </a:ext>
                </a:extLst>
              </p:cNvPr>
              <p:cNvCxnSpPr/>
              <p:nvPr/>
            </p:nvCxnSpPr>
            <p:spPr>
              <a:xfrm>
                <a:off x="12355692"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7" name="Straight Connector 1896">
                <a:extLst>
                  <a:ext uri="{FF2B5EF4-FFF2-40B4-BE49-F238E27FC236}">
                    <a16:creationId xmlns:a16="http://schemas.microsoft.com/office/drawing/2014/main" id="{FBD49316-306F-4CA9-82E0-CA1C990DB314}"/>
                  </a:ext>
                </a:extLst>
              </p:cNvPr>
              <p:cNvCxnSpPr/>
              <p:nvPr/>
            </p:nvCxnSpPr>
            <p:spPr>
              <a:xfrm>
                <a:off x="12355692"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9" name="Straight Connector 1898">
                <a:extLst>
                  <a:ext uri="{FF2B5EF4-FFF2-40B4-BE49-F238E27FC236}">
                    <a16:creationId xmlns:a16="http://schemas.microsoft.com/office/drawing/2014/main" id="{37C66047-97D4-44B1-81EB-D15BED5DDE50}"/>
                  </a:ext>
                </a:extLst>
              </p:cNvPr>
              <p:cNvCxnSpPr/>
              <p:nvPr/>
            </p:nvCxnSpPr>
            <p:spPr>
              <a:xfrm>
                <a:off x="12355692"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0" name="Straight Connector 1899">
                <a:extLst>
                  <a:ext uri="{FF2B5EF4-FFF2-40B4-BE49-F238E27FC236}">
                    <a16:creationId xmlns:a16="http://schemas.microsoft.com/office/drawing/2014/main" id="{EDEE9B5F-4198-4FFD-87EF-ED0C68469DB4}"/>
                  </a:ext>
                </a:extLst>
              </p:cNvPr>
              <p:cNvCxnSpPr/>
              <p:nvPr/>
            </p:nvCxnSpPr>
            <p:spPr>
              <a:xfrm>
                <a:off x="12355692"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1" name="Straight Connector 1900">
                <a:extLst>
                  <a:ext uri="{FF2B5EF4-FFF2-40B4-BE49-F238E27FC236}">
                    <a16:creationId xmlns:a16="http://schemas.microsoft.com/office/drawing/2014/main" id="{97ECF772-DEA1-40E3-BFDB-E51697A425D0}"/>
                  </a:ext>
                </a:extLst>
              </p:cNvPr>
              <p:cNvCxnSpPr/>
              <p:nvPr/>
            </p:nvCxnSpPr>
            <p:spPr>
              <a:xfrm>
                <a:off x="12355692"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2" name="Straight Connector 1901">
                <a:extLst>
                  <a:ext uri="{FF2B5EF4-FFF2-40B4-BE49-F238E27FC236}">
                    <a16:creationId xmlns:a16="http://schemas.microsoft.com/office/drawing/2014/main" id="{BD1D36AA-35E5-4293-B351-3DF089A44C02}"/>
                  </a:ext>
                </a:extLst>
              </p:cNvPr>
              <p:cNvCxnSpPr/>
              <p:nvPr/>
            </p:nvCxnSpPr>
            <p:spPr>
              <a:xfrm>
                <a:off x="12355692"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3" name="Straight Connector 1902">
                <a:extLst>
                  <a:ext uri="{FF2B5EF4-FFF2-40B4-BE49-F238E27FC236}">
                    <a16:creationId xmlns:a16="http://schemas.microsoft.com/office/drawing/2014/main" id="{09194D05-1C9E-4D15-8B40-4076083BB5DC}"/>
                  </a:ext>
                </a:extLst>
              </p:cNvPr>
              <p:cNvCxnSpPr/>
              <p:nvPr/>
            </p:nvCxnSpPr>
            <p:spPr>
              <a:xfrm>
                <a:off x="12355692"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4" name="Straight Connector 1903">
                <a:extLst>
                  <a:ext uri="{FF2B5EF4-FFF2-40B4-BE49-F238E27FC236}">
                    <a16:creationId xmlns:a16="http://schemas.microsoft.com/office/drawing/2014/main" id="{C590795A-B842-403A-BF47-FA39EEDB5D95}"/>
                  </a:ext>
                </a:extLst>
              </p:cNvPr>
              <p:cNvCxnSpPr/>
              <p:nvPr/>
            </p:nvCxnSpPr>
            <p:spPr>
              <a:xfrm>
                <a:off x="12355692"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5" name="Straight Connector 1904">
                <a:extLst>
                  <a:ext uri="{FF2B5EF4-FFF2-40B4-BE49-F238E27FC236}">
                    <a16:creationId xmlns:a16="http://schemas.microsoft.com/office/drawing/2014/main" id="{19285929-1B30-43E3-9B71-9D76E5A843AA}"/>
                  </a:ext>
                </a:extLst>
              </p:cNvPr>
              <p:cNvCxnSpPr/>
              <p:nvPr/>
            </p:nvCxnSpPr>
            <p:spPr>
              <a:xfrm>
                <a:off x="12355692"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2" name="Straight Connector 2091">
                <a:extLst>
                  <a:ext uri="{FF2B5EF4-FFF2-40B4-BE49-F238E27FC236}">
                    <a16:creationId xmlns:a16="http://schemas.microsoft.com/office/drawing/2014/main" id="{18955715-BE40-407F-8E29-AC978F520BFD}"/>
                  </a:ext>
                </a:extLst>
              </p:cNvPr>
              <p:cNvCxnSpPr/>
              <p:nvPr userDrawn="1"/>
            </p:nvCxnSpPr>
            <p:spPr>
              <a:xfrm flipH="1" flipV="1">
                <a:off x="1186250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3" name="Straight Connector 2092">
                <a:extLst>
                  <a:ext uri="{FF2B5EF4-FFF2-40B4-BE49-F238E27FC236}">
                    <a16:creationId xmlns:a16="http://schemas.microsoft.com/office/drawing/2014/main" id="{5638E2CC-1302-4B4E-8CB7-E6E75197EED1}"/>
                  </a:ext>
                </a:extLst>
              </p:cNvPr>
              <p:cNvCxnSpPr/>
              <p:nvPr userDrawn="1"/>
            </p:nvCxnSpPr>
            <p:spPr>
              <a:xfrm flipH="1" flipV="1">
                <a:off x="1219201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4" name="Straight Connector 2093">
                <a:extLst>
                  <a:ext uri="{FF2B5EF4-FFF2-40B4-BE49-F238E27FC236}">
                    <a16:creationId xmlns:a16="http://schemas.microsoft.com/office/drawing/2014/main" id="{5E6D3FA3-7D69-4381-82C8-6EE5806A8F4D}"/>
                  </a:ext>
                </a:extLst>
              </p:cNvPr>
              <p:cNvCxnSpPr/>
              <p:nvPr userDrawn="1"/>
            </p:nvCxnSpPr>
            <p:spPr>
              <a:xfrm flipH="1" flipV="1">
                <a:off x="1120347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5" name="Straight Connector 2094">
                <a:extLst>
                  <a:ext uri="{FF2B5EF4-FFF2-40B4-BE49-F238E27FC236}">
                    <a16:creationId xmlns:a16="http://schemas.microsoft.com/office/drawing/2014/main" id="{88D3BC91-170B-4944-82FE-C6537FCEDCE5}"/>
                  </a:ext>
                </a:extLst>
              </p:cNvPr>
              <p:cNvCxnSpPr/>
              <p:nvPr userDrawn="1"/>
            </p:nvCxnSpPr>
            <p:spPr>
              <a:xfrm flipH="1" flipV="1">
                <a:off x="1153298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6" name="Straight Connector 2095">
                <a:extLst>
                  <a:ext uri="{FF2B5EF4-FFF2-40B4-BE49-F238E27FC236}">
                    <a16:creationId xmlns:a16="http://schemas.microsoft.com/office/drawing/2014/main" id="{7154F9DC-E9CA-4FB6-9A29-2054090C74EC}"/>
                  </a:ext>
                </a:extLst>
              </p:cNvPr>
              <p:cNvCxnSpPr/>
              <p:nvPr userDrawn="1"/>
            </p:nvCxnSpPr>
            <p:spPr>
              <a:xfrm flipH="1" flipV="1">
                <a:off x="1054444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7" name="Straight Connector 2096">
                <a:extLst>
                  <a:ext uri="{FF2B5EF4-FFF2-40B4-BE49-F238E27FC236}">
                    <a16:creationId xmlns:a16="http://schemas.microsoft.com/office/drawing/2014/main" id="{42CC8AC6-600C-4B77-AD8B-466BCE26A6C1}"/>
                  </a:ext>
                </a:extLst>
              </p:cNvPr>
              <p:cNvCxnSpPr/>
              <p:nvPr userDrawn="1"/>
            </p:nvCxnSpPr>
            <p:spPr>
              <a:xfrm flipH="1" flipV="1">
                <a:off x="1087396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8" name="Straight Connector 2097">
                <a:extLst>
                  <a:ext uri="{FF2B5EF4-FFF2-40B4-BE49-F238E27FC236}">
                    <a16:creationId xmlns:a16="http://schemas.microsoft.com/office/drawing/2014/main" id="{2E2A4CE9-8101-4A20-9DAD-69474F75CE04}"/>
                  </a:ext>
                </a:extLst>
              </p:cNvPr>
              <p:cNvCxnSpPr/>
              <p:nvPr userDrawn="1"/>
            </p:nvCxnSpPr>
            <p:spPr>
              <a:xfrm flipH="1" flipV="1">
                <a:off x="988541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9" name="Straight Connector 2098">
                <a:extLst>
                  <a:ext uri="{FF2B5EF4-FFF2-40B4-BE49-F238E27FC236}">
                    <a16:creationId xmlns:a16="http://schemas.microsoft.com/office/drawing/2014/main" id="{32752D81-C2BC-4FED-A471-0D8EC660E2C3}"/>
                  </a:ext>
                </a:extLst>
              </p:cNvPr>
              <p:cNvCxnSpPr/>
              <p:nvPr userDrawn="1"/>
            </p:nvCxnSpPr>
            <p:spPr>
              <a:xfrm flipH="1" flipV="1">
                <a:off x="1021493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0" name="Straight Connector 2099">
                <a:extLst>
                  <a:ext uri="{FF2B5EF4-FFF2-40B4-BE49-F238E27FC236}">
                    <a16:creationId xmlns:a16="http://schemas.microsoft.com/office/drawing/2014/main" id="{CC1234EC-92F9-4C9A-9D17-BCE595C17B1A}"/>
                  </a:ext>
                </a:extLst>
              </p:cNvPr>
              <p:cNvCxnSpPr/>
              <p:nvPr userDrawn="1"/>
            </p:nvCxnSpPr>
            <p:spPr>
              <a:xfrm flipH="1" flipV="1">
                <a:off x="922639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1" name="Straight Connector 2100">
                <a:extLst>
                  <a:ext uri="{FF2B5EF4-FFF2-40B4-BE49-F238E27FC236}">
                    <a16:creationId xmlns:a16="http://schemas.microsoft.com/office/drawing/2014/main" id="{1BC8A546-E995-4E23-8D85-FEBEF1B8B4BB}"/>
                  </a:ext>
                </a:extLst>
              </p:cNvPr>
              <p:cNvCxnSpPr/>
              <p:nvPr userDrawn="1"/>
            </p:nvCxnSpPr>
            <p:spPr>
              <a:xfrm flipH="1" flipV="1">
                <a:off x="955590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2" name="Straight Connector 2101">
                <a:extLst>
                  <a:ext uri="{FF2B5EF4-FFF2-40B4-BE49-F238E27FC236}">
                    <a16:creationId xmlns:a16="http://schemas.microsoft.com/office/drawing/2014/main" id="{57733B90-9D75-4030-A3A5-818E2AB1D53F}"/>
                  </a:ext>
                </a:extLst>
              </p:cNvPr>
              <p:cNvCxnSpPr/>
              <p:nvPr userDrawn="1"/>
            </p:nvCxnSpPr>
            <p:spPr>
              <a:xfrm flipH="1" flipV="1">
                <a:off x="856736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3" name="Straight Connector 2102">
                <a:extLst>
                  <a:ext uri="{FF2B5EF4-FFF2-40B4-BE49-F238E27FC236}">
                    <a16:creationId xmlns:a16="http://schemas.microsoft.com/office/drawing/2014/main" id="{E9EB7894-0DE4-4276-9991-2625FF673EC3}"/>
                  </a:ext>
                </a:extLst>
              </p:cNvPr>
              <p:cNvCxnSpPr/>
              <p:nvPr userDrawn="1"/>
            </p:nvCxnSpPr>
            <p:spPr>
              <a:xfrm flipH="1" flipV="1">
                <a:off x="889687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4" name="Straight Connector 2103">
                <a:extLst>
                  <a:ext uri="{FF2B5EF4-FFF2-40B4-BE49-F238E27FC236}">
                    <a16:creationId xmlns:a16="http://schemas.microsoft.com/office/drawing/2014/main" id="{B729F981-201D-4A68-8485-8DEC52F62E61}"/>
                  </a:ext>
                </a:extLst>
              </p:cNvPr>
              <p:cNvCxnSpPr/>
              <p:nvPr userDrawn="1"/>
            </p:nvCxnSpPr>
            <p:spPr>
              <a:xfrm flipH="1" flipV="1">
                <a:off x="790833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5" name="Straight Connector 2104">
                <a:extLst>
                  <a:ext uri="{FF2B5EF4-FFF2-40B4-BE49-F238E27FC236}">
                    <a16:creationId xmlns:a16="http://schemas.microsoft.com/office/drawing/2014/main" id="{68C875F6-9F9B-4268-BCD1-0EAEEAF16F9C}"/>
                  </a:ext>
                </a:extLst>
              </p:cNvPr>
              <p:cNvCxnSpPr/>
              <p:nvPr userDrawn="1"/>
            </p:nvCxnSpPr>
            <p:spPr>
              <a:xfrm flipH="1" flipV="1">
                <a:off x="823784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6" name="Straight Connector 2105">
                <a:extLst>
                  <a:ext uri="{FF2B5EF4-FFF2-40B4-BE49-F238E27FC236}">
                    <a16:creationId xmlns:a16="http://schemas.microsoft.com/office/drawing/2014/main" id="{49182ECF-19FD-4540-AE84-90DA119FE625}"/>
                  </a:ext>
                </a:extLst>
              </p:cNvPr>
              <p:cNvCxnSpPr/>
              <p:nvPr userDrawn="1"/>
            </p:nvCxnSpPr>
            <p:spPr>
              <a:xfrm flipH="1" flipV="1">
                <a:off x="724930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7" name="Straight Connector 2106">
                <a:extLst>
                  <a:ext uri="{FF2B5EF4-FFF2-40B4-BE49-F238E27FC236}">
                    <a16:creationId xmlns:a16="http://schemas.microsoft.com/office/drawing/2014/main" id="{67D375AF-52AB-4F3B-9764-C16383B7093D}"/>
                  </a:ext>
                </a:extLst>
              </p:cNvPr>
              <p:cNvCxnSpPr/>
              <p:nvPr userDrawn="1"/>
            </p:nvCxnSpPr>
            <p:spPr>
              <a:xfrm flipH="1" flipV="1">
                <a:off x="757882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8" name="Straight Connector 2107">
                <a:extLst>
                  <a:ext uri="{FF2B5EF4-FFF2-40B4-BE49-F238E27FC236}">
                    <a16:creationId xmlns:a16="http://schemas.microsoft.com/office/drawing/2014/main" id="{877BC8F1-8106-499A-B32A-E6A88CA2718B}"/>
                  </a:ext>
                </a:extLst>
              </p:cNvPr>
              <p:cNvCxnSpPr/>
              <p:nvPr userDrawn="1"/>
            </p:nvCxnSpPr>
            <p:spPr>
              <a:xfrm flipH="1" flipV="1">
                <a:off x="659027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9" name="Straight Connector 2108">
                <a:extLst>
                  <a:ext uri="{FF2B5EF4-FFF2-40B4-BE49-F238E27FC236}">
                    <a16:creationId xmlns:a16="http://schemas.microsoft.com/office/drawing/2014/main" id="{1ABA91D5-02CB-48E9-AFC6-D648F9858D61}"/>
                  </a:ext>
                </a:extLst>
              </p:cNvPr>
              <p:cNvCxnSpPr/>
              <p:nvPr userDrawn="1"/>
            </p:nvCxnSpPr>
            <p:spPr>
              <a:xfrm flipH="1" flipV="1">
                <a:off x="691979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0" name="Straight Connector 2109">
                <a:extLst>
                  <a:ext uri="{FF2B5EF4-FFF2-40B4-BE49-F238E27FC236}">
                    <a16:creationId xmlns:a16="http://schemas.microsoft.com/office/drawing/2014/main" id="{187480F7-5D56-47DC-8159-3C927A11B8F5}"/>
                  </a:ext>
                </a:extLst>
              </p:cNvPr>
              <p:cNvCxnSpPr/>
              <p:nvPr userDrawn="1"/>
            </p:nvCxnSpPr>
            <p:spPr>
              <a:xfrm flipH="1" flipV="1">
                <a:off x="593125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1" name="Straight Connector 2110">
                <a:extLst>
                  <a:ext uri="{FF2B5EF4-FFF2-40B4-BE49-F238E27FC236}">
                    <a16:creationId xmlns:a16="http://schemas.microsoft.com/office/drawing/2014/main" id="{77A69EF4-3281-4A63-8BA9-5BB34F66857A}"/>
                  </a:ext>
                </a:extLst>
              </p:cNvPr>
              <p:cNvCxnSpPr/>
              <p:nvPr userDrawn="1"/>
            </p:nvCxnSpPr>
            <p:spPr>
              <a:xfrm flipH="1" flipV="1">
                <a:off x="626076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2" name="Straight Connector 2111">
                <a:extLst>
                  <a:ext uri="{FF2B5EF4-FFF2-40B4-BE49-F238E27FC236}">
                    <a16:creationId xmlns:a16="http://schemas.microsoft.com/office/drawing/2014/main" id="{39F765CF-D877-4E6C-8BD0-4688625623CE}"/>
                  </a:ext>
                </a:extLst>
              </p:cNvPr>
              <p:cNvCxnSpPr/>
              <p:nvPr userDrawn="1"/>
            </p:nvCxnSpPr>
            <p:spPr>
              <a:xfrm flipH="1" flipV="1">
                <a:off x="527222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3" name="Straight Connector 2112">
                <a:extLst>
                  <a:ext uri="{FF2B5EF4-FFF2-40B4-BE49-F238E27FC236}">
                    <a16:creationId xmlns:a16="http://schemas.microsoft.com/office/drawing/2014/main" id="{A159A1EA-9975-4CEF-9740-B976438CB8A4}"/>
                  </a:ext>
                </a:extLst>
              </p:cNvPr>
              <p:cNvCxnSpPr/>
              <p:nvPr userDrawn="1"/>
            </p:nvCxnSpPr>
            <p:spPr>
              <a:xfrm flipH="1" flipV="1">
                <a:off x="560173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4" name="Straight Connector 2113">
                <a:extLst>
                  <a:ext uri="{FF2B5EF4-FFF2-40B4-BE49-F238E27FC236}">
                    <a16:creationId xmlns:a16="http://schemas.microsoft.com/office/drawing/2014/main" id="{5BD5C484-36E6-4C93-B2E2-4DE58CD754FD}"/>
                  </a:ext>
                </a:extLst>
              </p:cNvPr>
              <p:cNvCxnSpPr/>
              <p:nvPr userDrawn="1"/>
            </p:nvCxnSpPr>
            <p:spPr>
              <a:xfrm flipH="1" flipV="1">
                <a:off x="461319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5" name="Straight Connector 2114">
                <a:extLst>
                  <a:ext uri="{FF2B5EF4-FFF2-40B4-BE49-F238E27FC236}">
                    <a16:creationId xmlns:a16="http://schemas.microsoft.com/office/drawing/2014/main" id="{5AA32D50-6D4D-4163-8E85-A8902ABA7916}"/>
                  </a:ext>
                </a:extLst>
              </p:cNvPr>
              <p:cNvCxnSpPr/>
              <p:nvPr userDrawn="1"/>
            </p:nvCxnSpPr>
            <p:spPr>
              <a:xfrm flipH="1" flipV="1">
                <a:off x="494270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6" name="Straight Connector 2115">
                <a:extLst>
                  <a:ext uri="{FF2B5EF4-FFF2-40B4-BE49-F238E27FC236}">
                    <a16:creationId xmlns:a16="http://schemas.microsoft.com/office/drawing/2014/main" id="{6DCC40B9-BD3D-4450-A249-8B987B5DCB6E}"/>
                  </a:ext>
                </a:extLst>
              </p:cNvPr>
              <p:cNvCxnSpPr/>
              <p:nvPr userDrawn="1"/>
            </p:nvCxnSpPr>
            <p:spPr>
              <a:xfrm flipH="1" flipV="1">
                <a:off x="395416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7" name="Straight Connector 2116">
                <a:extLst>
                  <a:ext uri="{FF2B5EF4-FFF2-40B4-BE49-F238E27FC236}">
                    <a16:creationId xmlns:a16="http://schemas.microsoft.com/office/drawing/2014/main" id="{89A7B52C-4AD1-45CC-9C19-1E7E5F245D10}"/>
                  </a:ext>
                </a:extLst>
              </p:cNvPr>
              <p:cNvCxnSpPr/>
              <p:nvPr userDrawn="1"/>
            </p:nvCxnSpPr>
            <p:spPr>
              <a:xfrm flipH="1" flipV="1">
                <a:off x="428368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8" name="Straight Connector 2117">
                <a:extLst>
                  <a:ext uri="{FF2B5EF4-FFF2-40B4-BE49-F238E27FC236}">
                    <a16:creationId xmlns:a16="http://schemas.microsoft.com/office/drawing/2014/main" id="{DEC05E5E-3D4B-4389-B071-5516A1A7F16F}"/>
                  </a:ext>
                </a:extLst>
              </p:cNvPr>
              <p:cNvCxnSpPr/>
              <p:nvPr userDrawn="1"/>
            </p:nvCxnSpPr>
            <p:spPr>
              <a:xfrm flipH="1" flipV="1">
                <a:off x="329513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9" name="Straight Connector 2118">
                <a:extLst>
                  <a:ext uri="{FF2B5EF4-FFF2-40B4-BE49-F238E27FC236}">
                    <a16:creationId xmlns:a16="http://schemas.microsoft.com/office/drawing/2014/main" id="{B835C85E-0FC9-475E-A20F-3EA2E027E444}"/>
                  </a:ext>
                </a:extLst>
              </p:cNvPr>
              <p:cNvCxnSpPr/>
              <p:nvPr userDrawn="1"/>
            </p:nvCxnSpPr>
            <p:spPr>
              <a:xfrm flipH="1" flipV="1">
                <a:off x="362465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0" name="Straight Connector 2119">
                <a:extLst>
                  <a:ext uri="{FF2B5EF4-FFF2-40B4-BE49-F238E27FC236}">
                    <a16:creationId xmlns:a16="http://schemas.microsoft.com/office/drawing/2014/main" id="{7B6D0C7C-1910-42C4-931C-8B0E0D50F48D}"/>
                  </a:ext>
                </a:extLst>
              </p:cNvPr>
              <p:cNvCxnSpPr/>
              <p:nvPr userDrawn="1"/>
            </p:nvCxnSpPr>
            <p:spPr>
              <a:xfrm flipH="1" flipV="1">
                <a:off x="263611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1" name="Straight Connector 2120">
                <a:extLst>
                  <a:ext uri="{FF2B5EF4-FFF2-40B4-BE49-F238E27FC236}">
                    <a16:creationId xmlns:a16="http://schemas.microsoft.com/office/drawing/2014/main" id="{21278BB2-F644-46A5-8D69-879E4155CB9E}"/>
                  </a:ext>
                </a:extLst>
              </p:cNvPr>
              <p:cNvCxnSpPr/>
              <p:nvPr userDrawn="1"/>
            </p:nvCxnSpPr>
            <p:spPr>
              <a:xfrm flipH="1" flipV="1">
                <a:off x="296562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2" name="Straight Connector 2121">
                <a:extLst>
                  <a:ext uri="{FF2B5EF4-FFF2-40B4-BE49-F238E27FC236}">
                    <a16:creationId xmlns:a16="http://schemas.microsoft.com/office/drawing/2014/main" id="{A21BBD2C-6258-4A19-BB5C-5FF47112C4A5}"/>
                  </a:ext>
                </a:extLst>
              </p:cNvPr>
              <p:cNvCxnSpPr/>
              <p:nvPr userDrawn="1"/>
            </p:nvCxnSpPr>
            <p:spPr>
              <a:xfrm flipH="1" flipV="1">
                <a:off x="197708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3" name="Straight Connector 2122">
                <a:extLst>
                  <a:ext uri="{FF2B5EF4-FFF2-40B4-BE49-F238E27FC236}">
                    <a16:creationId xmlns:a16="http://schemas.microsoft.com/office/drawing/2014/main" id="{48116147-B980-486E-AF28-3CCFE568C1E3}"/>
                  </a:ext>
                </a:extLst>
              </p:cNvPr>
              <p:cNvCxnSpPr/>
              <p:nvPr userDrawn="1"/>
            </p:nvCxnSpPr>
            <p:spPr>
              <a:xfrm flipH="1" flipV="1">
                <a:off x="230659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4" name="Straight Connector 2123">
                <a:extLst>
                  <a:ext uri="{FF2B5EF4-FFF2-40B4-BE49-F238E27FC236}">
                    <a16:creationId xmlns:a16="http://schemas.microsoft.com/office/drawing/2014/main" id="{700800A8-572C-445C-87F6-C9F8F63FC1AE}"/>
                  </a:ext>
                </a:extLst>
              </p:cNvPr>
              <p:cNvCxnSpPr/>
              <p:nvPr userDrawn="1"/>
            </p:nvCxnSpPr>
            <p:spPr>
              <a:xfrm flipH="1" flipV="1">
                <a:off x="131805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5" name="Straight Connector 2124">
                <a:extLst>
                  <a:ext uri="{FF2B5EF4-FFF2-40B4-BE49-F238E27FC236}">
                    <a16:creationId xmlns:a16="http://schemas.microsoft.com/office/drawing/2014/main" id="{B05BC7E7-AD65-4241-9D62-F84F492B3E88}"/>
                  </a:ext>
                </a:extLst>
              </p:cNvPr>
              <p:cNvCxnSpPr/>
              <p:nvPr userDrawn="1"/>
            </p:nvCxnSpPr>
            <p:spPr>
              <a:xfrm flipH="1" flipV="1">
                <a:off x="164756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6" name="Straight Connector 2125">
                <a:extLst>
                  <a:ext uri="{FF2B5EF4-FFF2-40B4-BE49-F238E27FC236}">
                    <a16:creationId xmlns:a16="http://schemas.microsoft.com/office/drawing/2014/main" id="{C345A2B3-B095-4911-9931-8FE4BA1568DF}"/>
                  </a:ext>
                </a:extLst>
              </p:cNvPr>
              <p:cNvCxnSpPr/>
              <p:nvPr userDrawn="1"/>
            </p:nvCxnSpPr>
            <p:spPr>
              <a:xfrm flipH="1" flipV="1">
                <a:off x="65902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7" name="Straight Connector 2126">
                <a:extLst>
                  <a:ext uri="{FF2B5EF4-FFF2-40B4-BE49-F238E27FC236}">
                    <a16:creationId xmlns:a16="http://schemas.microsoft.com/office/drawing/2014/main" id="{EFFD2F0B-C60B-4858-A70D-7869E9228341}"/>
                  </a:ext>
                </a:extLst>
              </p:cNvPr>
              <p:cNvCxnSpPr/>
              <p:nvPr userDrawn="1"/>
            </p:nvCxnSpPr>
            <p:spPr>
              <a:xfrm flipH="1" flipV="1">
                <a:off x="98854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8" name="Straight Connector 2127">
                <a:extLst>
                  <a:ext uri="{FF2B5EF4-FFF2-40B4-BE49-F238E27FC236}">
                    <a16:creationId xmlns:a16="http://schemas.microsoft.com/office/drawing/2014/main" id="{9C4F4319-8E5B-491E-8A16-E420FB9BF300}"/>
                  </a:ext>
                </a:extLst>
              </p:cNvPr>
              <p:cNvCxnSpPr/>
              <p:nvPr userDrawn="1"/>
            </p:nvCxnSpPr>
            <p:spPr>
              <a:xfrm flipH="1" flipV="1">
                <a:off x="0"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9" name="Straight Connector 2128">
                <a:extLst>
                  <a:ext uri="{FF2B5EF4-FFF2-40B4-BE49-F238E27FC236}">
                    <a16:creationId xmlns:a16="http://schemas.microsoft.com/office/drawing/2014/main" id="{FFB34A7A-6794-45FC-9163-FF8C69C3C72F}"/>
                  </a:ext>
                </a:extLst>
              </p:cNvPr>
              <p:cNvCxnSpPr/>
              <p:nvPr userDrawn="1"/>
            </p:nvCxnSpPr>
            <p:spPr>
              <a:xfrm flipH="1" flipV="1">
                <a:off x="32951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userDrawn="1">
            <p:ph type="title"/>
          </p:nvPr>
        </p:nvSpPr>
        <p:spPr bwMode="auto">
          <a:xfrm>
            <a:off x="659008" y="325235"/>
            <a:ext cx="10873955" cy="817244"/>
          </a:xfrm>
          <a:prstGeom prst="rect">
            <a:avLst/>
          </a:prstGeom>
        </p:spPr>
        <p:txBody>
          <a:bodyPr vert="horz" lIns="0" tIns="0" rIns="0" bIns="0" rtlCol="0" anchor="t" anchorCtr="0">
            <a:noAutofit/>
          </a:bodyPr>
          <a:lstStyle/>
          <a:p>
            <a:r>
              <a:rPr lang="en-GB" noProof="0"/>
              <a:t>Click to edit </a:t>
            </a:r>
            <a:br>
              <a:rPr lang="en-GB" noProof="0"/>
            </a:br>
            <a:r>
              <a:rPr lang="en-GB" noProof="0"/>
              <a:t>Master title style</a:t>
            </a:r>
          </a:p>
        </p:txBody>
      </p:sp>
      <p:sp>
        <p:nvSpPr>
          <p:cNvPr id="3" name="Text Placeholder 2"/>
          <p:cNvSpPr>
            <a:spLocks noGrp="1"/>
          </p:cNvSpPr>
          <p:nvPr userDrawn="1">
            <p:ph type="body" idx="1"/>
          </p:nvPr>
        </p:nvSpPr>
        <p:spPr bwMode="auto">
          <a:xfrm>
            <a:off x="659008" y="1141197"/>
            <a:ext cx="10873955" cy="5142128"/>
          </a:xfrm>
          <a:prstGeom prst="rect">
            <a:avLst/>
          </a:prstGeom>
        </p:spPr>
        <p:txBody>
          <a:bodyPr vert="horz" lIns="0" tIns="0" rIns="0" bIns="0" rtlCol="0">
            <a:noAutofit/>
          </a:body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1" name="Slide Number Placeholder 5"/>
          <p:cNvSpPr>
            <a:spLocks noGrp="1"/>
          </p:cNvSpPr>
          <p:nvPr userDrawn="1">
            <p:ph type="sldNum" sz="quarter" idx="4"/>
          </p:nvPr>
        </p:nvSpPr>
        <p:spPr bwMode="gray">
          <a:xfrm>
            <a:off x="11037663" y="6403940"/>
            <a:ext cx="495300" cy="188119"/>
          </a:xfrm>
          <a:prstGeom prst="rect">
            <a:avLst/>
          </a:prstGeom>
        </p:spPr>
        <p:txBody>
          <a:bodyPr vert="horz" lIns="0" tIns="0" rIns="0" bIns="0" rtlCol="0" anchor="ctr"/>
          <a:lstStyle>
            <a:lvl1pPr algn="r">
              <a:defRPr sz="1000" b="0" i="0">
                <a:solidFill>
                  <a:schemeClr val="tx1"/>
                </a:solidFill>
              </a:defRPr>
            </a:lvl1pPr>
          </a:lstStyle>
          <a:p>
            <a:fld id="{DDD2A080-DA64-4F5C-9131-47EB793B4410}" type="slidenum">
              <a:rPr lang="en-GB" smtClean="0"/>
              <a:pPr/>
              <a:t>‹#›</a:t>
            </a:fld>
            <a:endParaRPr lang="en-GB"/>
          </a:p>
        </p:txBody>
      </p:sp>
      <p:sp>
        <p:nvSpPr>
          <p:cNvPr id="5" name="Footer Placeholder 4">
            <a:extLst>
              <a:ext uri="{FF2B5EF4-FFF2-40B4-BE49-F238E27FC236}">
                <a16:creationId xmlns:a16="http://schemas.microsoft.com/office/drawing/2014/main" id="{23CCD4DD-CD62-41D2-B52A-25AF9A5EF44A}"/>
              </a:ext>
            </a:extLst>
          </p:cNvPr>
          <p:cNvSpPr>
            <a:spLocks noGrp="1"/>
          </p:cNvSpPr>
          <p:nvPr userDrawn="1">
            <p:ph type="ftr" sz="quarter" idx="3"/>
          </p:nvPr>
        </p:nvSpPr>
        <p:spPr>
          <a:xfrm>
            <a:off x="659007" y="6403940"/>
            <a:ext cx="8896889" cy="187200"/>
          </a:xfrm>
          <a:prstGeom prst="rect">
            <a:avLst/>
          </a:prstGeom>
        </p:spPr>
        <p:txBody>
          <a:bodyPr vert="horz" lIns="0" tIns="0" rIns="0" bIns="0" rtlCol="0" anchor="ctr">
            <a:noAutofit/>
          </a:bodyPr>
          <a:lstStyle>
            <a:lvl1pPr algn="l">
              <a:defRPr lang="en-US" sz="900" smtClean="0"/>
            </a:lvl1pPr>
          </a:lstStyle>
          <a:p>
            <a:endParaRPr lang="en-GB" noProof="0"/>
          </a:p>
        </p:txBody>
      </p:sp>
    </p:spTree>
    <p:extLst>
      <p:ext uri="{BB962C8B-B14F-4D97-AF65-F5344CB8AC3E}">
        <p14:creationId xmlns:p14="http://schemas.microsoft.com/office/powerpoint/2010/main" val="2045424827"/>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 id="2147483922" r:id="rId12"/>
    <p:sldLayoutId id="2147483923" r:id="rId13"/>
    <p:sldLayoutId id="2147483924" r:id="rId14"/>
    <p:sldLayoutId id="2147483925" r:id="rId15"/>
    <p:sldLayoutId id="2147483926" r:id="rId16"/>
    <p:sldLayoutId id="2147483927" r:id="rId17"/>
    <p:sldLayoutId id="2147483928" r:id="rId18"/>
    <p:sldLayoutId id="2147483929" r:id="rId19"/>
    <p:sldLayoutId id="2147483930" r:id="rId20"/>
    <p:sldLayoutId id="2147483931" r:id="rId21"/>
    <p:sldLayoutId id="2147483932" r:id="rId22"/>
    <p:sldLayoutId id="2147483933" r:id="rId23"/>
    <p:sldLayoutId id="2147483934" r:id="rId24"/>
    <p:sldLayoutId id="2147483935" r:id="rId25"/>
    <p:sldLayoutId id="2147483936" r:id="rId26"/>
    <p:sldLayoutId id="2147483937" r:id="rId27"/>
    <p:sldLayoutId id="2147483938" r:id="rId28"/>
    <p:sldLayoutId id="2147483939" r:id="rId29"/>
    <p:sldLayoutId id="2147483940" r:id="rId30"/>
    <p:sldLayoutId id="2147483941" r:id="rId31"/>
    <p:sldLayoutId id="2147483942" r:id="rId32"/>
    <p:sldLayoutId id="2147483943" r:id="rId33"/>
    <p:sldLayoutId id="2147483944" r:id="rId34"/>
    <p:sldLayoutId id="2147483945" r:id="rId35"/>
    <p:sldLayoutId id="2147483946" r:id="rId36"/>
    <p:sldLayoutId id="2147483947" r:id="rId37"/>
    <p:sldLayoutId id="2147483948" r:id="rId38"/>
  </p:sldLayoutIdLst>
  <p:hf hdr="0" ftr="0" dt="0"/>
  <p:txStyles>
    <p:title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p:titleStyle>
    <p:bodyStyle>
      <a:lvl1pPr marL="0" indent="0" algn="l" defTabSz="914400" rtl="0" eaLnBrk="1" latinLnBrk="0" hangingPunct="1">
        <a:lnSpc>
          <a:spcPct val="90000"/>
        </a:lnSpc>
        <a:spcBef>
          <a:spcPts val="0"/>
        </a:spcBef>
        <a:spcAft>
          <a:spcPts val="300"/>
        </a:spcAft>
        <a:buFont typeface="Arial" panose="020B0604020202020204" pitchFamily="34" charset="0"/>
        <a:buNone/>
        <a:defRPr sz="2000" b="0" kern="1200" baseline="0">
          <a:solidFill>
            <a:schemeClr val="tx1"/>
          </a:solidFill>
          <a:latin typeface="+mn-lt"/>
          <a:ea typeface="+mn-ea"/>
          <a:cs typeface="ING Me" pitchFamily="2" charset="0"/>
        </a:defRPr>
      </a:lvl1pPr>
      <a:lvl2pPr marL="180000" indent="-180000" algn="l" defTabSz="914400" rtl="0" eaLnBrk="1" latinLnBrk="0" hangingPunct="1">
        <a:lnSpc>
          <a:spcPct val="90000"/>
        </a:lnSpc>
        <a:spcBef>
          <a:spcPts val="0"/>
        </a:spcBef>
        <a:spcAft>
          <a:spcPts val="300"/>
        </a:spcAft>
        <a:buFontTx/>
        <a:buBlip>
          <a:blip>
            <a:extLst>
              <a:ext uri="{96DAC541-7B7A-43D3-8B79-37D633B846F1}">
                <asvg:svgBlip xmlns:asvg="http://schemas.microsoft.com/office/drawing/2016/SVG/main" r:embed="rId40"/>
              </a:ext>
            </a:extLst>
          </a:blip>
        </a:buBlip>
        <a:defRPr sz="2000" kern="1200" baseline="0">
          <a:solidFill>
            <a:schemeClr val="tx1"/>
          </a:solidFill>
          <a:latin typeface="+mn-lt"/>
          <a:ea typeface="+mn-ea"/>
          <a:cs typeface="ING Me" pitchFamily="2" charset="0"/>
        </a:defRPr>
      </a:lvl2pPr>
      <a:lvl3pPr marL="360000" indent="-180000" algn="l" defTabSz="914400" rtl="0" eaLnBrk="1" latinLnBrk="0" hangingPunct="1">
        <a:lnSpc>
          <a:spcPct val="90000"/>
        </a:lnSpc>
        <a:spcBef>
          <a:spcPts val="0"/>
        </a:spcBef>
        <a:spcAft>
          <a:spcPts val="300"/>
        </a:spcAft>
        <a:buClr>
          <a:schemeClr val="tx2"/>
        </a:buClr>
        <a:buFontTx/>
        <a:buBlip>
          <a:blip>
            <a:extLst>
              <a:ext uri="{96DAC541-7B7A-43D3-8B79-37D633B846F1}">
                <asvg:svgBlip xmlns:asvg="http://schemas.microsoft.com/office/drawing/2016/SVG/main" r:embed="rId41"/>
              </a:ext>
            </a:extLst>
          </a:blip>
        </a:buBlip>
        <a:defRPr sz="2000" kern="1200" baseline="0">
          <a:solidFill>
            <a:schemeClr val="tx1"/>
          </a:solidFill>
          <a:latin typeface="+mn-lt"/>
          <a:ea typeface="+mn-ea"/>
          <a:cs typeface="ING Me" pitchFamily="2" charset="0"/>
        </a:defRPr>
      </a:lvl3pPr>
      <a:lvl4pPr marL="540000" indent="-180000" algn="l" defTabSz="914400" rtl="0" eaLnBrk="1" latinLnBrk="0" hangingPunct="1">
        <a:lnSpc>
          <a:spcPct val="90000"/>
        </a:lnSpc>
        <a:spcBef>
          <a:spcPts val="0"/>
        </a:spcBef>
        <a:spcAft>
          <a:spcPts val="300"/>
        </a:spcAft>
        <a:buClr>
          <a:schemeClr val="bg2"/>
        </a:buClr>
        <a:buFontTx/>
        <a:buBlip>
          <a:blip>
            <a:extLst>
              <a:ext uri="{96DAC541-7B7A-43D3-8B79-37D633B846F1}">
                <asvg:svgBlip xmlns:asvg="http://schemas.microsoft.com/office/drawing/2016/SVG/main" r:embed="rId42"/>
              </a:ext>
            </a:extLst>
          </a:blip>
        </a:buBlip>
        <a:defRPr sz="2000" kern="1200" baseline="0">
          <a:solidFill>
            <a:schemeClr val="tx1"/>
          </a:solidFill>
          <a:latin typeface="+mn-lt"/>
          <a:ea typeface="+mn-ea"/>
          <a:cs typeface="ING Me" pitchFamily="2" charset="0"/>
        </a:defRPr>
      </a:lvl4pPr>
      <a:lvl5pPr marL="720000" indent="-180000" algn="l" defTabSz="914400" rtl="0" eaLnBrk="1" latinLnBrk="0" hangingPunct="1">
        <a:lnSpc>
          <a:spcPct val="90000"/>
        </a:lnSpc>
        <a:spcBef>
          <a:spcPts val="0"/>
        </a:spcBef>
        <a:spcAft>
          <a:spcPts val="300"/>
        </a:spcAft>
        <a:buClr>
          <a:schemeClr val="accent3"/>
        </a:buClr>
        <a:buFontTx/>
        <a:buBlip>
          <a:blip>
            <a:extLst>
              <a:ext uri="{96DAC541-7B7A-43D3-8B79-37D633B846F1}">
                <asvg:svgBlip xmlns:asvg="http://schemas.microsoft.com/office/drawing/2016/SVG/main" r:embed="rId43"/>
              </a:ext>
            </a:extLst>
          </a:blip>
        </a:buBlip>
        <a:defRPr sz="2000" kern="1200" baseline="0">
          <a:solidFill>
            <a:schemeClr val="tx1"/>
          </a:solidFill>
          <a:latin typeface="+mn-lt"/>
          <a:ea typeface="+mn-ea"/>
          <a:cs typeface="ING Me"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400" kern="1200">
          <a:solidFill>
            <a:schemeClr val="tx1"/>
          </a:solidFill>
          <a:latin typeface="+mn-lt"/>
          <a:ea typeface="+mn-ea"/>
          <a:cs typeface="+mn-cs"/>
        </a:defRPr>
      </a:lvl1pPr>
      <a:lvl2pPr marL="0" algn="l" defTabSz="914400" rtl="0" eaLnBrk="1" latinLnBrk="0" hangingPunct="1">
        <a:defRPr sz="1400" kern="1200">
          <a:solidFill>
            <a:schemeClr val="tx1"/>
          </a:solidFill>
          <a:latin typeface="+mn-lt"/>
          <a:ea typeface="+mn-ea"/>
          <a:cs typeface="+mn-cs"/>
        </a:defRPr>
      </a:lvl2pPr>
      <a:lvl3pPr marL="0" algn="l" defTabSz="914400" rtl="0" eaLnBrk="1" latinLnBrk="0" hangingPunct="1">
        <a:defRPr sz="1400" kern="1200">
          <a:solidFill>
            <a:schemeClr val="tx1"/>
          </a:solidFill>
          <a:latin typeface="+mn-lt"/>
          <a:ea typeface="+mn-ea"/>
          <a:cs typeface="+mn-cs"/>
        </a:defRPr>
      </a:lvl3pPr>
      <a:lvl4pPr marL="0" algn="l" defTabSz="914400" rtl="0" eaLnBrk="1" latinLnBrk="0" hangingPunct="1">
        <a:defRPr sz="1400" kern="1200">
          <a:solidFill>
            <a:schemeClr val="tx1"/>
          </a:solidFill>
          <a:latin typeface="+mn-lt"/>
          <a:ea typeface="+mn-ea"/>
          <a:cs typeface="+mn-cs"/>
        </a:defRPr>
      </a:lvl4pPr>
      <a:lvl5pPr marL="0" algn="l" defTabSz="914400" rtl="0" eaLnBrk="1" latinLnBrk="0" hangingPunct="1">
        <a:defRPr sz="1400" kern="1200">
          <a:solidFill>
            <a:schemeClr val="tx1"/>
          </a:solidFill>
          <a:latin typeface="+mn-lt"/>
          <a:ea typeface="+mn-ea"/>
          <a:cs typeface="+mn-cs"/>
        </a:defRPr>
      </a:lvl5pPr>
      <a:lvl6pPr marL="0" algn="l" defTabSz="914400" rtl="0" eaLnBrk="1" latinLnBrk="0" hangingPunct="1">
        <a:defRPr sz="1400" kern="1200">
          <a:solidFill>
            <a:schemeClr val="tx1"/>
          </a:solidFill>
          <a:latin typeface="+mn-lt"/>
          <a:ea typeface="+mn-ea"/>
          <a:cs typeface="+mn-cs"/>
        </a:defRPr>
      </a:lvl6pPr>
      <a:lvl7pPr marL="0" algn="l" defTabSz="914400" rtl="0" eaLnBrk="1" latinLnBrk="0" hangingPunct="1">
        <a:defRPr sz="1400" kern="1200">
          <a:solidFill>
            <a:schemeClr val="tx1"/>
          </a:solidFill>
          <a:latin typeface="+mn-lt"/>
          <a:ea typeface="+mn-ea"/>
          <a:cs typeface="+mn-cs"/>
        </a:defRPr>
      </a:lvl7pPr>
      <a:lvl8pPr marL="0" algn="l" defTabSz="914400" rtl="0" eaLnBrk="1" latinLnBrk="0" hangingPunct="1">
        <a:defRPr sz="1400" kern="1200">
          <a:solidFill>
            <a:schemeClr val="tx1"/>
          </a:solidFill>
          <a:latin typeface="+mn-lt"/>
          <a:ea typeface="+mn-ea"/>
          <a:cs typeface="+mn-cs"/>
        </a:defRPr>
      </a:lvl8pPr>
      <a:lvl9pPr marL="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721">
          <p15:clr>
            <a:srgbClr val="F26B43"/>
          </p15:clr>
        </p15:guide>
        <p15:guide id="9" orient="horz" pos="205">
          <p15:clr>
            <a:srgbClr val="F26B43"/>
          </p15:clr>
        </p15:guide>
        <p15:guide id="11" orient="horz" pos="3904">
          <p15:clr>
            <a:srgbClr val="F26B43"/>
          </p15:clr>
        </p15:guide>
        <p15:guide id="13" pos="7473">
          <p15:clr>
            <a:srgbClr val="F26B43"/>
          </p15:clr>
        </p15:guide>
        <p15:guide id="14" pos="417">
          <p15:clr>
            <a:srgbClr val="F26B43"/>
          </p15:clr>
        </p15:guide>
        <p15:guide id="18" pos="3840">
          <p15:clr>
            <a:srgbClr val="F26B43"/>
          </p15:clr>
        </p15:guide>
        <p15:guide id="19" orient="horz" pos="2160">
          <p15:clr>
            <a:srgbClr val="F26B43"/>
          </p15:clr>
        </p15:guide>
        <p15:guide id="20" pos="72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couple of men in blue uniforms pushing a gate&#10;&#10;AI-generated content may be incorrect.">
            <a:extLst>
              <a:ext uri="{FF2B5EF4-FFF2-40B4-BE49-F238E27FC236}">
                <a16:creationId xmlns:a16="http://schemas.microsoft.com/office/drawing/2014/main" id="{CD394347-0CD0-DF41-29DA-C16C0C69DB8B}"/>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34756" b="34756"/>
          <a:stretch>
            <a:fillRect/>
          </a:stretch>
        </p:blipFill>
        <p:spPr/>
      </p:pic>
      <p:sp>
        <p:nvSpPr>
          <p:cNvPr id="4" name="Text Placeholder 3">
            <a:extLst>
              <a:ext uri="{FF2B5EF4-FFF2-40B4-BE49-F238E27FC236}">
                <a16:creationId xmlns:a16="http://schemas.microsoft.com/office/drawing/2014/main" id="{6C47B788-05BB-1646-5CBF-BBE3B78985F9}"/>
              </a:ext>
            </a:extLst>
          </p:cNvPr>
          <p:cNvSpPr>
            <a:spLocks noGrp="1"/>
          </p:cNvSpPr>
          <p:nvPr>
            <p:ph type="body" sz="quarter" idx="11"/>
          </p:nvPr>
        </p:nvSpPr>
        <p:spPr>
          <a:xfrm>
            <a:off x="10029825" y="3517021"/>
            <a:ext cx="1524544" cy="365125"/>
          </a:xfrm>
        </p:spPr>
        <p:txBody>
          <a:bodyPr/>
          <a:lstStyle/>
          <a:p>
            <a:r>
              <a:rPr lang="tr-TR" dirty="0">
                <a:latin typeface="ING Me"/>
              </a:rPr>
              <a:t>0</a:t>
            </a:r>
            <a:r>
              <a:rPr lang="en-GB" dirty="0">
                <a:latin typeface="ING Me"/>
              </a:rPr>
              <a:t>2</a:t>
            </a:r>
            <a:r>
              <a:rPr lang="en-GB" baseline="30000" dirty="0">
                <a:latin typeface="ING Me"/>
              </a:rPr>
              <a:t>nd</a:t>
            </a:r>
            <a:r>
              <a:rPr lang="en-GB" dirty="0">
                <a:latin typeface="ING Me"/>
              </a:rPr>
              <a:t>  </a:t>
            </a:r>
            <a:r>
              <a:rPr lang="tr-TR" dirty="0" err="1">
                <a:latin typeface="ING Me"/>
              </a:rPr>
              <a:t>Aug</a:t>
            </a:r>
            <a:r>
              <a:rPr lang="en-GB" dirty="0">
                <a:latin typeface="ING Me"/>
              </a:rPr>
              <a:t> 2026</a:t>
            </a:r>
            <a:endParaRPr lang="en-NL" dirty="0">
              <a:latin typeface="ING Me"/>
            </a:endParaRPr>
          </a:p>
        </p:txBody>
      </p:sp>
      <p:sp>
        <p:nvSpPr>
          <p:cNvPr id="5" name="Text Placeholder 4">
            <a:extLst>
              <a:ext uri="{FF2B5EF4-FFF2-40B4-BE49-F238E27FC236}">
                <a16:creationId xmlns:a16="http://schemas.microsoft.com/office/drawing/2014/main" id="{5D17D7C7-F1EF-26E3-1162-80292B0E2DA7}"/>
              </a:ext>
            </a:extLst>
          </p:cNvPr>
          <p:cNvSpPr>
            <a:spLocks noGrp="1"/>
          </p:cNvSpPr>
          <p:nvPr>
            <p:ph type="body" sz="quarter" idx="12"/>
          </p:nvPr>
        </p:nvSpPr>
        <p:spPr>
          <a:xfrm>
            <a:off x="4638674" y="3425191"/>
            <a:ext cx="4848769" cy="365125"/>
          </a:xfrm>
        </p:spPr>
        <p:txBody>
          <a:bodyPr/>
          <a:lstStyle/>
          <a:p>
            <a:r>
              <a:rPr lang="tr-TR" dirty="0"/>
              <a:t>Ing </a:t>
            </a:r>
            <a:r>
              <a:rPr lang="tr-TR" dirty="0" err="1"/>
              <a:t>Turkiye</a:t>
            </a:r>
            <a:r>
              <a:rPr lang="tr-TR" dirty="0"/>
              <a:t> </a:t>
            </a:r>
            <a:r>
              <a:rPr lang="tr-TR" dirty="0" err="1"/>
              <a:t>Engineering</a:t>
            </a:r>
            <a:r>
              <a:rPr lang="tr-TR" dirty="0"/>
              <a:t> </a:t>
            </a:r>
            <a:r>
              <a:rPr lang="tr-TR" dirty="0" err="1"/>
              <a:t>Platforms</a:t>
            </a:r>
            <a:endParaRPr lang="en-NL" dirty="0"/>
          </a:p>
        </p:txBody>
      </p:sp>
      <p:sp>
        <p:nvSpPr>
          <p:cNvPr id="9" name="Title 2">
            <a:extLst>
              <a:ext uri="{FF2B5EF4-FFF2-40B4-BE49-F238E27FC236}">
                <a16:creationId xmlns:a16="http://schemas.microsoft.com/office/drawing/2014/main" id="{20778331-178B-E95C-265A-FF40637C9CF3}"/>
              </a:ext>
            </a:extLst>
          </p:cNvPr>
          <p:cNvSpPr>
            <a:spLocks noGrp="1"/>
          </p:cNvSpPr>
          <p:nvPr>
            <p:ph type="ctrTitle"/>
          </p:nvPr>
        </p:nvSpPr>
        <p:spPr>
          <a:xfrm>
            <a:off x="0" y="1538613"/>
            <a:ext cx="12191999" cy="1754326"/>
          </a:xfrm>
        </p:spPr>
        <p:txBody>
          <a:bodyPr/>
          <a:lstStyle/>
          <a:p>
            <a:r>
              <a:rPr lang="tr-TR" dirty="0" err="1"/>
              <a:t>Future</a:t>
            </a:r>
            <a:r>
              <a:rPr lang="tr-TR" dirty="0"/>
              <a:t> of </a:t>
            </a:r>
            <a:r>
              <a:rPr lang="tr-TR" dirty="0" err="1"/>
              <a:t>Engineering</a:t>
            </a:r>
            <a:br>
              <a:rPr lang="en-US" dirty="0"/>
            </a:br>
            <a:r>
              <a:rPr lang="tr-TR" sz="3600" dirty="0">
                <a:latin typeface="+mn-lt"/>
              </a:rPr>
              <a:t>DevOps Squad</a:t>
            </a:r>
            <a:endParaRPr lang="en-NL" dirty="0">
              <a:latin typeface="+mn-lt"/>
            </a:endParaRPr>
          </a:p>
        </p:txBody>
      </p:sp>
    </p:spTree>
    <p:extLst>
      <p:ext uri="{BB962C8B-B14F-4D97-AF65-F5344CB8AC3E}">
        <p14:creationId xmlns:p14="http://schemas.microsoft.com/office/powerpoint/2010/main" val="3243577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ED093-CDA7-E4E3-B958-9B24E5905716}"/>
            </a:ext>
          </a:extLst>
        </p:cNvPr>
        <p:cNvGrpSpPr/>
        <p:nvPr/>
      </p:nvGrpSpPr>
      <p:grpSpPr>
        <a:xfrm>
          <a:off x="0" y="0"/>
          <a:ext cx="0" cy="0"/>
          <a:chOff x="0" y="0"/>
          <a:chExt cx="0" cy="0"/>
        </a:xfrm>
      </p:grpSpPr>
      <p:sp>
        <p:nvSpPr>
          <p:cNvPr id="13" name="Title 4">
            <a:extLst>
              <a:ext uri="{FF2B5EF4-FFF2-40B4-BE49-F238E27FC236}">
                <a16:creationId xmlns:a16="http://schemas.microsoft.com/office/drawing/2014/main" id="{86205D7A-3E93-FBB8-FFA8-48E2178DB5B8}"/>
              </a:ext>
            </a:extLst>
          </p:cNvPr>
          <p:cNvSpPr txBox="1">
            <a:spLocks/>
          </p:cNvSpPr>
          <p:nvPr/>
        </p:nvSpPr>
        <p:spPr bwMode="auto">
          <a:xfrm>
            <a:off x="659008" y="325235"/>
            <a:ext cx="10551917" cy="858174"/>
          </a:xfrm>
          <a:prstGeom prst="rect">
            <a:avLst/>
          </a:prstGeom>
        </p:spPr>
        <p:txBody>
          <a:bodyPr vert="horz" lIns="0" tIns="0" rIns="0" bIns="0" rtlCol="0" anchor="t" anchorCtr="0">
            <a:normAutofit/>
          </a:bodyPr>
          <a:lst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lang="tr-TR" dirty="0">
                <a:solidFill>
                  <a:srgbClr val="FF6200"/>
                </a:solidFill>
                <a:latin typeface="ING display" panose="020B0803030508020203" pitchFamily="34" charset="0"/>
              </a:rPr>
              <a:t>Squad </a:t>
            </a:r>
            <a:r>
              <a:rPr lang="tr-TR" dirty="0" err="1">
                <a:solidFill>
                  <a:srgbClr val="FF6200"/>
                </a:solidFill>
                <a:latin typeface="ING display" panose="020B0803030508020203" pitchFamily="34" charset="0"/>
              </a:rPr>
              <a:t>Summary</a:t>
            </a:r>
            <a:endParaRPr kumimoji="0" lang="en-GB"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endParaRPr>
          </a:p>
        </p:txBody>
      </p:sp>
      <p:sp>
        <p:nvSpPr>
          <p:cNvPr id="9" name="TextBox 8">
            <a:extLst>
              <a:ext uri="{FF2B5EF4-FFF2-40B4-BE49-F238E27FC236}">
                <a16:creationId xmlns:a16="http://schemas.microsoft.com/office/drawing/2014/main" id="{1AB01A52-357C-41B9-F685-D5677CE78597}"/>
              </a:ext>
            </a:extLst>
          </p:cNvPr>
          <p:cNvSpPr txBox="1"/>
          <p:nvPr/>
        </p:nvSpPr>
        <p:spPr>
          <a:xfrm>
            <a:off x="659008" y="3022223"/>
            <a:ext cx="3172817" cy="811367"/>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en-US" sz="1200" dirty="0"/>
              <a:t>Team </a:t>
            </a:r>
            <a:r>
              <a:rPr lang="tr-TR" sz="1200" dirty="0"/>
              <a:t>l</a:t>
            </a:r>
            <a:r>
              <a:rPr lang="en-US" sz="1200" dirty="0" err="1"/>
              <a:t>ead</a:t>
            </a:r>
            <a:r>
              <a:rPr lang="en-US" sz="1200" dirty="0"/>
              <a:t>:</a:t>
            </a:r>
          </a:p>
          <a:p>
            <a:pPr marL="171450" indent="-171450">
              <a:buFont typeface="Arial" panose="020B0604020202020204" pitchFamily="34" charset="0"/>
              <a:buChar char="•"/>
            </a:pPr>
            <a:r>
              <a:rPr lang="en-US" sz="1200" dirty="0"/>
              <a:t>Team </a:t>
            </a:r>
            <a:r>
              <a:rPr lang="tr-TR" sz="1200" dirty="0"/>
              <a:t>s</a:t>
            </a:r>
            <a:r>
              <a:rPr lang="en-US" sz="1200" dirty="0" err="1"/>
              <a:t>ize</a:t>
            </a:r>
            <a:r>
              <a:rPr lang="en-US" sz="1200" dirty="0"/>
              <a:t>:</a:t>
            </a:r>
          </a:p>
          <a:p>
            <a:pPr marL="171450" indent="-171450">
              <a:buFont typeface="Arial" panose="020B0604020202020204" pitchFamily="34" charset="0"/>
              <a:buChar char="•"/>
            </a:pPr>
            <a:r>
              <a:rPr lang="tr-TR" sz="1200" dirty="0"/>
              <a:t>A</a:t>
            </a:r>
            <a:r>
              <a:rPr lang="en-US" sz="1200" dirty="0" err="1"/>
              <a:t>sset</a:t>
            </a:r>
            <a:r>
              <a:rPr lang="tr-TR" sz="1200" dirty="0"/>
              <a:t> </a:t>
            </a:r>
            <a:r>
              <a:rPr lang="tr-TR" sz="1200" dirty="0" err="1"/>
              <a:t>count</a:t>
            </a:r>
            <a:r>
              <a:rPr lang="en-US" sz="1200" dirty="0"/>
              <a:t>:</a:t>
            </a:r>
          </a:p>
          <a:p>
            <a:pPr marL="171450" indent="-171450">
              <a:buFont typeface="Arial" panose="020B0604020202020204" pitchFamily="34" charset="0"/>
              <a:buChar char="•"/>
            </a:pPr>
            <a:r>
              <a:rPr lang="en-US" sz="1200" dirty="0"/>
              <a:t>Key </a:t>
            </a:r>
            <a:r>
              <a:rPr lang="tr-TR" sz="1200" dirty="0"/>
              <a:t>c</a:t>
            </a:r>
            <a:r>
              <a:rPr lang="en-US" sz="1200" dirty="0" err="1"/>
              <a:t>ustomers</a:t>
            </a:r>
            <a:r>
              <a:rPr lang="en-US" sz="1200" dirty="0"/>
              <a:t>:</a:t>
            </a:r>
          </a:p>
        </p:txBody>
      </p:sp>
      <p:sp>
        <p:nvSpPr>
          <p:cNvPr id="11" name="TextBox 10">
            <a:extLst>
              <a:ext uri="{FF2B5EF4-FFF2-40B4-BE49-F238E27FC236}">
                <a16:creationId xmlns:a16="http://schemas.microsoft.com/office/drawing/2014/main" id="{0E5C1F05-FB75-0DED-1F48-7BCE2AE919A9}"/>
              </a:ext>
            </a:extLst>
          </p:cNvPr>
          <p:cNvSpPr txBox="1"/>
          <p:nvPr/>
        </p:nvSpPr>
        <p:spPr>
          <a:xfrm>
            <a:off x="589640" y="2701138"/>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a:t>Team </a:t>
            </a:r>
            <a:r>
              <a:rPr lang="tr-TR" sz="1600" b="1" dirty="0" err="1"/>
              <a:t>Overview</a:t>
            </a:r>
            <a:endParaRPr lang="tr-TR" sz="1600" b="1" dirty="0"/>
          </a:p>
        </p:txBody>
      </p:sp>
      <p:sp>
        <p:nvSpPr>
          <p:cNvPr id="17" name="Rectangle: Rounded Corners 16">
            <a:extLst>
              <a:ext uri="{FF2B5EF4-FFF2-40B4-BE49-F238E27FC236}">
                <a16:creationId xmlns:a16="http://schemas.microsoft.com/office/drawing/2014/main" id="{DB1C1AEC-C80A-3E19-4B6A-4A55EDDF7ACC}"/>
              </a:ext>
            </a:extLst>
          </p:cNvPr>
          <p:cNvSpPr/>
          <p:nvPr/>
        </p:nvSpPr>
        <p:spPr>
          <a:xfrm>
            <a:off x="659008" y="1190793"/>
            <a:ext cx="10943351" cy="858174"/>
          </a:xfrm>
          <a:prstGeom prst="roundRect">
            <a:avLst>
              <a:gd name="adj" fmla="val 5770"/>
            </a:avLst>
          </a:prstGeom>
          <a:solidFill>
            <a:schemeClr val="tx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err="1">
                <a:solidFill>
                  <a:schemeClr val="tx1"/>
                </a:solidFill>
              </a:rPr>
              <a:t>To</a:t>
            </a:r>
            <a:r>
              <a:rPr lang="tr-TR" sz="1600" dirty="0">
                <a:solidFill>
                  <a:schemeClr val="tx1"/>
                </a:solidFill>
              </a:rPr>
              <a:t> deliver </a:t>
            </a:r>
            <a:r>
              <a:rPr lang="tr-TR" sz="1600" dirty="0" err="1">
                <a:solidFill>
                  <a:schemeClr val="tx1"/>
                </a:solidFill>
              </a:rPr>
              <a:t>high</a:t>
            </a:r>
            <a:r>
              <a:rPr lang="tr-TR" sz="1600" dirty="0">
                <a:solidFill>
                  <a:schemeClr val="tx1"/>
                </a:solidFill>
              </a:rPr>
              <a:t> </a:t>
            </a:r>
            <a:r>
              <a:rPr lang="tr-TR" sz="1600" dirty="0" err="1">
                <a:solidFill>
                  <a:schemeClr val="tx1"/>
                </a:solidFill>
              </a:rPr>
              <a:t>quality</a:t>
            </a:r>
            <a:r>
              <a:rPr lang="tr-TR" sz="1600" dirty="0">
                <a:solidFill>
                  <a:schemeClr val="tx1"/>
                </a:solidFill>
              </a:rPr>
              <a:t> </a:t>
            </a:r>
            <a:r>
              <a:rPr lang="tr-TR" sz="1600" dirty="0" err="1">
                <a:solidFill>
                  <a:schemeClr val="tx1"/>
                </a:solidFill>
              </a:rPr>
              <a:t>systems</a:t>
            </a:r>
            <a:r>
              <a:rPr lang="tr-TR" sz="1600" dirty="0">
                <a:solidFill>
                  <a:schemeClr val="tx1"/>
                </a:solidFill>
              </a:rPr>
              <a:t> </a:t>
            </a:r>
            <a:r>
              <a:rPr lang="tr-TR" sz="1600" dirty="0" err="1">
                <a:solidFill>
                  <a:schemeClr val="tx1"/>
                </a:solidFill>
              </a:rPr>
              <a:t>with</a:t>
            </a:r>
            <a:r>
              <a:rPr lang="tr-TR" sz="1600" dirty="0">
                <a:solidFill>
                  <a:schemeClr val="tx1"/>
                </a:solidFill>
              </a:rPr>
              <a:t> </a:t>
            </a:r>
            <a:r>
              <a:rPr lang="tr-TR" sz="1600" dirty="0" err="1">
                <a:solidFill>
                  <a:schemeClr val="tx1"/>
                </a:solidFill>
              </a:rPr>
              <a:t>using</a:t>
            </a:r>
            <a:r>
              <a:rPr lang="tr-TR" sz="1600" dirty="0">
                <a:solidFill>
                  <a:schemeClr val="tx1"/>
                </a:solidFill>
              </a:rPr>
              <a:t> </a:t>
            </a:r>
            <a:r>
              <a:rPr lang="tr-TR" sz="1600" dirty="0" err="1">
                <a:solidFill>
                  <a:schemeClr val="tx1"/>
                </a:solidFill>
              </a:rPr>
              <a:t>bla</a:t>
            </a:r>
            <a:r>
              <a:rPr lang="tr-TR" sz="1600" dirty="0">
                <a:solidFill>
                  <a:schemeClr val="tx1"/>
                </a:solidFill>
              </a:rPr>
              <a:t> </a:t>
            </a:r>
            <a:r>
              <a:rPr lang="tr-TR" sz="1600" dirty="0" err="1">
                <a:solidFill>
                  <a:schemeClr val="tx1"/>
                </a:solidFill>
              </a:rPr>
              <a:t>bla</a:t>
            </a:r>
            <a:r>
              <a:rPr lang="tr-TR" sz="1600" dirty="0">
                <a:solidFill>
                  <a:schemeClr val="tx1"/>
                </a:solidFill>
              </a:rPr>
              <a:t> </a:t>
            </a:r>
            <a:r>
              <a:rPr lang="tr-TR" sz="1600" dirty="0" err="1">
                <a:solidFill>
                  <a:schemeClr val="tx1"/>
                </a:solidFill>
              </a:rPr>
              <a:t>approach</a:t>
            </a:r>
            <a:r>
              <a:rPr lang="tr-TR" sz="1600" dirty="0">
                <a:solidFill>
                  <a:schemeClr val="tx1"/>
                </a:solidFill>
              </a:rPr>
              <a:t> </a:t>
            </a:r>
            <a:r>
              <a:rPr lang="tr-TR" sz="1600" dirty="0" err="1">
                <a:solidFill>
                  <a:schemeClr val="tx1"/>
                </a:solidFill>
              </a:rPr>
              <a:t>and</a:t>
            </a:r>
            <a:r>
              <a:rPr lang="tr-TR" sz="1600" dirty="0">
                <a:solidFill>
                  <a:schemeClr val="tx1"/>
                </a:solidFill>
              </a:rPr>
              <a:t> </a:t>
            </a:r>
            <a:r>
              <a:rPr lang="tr-TR" sz="1600" dirty="0" err="1">
                <a:solidFill>
                  <a:schemeClr val="tx1"/>
                </a:solidFill>
              </a:rPr>
              <a:t>tech</a:t>
            </a:r>
            <a:r>
              <a:rPr lang="tr-TR" sz="1600" dirty="0">
                <a:solidFill>
                  <a:schemeClr val="tx1"/>
                </a:solidFill>
              </a:rPr>
              <a:t> </a:t>
            </a:r>
            <a:r>
              <a:rPr lang="tr-TR" sz="1600" dirty="0" err="1">
                <a:solidFill>
                  <a:schemeClr val="tx1"/>
                </a:solidFill>
              </a:rPr>
              <a:t>stack</a:t>
            </a:r>
            <a:r>
              <a:rPr lang="tr-TR" sz="1600" dirty="0">
                <a:solidFill>
                  <a:schemeClr val="tx1"/>
                </a:solidFill>
              </a:rPr>
              <a:t> on </a:t>
            </a:r>
            <a:r>
              <a:rPr lang="tr-TR" sz="1600" dirty="0" err="1">
                <a:solidFill>
                  <a:schemeClr val="tx1"/>
                </a:solidFill>
              </a:rPr>
              <a:t>local</a:t>
            </a:r>
            <a:r>
              <a:rPr lang="tr-TR" sz="1600" dirty="0">
                <a:solidFill>
                  <a:schemeClr val="tx1"/>
                </a:solidFill>
              </a:rPr>
              <a:t>/Cloud </a:t>
            </a:r>
            <a:r>
              <a:rPr lang="tr-TR" sz="1600" dirty="0" err="1">
                <a:solidFill>
                  <a:schemeClr val="tx1"/>
                </a:solidFill>
              </a:rPr>
              <a:t>systems</a:t>
            </a:r>
            <a:r>
              <a:rPr lang="tr-TR" sz="1600" dirty="0">
                <a:solidFill>
                  <a:schemeClr val="tx1"/>
                </a:solidFill>
              </a:rPr>
              <a:t> </a:t>
            </a:r>
            <a:r>
              <a:rPr lang="tr-TR" sz="1600" dirty="0" err="1">
                <a:solidFill>
                  <a:schemeClr val="tx1"/>
                </a:solidFill>
              </a:rPr>
              <a:t>where</a:t>
            </a:r>
            <a:r>
              <a:rPr lang="tr-TR" sz="1600" dirty="0">
                <a:solidFill>
                  <a:schemeClr val="tx1"/>
                </a:solidFill>
              </a:rPr>
              <a:t> </a:t>
            </a:r>
            <a:r>
              <a:rPr lang="tr-TR" sz="1600" dirty="0" err="1">
                <a:solidFill>
                  <a:schemeClr val="tx1"/>
                </a:solidFill>
              </a:rPr>
              <a:t>working</a:t>
            </a:r>
            <a:r>
              <a:rPr lang="tr-TR" sz="1600" dirty="0">
                <a:solidFill>
                  <a:schemeClr val="tx1"/>
                </a:solidFill>
              </a:rPr>
              <a:t> </a:t>
            </a:r>
            <a:r>
              <a:rPr lang="tr-TR" sz="1600" dirty="0" err="1">
                <a:solidFill>
                  <a:schemeClr val="tx1"/>
                </a:solidFill>
              </a:rPr>
              <a:t>remotely</a:t>
            </a:r>
            <a:r>
              <a:rPr lang="tr-TR" sz="1600" dirty="0">
                <a:solidFill>
                  <a:schemeClr val="tx1"/>
                </a:solidFill>
              </a:rPr>
              <a:t>  </a:t>
            </a:r>
            <a:endParaRPr lang="en-NL" sz="1600" dirty="0">
              <a:solidFill>
                <a:schemeClr val="tx1"/>
              </a:solidFill>
            </a:endParaRPr>
          </a:p>
        </p:txBody>
      </p:sp>
      <p:sp>
        <p:nvSpPr>
          <p:cNvPr id="18" name="TextBox 17">
            <a:extLst>
              <a:ext uri="{FF2B5EF4-FFF2-40B4-BE49-F238E27FC236}">
                <a16:creationId xmlns:a16="http://schemas.microsoft.com/office/drawing/2014/main" id="{1471FE6A-4DDE-19BC-8B1D-E1C7F3AF8D40}"/>
              </a:ext>
            </a:extLst>
          </p:cNvPr>
          <p:cNvSpPr txBox="1"/>
          <p:nvPr/>
        </p:nvSpPr>
        <p:spPr>
          <a:xfrm>
            <a:off x="589641" y="890121"/>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Mission</a:t>
            </a:r>
            <a:endParaRPr lang="en-GB" sz="1600" b="1" dirty="0"/>
          </a:p>
        </p:txBody>
      </p:sp>
      <p:sp>
        <p:nvSpPr>
          <p:cNvPr id="19" name="TextBox 18">
            <a:extLst>
              <a:ext uri="{FF2B5EF4-FFF2-40B4-BE49-F238E27FC236}">
                <a16:creationId xmlns:a16="http://schemas.microsoft.com/office/drawing/2014/main" id="{00062707-336A-22E6-DBE1-8E300C2686A8}"/>
              </a:ext>
            </a:extLst>
          </p:cNvPr>
          <p:cNvSpPr txBox="1"/>
          <p:nvPr/>
        </p:nvSpPr>
        <p:spPr>
          <a:xfrm>
            <a:off x="659008" y="4835518"/>
            <a:ext cx="3172817" cy="996033"/>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Doing</a:t>
            </a:r>
            <a:r>
              <a:rPr lang="tr-TR" sz="1200" dirty="0"/>
              <a:t> </a:t>
            </a:r>
            <a:r>
              <a:rPr lang="tr-TR" sz="1200" dirty="0" err="1"/>
              <a:t>this</a:t>
            </a:r>
            <a:endParaRPr lang="tr-TR" sz="1200" dirty="0"/>
          </a:p>
          <a:p>
            <a:pPr marL="171450" indent="-171450">
              <a:buFont typeface="Arial" panose="020B0604020202020204" pitchFamily="34" charset="0"/>
              <a:buChar char="•"/>
            </a:pPr>
            <a:r>
              <a:rPr lang="tr-TR" sz="1200" dirty="0" err="1"/>
              <a:t>Managing</a:t>
            </a:r>
            <a:r>
              <a:rPr lang="tr-TR" sz="1200" dirty="0"/>
              <a:t> </a:t>
            </a:r>
            <a:r>
              <a:rPr lang="tr-TR" sz="1200" dirty="0" err="1"/>
              <a:t>that</a:t>
            </a:r>
            <a:endParaRPr lang="tr-TR" sz="1200" dirty="0"/>
          </a:p>
          <a:p>
            <a:pPr marL="171450" indent="-171450">
              <a:buFont typeface="Arial" panose="020B0604020202020204" pitchFamily="34" charset="0"/>
              <a:buChar char="•"/>
            </a:pPr>
            <a:r>
              <a:rPr lang="tr-TR" sz="1200" dirty="0" err="1"/>
              <a:t>Runing</a:t>
            </a:r>
            <a:r>
              <a:rPr lang="tr-TR" sz="1200" dirty="0"/>
              <a:t> </a:t>
            </a:r>
            <a:r>
              <a:rPr lang="tr-TR" sz="1200" dirty="0" err="1"/>
              <a:t>the</a:t>
            </a:r>
            <a:r>
              <a:rPr lang="tr-TR" sz="1200" dirty="0"/>
              <a:t> platform</a:t>
            </a:r>
          </a:p>
          <a:p>
            <a:pPr marL="171450" indent="-171450">
              <a:buFont typeface="Arial" panose="020B0604020202020204" pitchFamily="34" charset="0"/>
              <a:buChar char="•"/>
            </a:pPr>
            <a:r>
              <a:rPr lang="tr-TR" sz="1200" dirty="0" err="1"/>
              <a:t>İnfluencing</a:t>
            </a:r>
            <a:r>
              <a:rPr lang="tr-TR" sz="1200" dirty="0"/>
              <a:t> </a:t>
            </a:r>
            <a:r>
              <a:rPr lang="tr-TR" sz="1200" dirty="0" err="1"/>
              <a:t>the</a:t>
            </a:r>
            <a:r>
              <a:rPr lang="tr-TR" sz="1200" dirty="0"/>
              <a:t> marketing </a:t>
            </a:r>
            <a:r>
              <a:rPr lang="tr-TR" sz="1200" dirty="0" err="1"/>
              <a:t>team</a:t>
            </a:r>
            <a:endParaRPr lang="tr-TR" sz="1200" dirty="0"/>
          </a:p>
          <a:p>
            <a:pPr marL="171450" indent="-171450">
              <a:buFont typeface="Arial" panose="020B0604020202020204" pitchFamily="34" charset="0"/>
              <a:buChar char="•"/>
            </a:pPr>
            <a:endParaRPr lang="en-US" sz="1200" dirty="0"/>
          </a:p>
        </p:txBody>
      </p:sp>
      <p:sp>
        <p:nvSpPr>
          <p:cNvPr id="21" name="TextBox 20">
            <a:extLst>
              <a:ext uri="{FF2B5EF4-FFF2-40B4-BE49-F238E27FC236}">
                <a16:creationId xmlns:a16="http://schemas.microsoft.com/office/drawing/2014/main" id="{BCAD601D-4A7A-28DE-EC2A-3A1E4E047594}"/>
              </a:ext>
            </a:extLst>
          </p:cNvPr>
          <p:cNvSpPr txBox="1"/>
          <p:nvPr/>
        </p:nvSpPr>
        <p:spPr>
          <a:xfrm>
            <a:off x="589640" y="4496964"/>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Responsibilities</a:t>
            </a:r>
            <a:endParaRPr lang="en-GB" sz="1600" b="1" dirty="0"/>
          </a:p>
        </p:txBody>
      </p:sp>
    </p:spTree>
    <p:extLst>
      <p:ext uri="{BB962C8B-B14F-4D97-AF65-F5344CB8AC3E}">
        <p14:creationId xmlns:p14="http://schemas.microsoft.com/office/powerpoint/2010/main" val="4076052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C8110-0F4E-6633-A4ED-30712578DBDD}"/>
            </a:ext>
          </a:extLst>
        </p:cNvPr>
        <p:cNvGrpSpPr/>
        <p:nvPr/>
      </p:nvGrpSpPr>
      <p:grpSpPr>
        <a:xfrm>
          <a:off x="0" y="0"/>
          <a:ext cx="0" cy="0"/>
          <a:chOff x="0" y="0"/>
          <a:chExt cx="0" cy="0"/>
        </a:xfrm>
      </p:grpSpPr>
      <p:sp>
        <p:nvSpPr>
          <p:cNvPr id="13" name="Title 4">
            <a:extLst>
              <a:ext uri="{FF2B5EF4-FFF2-40B4-BE49-F238E27FC236}">
                <a16:creationId xmlns:a16="http://schemas.microsoft.com/office/drawing/2014/main" id="{6D719BE8-DB87-610A-3873-8DF5D34F0985}"/>
              </a:ext>
            </a:extLst>
          </p:cNvPr>
          <p:cNvSpPr txBox="1">
            <a:spLocks/>
          </p:cNvSpPr>
          <p:nvPr/>
        </p:nvSpPr>
        <p:spPr bwMode="auto">
          <a:xfrm>
            <a:off x="659008" y="325235"/>
            <a:ext cx="10551917" cy="858174"/>
          </a:xfrm>
          <a:prstGeom prst="rect">
            <a:avLst/>
          </a:prstGeom>
        </p:spPr>
        <p:txBody>
          <a:bodyPr vert="horz" lIns="0" tIns="0" rIns="0" bIns="0" rtlCol="0" anchor="t" anchorCtr="0">
            <a:normAutofit/>
          </a:bodyPr>
          <a:lst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kumimoji="0" lang="tr-TR"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rPr>
              <a:t>Effort Distribution </a:t>
            </a:r>
            <a:endParaRPr kumimoji="0" lang="en-GB"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endParaRPr>
          </a:p>
        </p:txBody>
      </p:sp>
      <p:sp>
        <p:nvSpPr>
          <p:cNvPr id="18" name="TextBox 17">
            <a:extLst>
              <a:ext uri="{FF2B5EF4-FFF2-40B4-BE49-F238E27FC236}">
                <a16:creationId xmlns:a16="http://schemas.microsoft.com/office/drawing/2014/main" id="{486757A9-DB18-1430-F707-E4BDF0CA78AD}"/>
              </a:ext>
            </a:extLst>
          </p:cNvPr>
          <p:cNvSpPr txBox="1"/>
          <p:nvPr/>
        </p:nvSpPr>
        <p:spPr>
          <a:xfrm>
            <a:off x="589641" y="890122"/>
            <a:ext cx="5439684"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en-US" sz="1600" b="1" dirty="0"/>
              <a:t>How is the Team's Capacity Being Allocated?</a:t>
            </a:r>
            <a:endParaRPr lang="en-GB" sz="1600" b="1" dirty="0"/>
          </a:p>
        </p:txBody>
      </p:sp>
      <p:graphicFrame>
        <p:nvGraphicFramePr>
          <p:cNvPr id="2" name="Table 1">
            <a:extLst>
              <a:ext uri="{FF2B5EF4-FFF2-40B4-BE49-F238E27FC236}">
                <a16:creationId xmlns:a16="http://schemas.microsoft.com/office/drawing/2014/main" id="{5E4C05FF-6C15-66EF-19A6-6A571C1A33D5}"/>
              </a:ext>
            </a:extLst>
          </p:cNvPr>
          <p:cNvGraphicFramePr>
            <a:graphicFrameLocks noGrp="1"/>
          </p:cNvGraphicFramePr>
          <p:nvPr>
            <p:extLst>
              <p:ext uri="{D42A27DB-BD31-4B8C-83A1-F6EECF244321}">
                <p14:modId xmlns:p14="http://schemas.microsoft.com/office/powerpoint/2010/main" val="879572711"/>
              </p:ext>
            </p:extLst>
          </p:nvPr>
        </p:nvGraphicFramePr>
        <p:xfrm>
          <a:off x="669751" y="1337171"/>
          <a:ext cx="10719147" cy="3657600"/>
        </p:xfrm>
        <a:graphic>
          <a:graphicData uri="http://schemas.openxmlformats.org/drawingml/2006/table">
            <a:tbl>
              <a:tblPr firstRow="1" bandRow="1">
                <a:tableStyleId>{5C22544A-7EE6-4342-B048-85BDC9FD1C3A}</a:tableStyleId>
              </a:tblPr>
              <a:tblGrid>
                <a:gridCol w="5334448">
                  <a:extLst>
                    <a:ext uri="{9D8B030D-6E8A-4147-A177-3AD203B41FA5}">
                      <a16:colId xmlns:a16="http://schemas.microsoft.com/office/drawing/2014/main" val="3823046696"/>
                    </a:ext>
                  </a:extLst>
                </a:gridCol>
                <a:gridCol w="5384699">
                  <a:extLst>
                    <a:ext uri="{9D8B030D-6E8A-4147-A177-3AD203B41FA5}">
                      <a16:colId xmlns:a16="http://schemas.microsoft.com/office/drawing/2014/main" val="2994866357"/>
                    </a:ext>
                  </a:extLst>
                </a:gridCol>
              </a:tblGrid>
              <a:tr h="359754">
                <a:tc>
                  <a:txBody>
                    <a:bodyPr/>
                    <a:lstStyle/>
                    <a:p>
                      <a:r>
                        <a:rPr lang="tr-TR" dirty="0" err="1">
                          <a:effectLst/>
                        </a:rPr>
                        <a:t>Aktivity</a:t>
                      </a:r>
                      <a:endParaRPr lang="tr-TR" dirty="0"/>
                    </a:p>
                  </a:txBody>
                  <a:tcPr/>
                </a:tc>
                <a:tc>
                  <a:txBody>
                    <a:bodyPr/>
                    <a:lstStyle/>
                    <a:p>
                      <a:r>
                        <a:rPr lang="tr-TR" dirty="0"/>
                        <a:t>Effort</a:t>
                      </a:r>
                    </a:p>
                  </a:txBody>
                  <a:tcPr/>
                </a:tc>
                <a:extLst>
                  <a:ext uri="{0D108BD9-81ED-4DB2-BD59-A6C34878D82A}">
                    <a16:rowId xmlns:a16="http://schemas.microsoft.com/office/drawing/2014/main" val="863645179"/>
                  </a:ext>
                </a:extLst>
              </a:tr>
              <a:tr h="359754">
                <a:tc>
                  <a:txBody>
                    <a:bodyPr/>
                    <a:lstStyle/>
                    <a:p>
                      <a:pPr>
                        <a:buNone/>
                      </a:pPr>
                      <a:r>
                        <a:rPr lang="tr-TR" dirty="0" err="1">
                          <a:effectLst/>
                        </a:rPr>
                        <a:t>Operation</a:t>
                      </a:r>
                      <a:endParaRPr lang="tr-TR" dirty="0">
                        <a:effectLst/>
                      </a:endParaRPr>
                    </a:p>
                  </a:txBody>
                  <a:tcPr anchor="ctr"/>
                </a:tc>
                <a:tc>
                  <a:txBody>
                    <a:bodyPr/>
                    <a:lstStyle/>
                    <a:p>
                      <a:pPr>
                        <a:buNone/>
                      </a:pPr>
                      <a:endParaRPr lang="tr-TR" dirty="0">
                        <a:effectLst/>
                      </a:endParaRPr>
                    </a:p>
                  </a:txBody>
                  <a:tcPr anchor="ctr"/>
                </a:tc>
                <a:extLst>
                  <a:ext uri="{0D108BD9-81ED-4DB2-BD59-A6C34878D82A}">
                    <a16:rowId xmlns:a16="http://schemas.microsoft.com/office/drawing/2014/main" val="998464964"/>
                  </a:ext>
                </a:extLst>
              </a:tr>
              <a:tr h="359754">
                <a:tc>
                  <a:txBody>
                    <a:bodyPr/>
                    <a:lstStyle/>
                    <a:p>
                      <a:pPr>
                        <a:buNone/>
                      </a:pPr>
                      <a:r>
                        <a:rPr lang="tr-TR" dirty="0">
                          <a:effectLst/>
                        </a:rPr>
                        <a:t>Project / Development</a:t>
                      </a:r>
                    </a:p>
                  </a:txBody>
                  <a:tcPr anchor="ctr"/>
                </a:tc>
                <a:tc>
                  <a:txBody>
                    <a:bodyPr/>
                    <a:lstStyle/>
                    <a:p>
                      <a:pPr>
                        <a:buNone/>
                      </a:pPr>
                      <a:endParaRPr lang="tr-TR" dirty="0">
                        <a:effectLst/>
                      </a:endParaRPr>
                    </a:p>
                  </a:txBody>
                  <a:tcPr anchor="ctr"/>
                </a:tc>
                <a:extLst>
                  <a:ext uri="{0D108BD9-81ED-4DB2-BD59-A6C34878D82A}">
                    <a16:rowId xmlns:a16="http://schemas.microsoft.com/office/drawing/2014/main" val="2040332514"/>
                  </a:ext>
                </a:extLst>
              </a:tr>
              <a:tr h="359754">
                <a:tc>
                  <a:txBody>
                    <a:bodyPr/>
                    <a:lstStyle/>
                    <a:p>
                      <a:pPr>
                        <a:buNone/>
                      </a:pPr>
                      <a:r>
                        <a:rPr lang="tr-TR" dirty="0" err="1">
                          <a:effectLst/>
                        </a:rPr>
                        <a:t>Support</a:t>
                      </a:r>
                      <a:r>
                        <a:rPr lang="tr-TR" dirty="0">
                          <a:effectLst/>
                        </a:rPr>
                        <a:t> &amp; </a:t>
                      </a:r>
                      <a:r>
                        <a:rPr lang="tr-TR" dirty="0" err="1">
                          <a:effectLst/>
                        </a:rPr>
                        <a:t>Troubleshooting</a:t>
                      </a:r>
                      <a:endParaRPr lang="tr-TR" dirty="0">
                        <a:effectLst/>
                      </a:endParaRPr>
                    </a:p>
                  </a:txBody>
                  <a:tcPr anchor="ctr"/>
                </a:tc>
                <a:tc>
                  <a:txBody>
                    <a:bodyPr/>
                    <a:lstStyle/>
                    <a:p>
                      <a:pPr>
                        <a:buNone/>
                      </a:pPr>
                      <a:endParaRPr lang="tr-TR">
                        <a:effectLst/>
                      </a:endParaRPr>
                    </a:p>
                  </a:txBody>
                  <a:tcPr anchor="ctr"/>
                </a:tc>
                <a:extLst>
                  <a:ext uri="{0D108BD9-81ED-4DB2-BD59-A6C34878D82A}">
                    <a16:rowId xmlns:a16="http://schemas.microsoft.com/office/drawing/2014/main" val="1773592717"/>
                  </a:ext>
                </a:extLst>
              </a:tr>
              <a:tr h="359754">
                <a:tc>
                  <a:txBody>
                    <a:bodyPr/>
                    <a:lstStyle/>
                    <a:p>
                      <a:pPr>
                        <a:buNone/>
                      </a:pPr>
                      <a:r>
                        <a:rPr lang="tr-TR" dirty="0">
                          <a:effectLst/>
                        </a:rPr>
                        <a:t>New Development</a:t>
                      </a:r>
                    </a:p>
                  </a:txBody>
                  <a:tcPr anchor="ctr"/>
                </a:tc>
                <a:tc>
                  <a:txBody>
                    <a:bodyPr/>
                    <a:lstStyle/>
                    <a:p>
                      <a:pPr>
                        <a:buNone/>
                      </a:pPr>
                      <a:endParaRPr lang="tr-TR">
                        <a:effectLst/>
                      </a:endParaRPr>
                    </a:p>
                  </a:txBody>
                  <a:tcPr anchor="ctr"/>
                </a:tc>
                <a:extLst>
                  <a:ext uri="{0D108BD9-81ED-4DB2-BD59-A6C34878D82A}">
                    <a16:rowId xmlns:a16="http://schemas.microsoft.com/office/drawing/2014/main" val="2611224027"/>
                  </a:ext>
                </a:extLst>
              </a:tr>
              <a:tr h="359754">
                <a:tc>
                  <a:txBody>
                    <a:bodyPr/>
                    <a:lstStyle/>
                    <a:p>
                      <a:pPr>
                        <a:buNone/>
                      </a:pPr>
                      <a:r>
                        <a:rPr lang="tr-TR" dirty="0">
                          <a:effectLst/>
                        </a:rPr>
                        <a:t>Manuel </a:t>
                      </a:r>
                      <a:r>
                        <a:rPr lang="tr-TR" dirty="0" err="1">
                          <a:effectLst/>
                        </a:rPr>
                        <a:t>Testing</a:t>
                      </a:r>
                      <a:r>
                        <a:rPr lang="tr-TR" dirty="0">
                          <a:effectLst/>
                        </a:rPr>
                        <a:t> </a:t>
                      </a:r>
                      <a:r>
                        <a:rPr lang="tr-TR" dirty="0" err="1">
                          <a:effectLst/>
                        </a:rPr>
                        <a:t>Support</a:t>
                      </a:r>
                      <a:endParaRPr lang="tr-TR" dirty="0">
                        <a:effectLst/>
                      </a:endParaRPr>
                    </a:p>
                  </a:txBody>
                  <a:tcPr anchor="ctr"/>
                </a:tc>
                <a:tc>
                  <a:txBody>
                    <a:bodyPr/>
                    <a:lstStyle/>
                    <a:p>
                      <a:r>
                        <a:rPr lang="tr-TR" dirty="0"/>
                        <a:t>%20</a:t>
                      </a:r>
                    </a:p>
                  </a:txBody>
                  <a:tcPr/>
                </a:tc>
                <a:extLst>
                  <a:ext uri="{0D108BD9-81ED-4DB2-BD59-A6C34878D82A}">
                    <a16:rowId xmlns:a16="http://schemas.microsoft.com/office/drawing/2014/main" val="1015086729"/>
                  </a:ext>
                </a:extLst>
              </a:tr>
              <a:tr h="359754">
                <a:tc>
                  <a:txBody>
                    <a:bodyPr/>
                    <a:lstStyle/>
                    <a:p>
                      <a:pPr>
                        <a:buNone/>
                      </a:pPr>
                      <a:r>
                        <a:rPr lang="tr-TR" dirty="0" err="1">
                          <a:effectLst/>
                        </a:rPr>
                        <a:t>Tooling</a:t>
                      </a:r>
                      <a:r>
                        <a:rPr lang="tr-TR" dirty="0">
                          <a:effectLst/>
                        </a:rPr>
                        <a:t>/</a:t>
                      </a:r>
                      <a:r>
                        <a:rPr lang="tr-TR" dirty="0" err="1">
                          <a:effectLst/>
                        </a:rPr>
                        <a:t>development</a:t>
                      </a:r>
                      <a:endParaRPr lang="tr-TR" dirty="0">
                        <a:effectLst/>
                      </a:endParaRPr>
                    </a:p>
                  </a:txBody>
                  <a:tcPr anchor="ctr"/>
                </a:tc>
                <a:tc>
                  <a:txBody>
                    <a:bodyPr/>
                    <a:lstStyle/>
                    <a:p>
                      <a:r>
                        <a:rPr lang="tr-TR" dirty="0"/>
                        <a:t>%10</a:t>
                      </a:r>
                    </a:p>
                  </a:txBody>
                  <a:tcPr/>
                </a:tc>
                <a:extLst>
                  <a:ext uri="{0D108BD9-81ED-4DB2-BD59-A6C34878D82A}">
                    <a16:rowId xmlns:a16="http://schemas.microsoft.com/office/drawing/2014/main" val="1892619703"/>
                  </a:ext>
                </a:extLst>
              </a:tr>
              <a:tr h="359754">
                <a:tc>
                  <a:txBody>
                    <a:bodyPr/>
                    <a:lstStyle/>
                    <a:p>
                      <a:pPr>
                        <a:buNone/>
                      </a:pPr>
                      <a:endParaRPr lang="tr-TR" dirty="0">
                        <a:effectLst/>
                      </a:endParaRPr>
                    </a:p>
                  </a:txBody>
                  <a:tcPr anchor="ctr"/>
                </a:tc>
                <a:tc>
                  <a:txBody>
                    <a:bodyPr/>
                    <a:lstStyle/>
                    <a:p>
                      <a:endParaRPr lang="tr-TR" dirty="0"/>
                    </a:p>
                  </a:txBody>
                  <a:tcPr/>
                </a:tc>
                <a:extLst>
                  <a:ext uri="{0D108BD9-81ED-4DB2-BD59-A6C34878D82A}">
                    <a16:rowId xmlns:a16="http://schemas.microsoft.com/office/drawing/2014/main" val="3166142949"/>
                  </a:ext>
                </a:extLst>
              </a:tr>
              <a:tr h="359754">
                <a:tc>
                  <a:txBody>
                    <a:bodyPr/>
                    <a:lstStyle/>
                    <a:p>
                      <a:pPr>
                        <a:buNone/>
                      </a:pPr>
                      <a:endParaRPr lang="tr-TR" dirty="0">
                        <a:effectLst/>
                      </a:endParaRPr>
                    </a:p>
                  </a:txBody>
                  <a:tcPr anchor="ctr"/>
                </a:tc>
                <a:tc>
                  <a:txBody>
                    <a:bodyPr/>
                    <a:lstStyle/>
                    <a:p>
                      <a:endParaRPr lang="tr-TR" dirty="0"/>
                    </a:p>
                  </a:txBody>
                  <a:tcPr/>
                </a:tc>
                <a:extLst>
                  <a:ext uri="{0D108BD9-81ED-4DB2-BD59-A6C34878D82A}">
                    <a16:rowId xmlns:a16="http://schemas.microsoft.com/office/drawing/2014/main" val="1024443154"/>
                  </a:ext>
                </a:extLst>
              </a:tr>
              <a:tr h="359754">
                <a:tc>
                  <a:txBody>
                    <a:bodyPr/>
                    <a:lstStyle/>
                    <a:p>
                      <a:pPr>
                        <a:buNone/>
                      </a:pPr>
                      <a:endParaRPr lang="tr-TR" dirty="0">
                        <a:effectLst/>
                      </a:endParaRPr>
                    </a:p>
                  </a:txBody>
                  <a:tcPr anchor="ctr"/>
                </a:tc>
                <a:tc>
                  <a:txBody>
                    <a:bodyPr/>
                    <a:lstStyle/>
                    <a:p>
                      <a:r>
                        <a:rPr lang="tr-TR" dirty="0"/>
                        <a:t>%100</a:t>
                      </a:r>
                    </a:p>
                  </a:txBody>
                  <a:tcPr/>
                </a:tc>
                <a:extLst>
                  <a:ext uri="{0D108BD9-81ED-4DB2-BD59-A6C34878D82A}">
                    <a16:rowId xmlns:a16="http://schemas.microsoft.com/office/drawing/2014/main" val="1684329225"/>
                  </a:ext>
                </a:extLst>
              </a:tr>
            </a:tbl>
          </a:graphicData>
        </a:graphic>
      </p:graphicFrame>
      <p:sp>
        <p:nvSpPr>
          <p:cNvPr id="3" name="TextBox 2">
            <a:extLst>
              <a:ext uri="{FF2B5EF4-FFF2-40B4-BE49-F238E27FC236}">
                <a16:creationId xmlns:a16="http://schemas.microsoft.com/office/drawing/2014/main" id="{DB1629DA-66F0-9924-C508-56BF05896758}"/>
              </a:ext>
            </a:extLst>
          </p:cNvPr>
          <p:cNvSpPr txBox="1"/>
          <p:nvPr/>
        </p:nvSpPr>
        <p:spPr>
          <a:xfrm>
            <a:off x="669751" y="5547313"/>
            <a:ext cx="3172817" cy="626701"/>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Most</a:t>
            </a:r>
            <a:r>
              <a:rPr lang="tr-TR" sz="1200" dirty="0"/>
              <a:t> time </a:t>
            </a:r>
            <a:r>
              <a:rPr lang="tr-TR" sz="1200" dirty="0" err="1"/>
              <a:t>consuming</a:t>
            </a:r>
            <a:r>
              <a:rPr lang="tr-TR" sz="1200" dirty="0"/>
              <a:t> </a:t>
            </a:r>
            <a:r>
              <a:rPr lang="tr-TR" sz="1200" dirty="0" err="1"/>
              <a:t>task</a:t>
            </a:r>
            <a:r>
              <a:rPr lang="tr-TR" sz="1200" dirty="0"/>
              <a:t>:</a:t>
            </a:r>
          </a:p>
          <a:p>
            <a:pPr marL="171450" indent="-171450">
              <a:buFont typeface="Arial" panose="020B0604020202020204" pitchFamily="34" charset="0"/>
              <a:buChar char="•"/>
            </a:pPr>
            <a:endParaRPr lang="tr-TR" sz="1200" dirty="0"/>
          </a:p>
          <a:p>
            <a:pPr marL="171450" indent="-171450">
              <a:buFont typeface="Arial" panose="020B0604020202020204" pitchFamily="34" charset="0"/>
              <a:buChar char="•"/>
            </a:pPr>
            <a:endParaRPr lang="en-US" sz="1200" dirty="0"/>
          </a:p>
        </p:txBody>
      </p:sp>
      <p:sp>
        <p:nvSpPr>
          <p:cNvPr id="4" name="TextBox 3">
            <a:extLst>
              <a:ext uri="{FF2B5EF4-FFF2-40B4-BE49-F238E27FC236}">
                <a16:creationId xmlns:a16="http://schemas.microsoft.com/office/drawing/2014/main" id="{71A74570-CD9F-5C53-9469-F712243A2EA7}"/>
              </a:ext>
            </a:extLst>
          </p:cNvPr>
          <p:cNvSpPr txBox="1"/>
          <p:nvPr/>
        </p:nvSpPr>
        <p:spPr>
          <a:xfrm>
            <a:off x="669752" y="5182275"/>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a:t>Manager </a:t>
            </a:r>
            <a:r>
              <a:rPr lang="tr-TR" sz="1600" b="1" dirty="0" err="1"/>
              <a:t>Summary</a:t>
            </a:r>
            <a:endParaRPr lang="en-GB" sz="1600" b="1" dirty="0"/>
          </a:p>
        </p:txBody>
      </p:sp>
    </p:spTree>
    <p:extLst>
      <p:ext uri="{BB962C8B-B14F-4D97-AF65-F5344CB8AC3E}">
        <p14:creationId xmlns:p14="http://schemas.microsoft.com/office/powerpoint/2010/main" val="274112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59429-D496-4D7E-7E94-BF6C1F0A85AD}"/>
            </a:ext>
          </a:extLst>
        </p:cNvPr>
        <p:cNvGrpSpPr/>
        <p:nvPr/>
      </p:nvGrpSpPr>
      <p:grpSpPr>
        <a:xfrm>
          <a:off x="0" y="0"/>
          <a:ext cx="0" cy="0"/>
          <a:chOff x="0" y="0"/>
          <a:chExt cx="0" cy="0"/>
        </a:xfrm>
      </p:grpSpPr>
      <p:sp>
        <p:nvSpPr>
          <p:cNvPr id="13" name="Title 4">
            <a:extLst>
              <a:ext uri="{FF2B5EF4-FFF2-40B4-BE49-F238E27FC236}">
                <a16:creationId xmlns:a16="http://schemas.microsoft.com/office/drawing/2014/main" id="{FE23611C-7093-38B1-7CCF-6BDC86132A25}"/>
              </a:ext>
            </a:extLst>
          </p:cNvPr>
          <p:cNvSpPr txBox="1">
            <a:spLocks/>
          </p:cNvSpPr>
          <p:nvPr/>
        </p:nvSpPr>
        <p:spPr bwMode="auto">
          <a:xfrm>
            <a:off x="659008" y="325235"/>
            <a:ext cx="10551917" cy="858174"/>
          </a:xfrm>
          <a:prstGeom prst="rect">
            <a:avLst/>
          </a:prstGeom>
        </p:spPr>
        <p:txBody>
          <a:bodyPr vert="horz" lIns="0" tIns="0" rIns="0" bIns="0" rtlCol="0" anchor="t" anchorCtr="0">
            <a:normAutofit/>
          </a:bodyPr>
          <a:lst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kumimoji="0" lang="tr-TR" sz="2800" b="1" i="0" u="none" strike="noStrike" kern="1200" cap="none" spc="0" normalizeH="0" baseline="0" noProof="0" dirty="0" err="1">
                <a:ln>
                  <a:noFill/>
                </a:ln>
                <a:solidFill>
                  <a:srgbClr val="FF6200"/>
                </a:solidFill>
                <a:effectLst/>
                <a:uLnTx/>
                <a:uFillTx/>
                <a:latin typeface="ING display" panose="020B0803030508020203" pitchFamily="34" charset="0"/>
                <a:ea typeface="+mj-ea"/>
                <a:cs typeface="ING Me" pitchFamily="2" charset="0"/>
              </a:rPr>
              <a:t>Assets</a:t>
            </a:r>
            <a:r>
              <a:rPr kumimoji="0" lang="tr-TR"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rPr>
              <a:t> </a:t>
            </a:r>
            <a:r>
              <a:rPr kumimoji="0" lang="tr-TR" sz="2800" b="1" i="0" u="none" strike="noStrike" kern="1200" cap="none" spc="0" normalizeH="0" baseline="0" noProof="0" dirty="0" err="1">
                <a:ln>
                  <a:noFill/>
                </a:ln>
                <a:solidFill>
                  <a:srgbClr val="FF6200"/>
                </a:solidFill>
                <a:effectLst/>
                <a:uLnTx/>
                <a:uFillTx/>
                <a:latin typeface="ING display" panose="020B0803030508020203" pitchFamily="34" charset="0"/>
                <a:ea typeface="+mj-ea"/>
                <a:cs typeface="ING Me" pitchFamily="2" charset="0"/>
              </a:rPr>
              <a:t>and</a:t>
            </a:r>
            <a:r>
              <a:rPr kumimoji="0" lang="tr-TR"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rPr>
              <a:t> Services</a:t>
            </a:r>
            <a:endParaRPr kumimoji="0" lang="en-GB"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endParaRPr>
          </a:p>
        </p:txBody>
      </p:sp>
      <p:sp>
        <p:nvSpPr>
          <p:cNvPr id="18" name="TextBox 17">
            <a:extLst>
              <a:ext uri="{FF2B5EF4-FFF2-40B4-BE49-F238E27FC236}">
                <a16:creationId xmlns:a16="http://schemas.microsoft.com/office/drawing/2014/main" id="{BF53DB72-DD99-0710-EE1A-930EA9140EF2}"/>
              </a:ext>
            </a:extLst>
          </p:cNvPr>
          <p:cNvSpPr txBox="1"/>
          <p:nvPr/>
        </p:nvSpPr>
        <p:spPr>
          <a:xfrm>
            <a:off x="589640" y="890122"/>
            <a:ext cx="94116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This</a:t>
            </a:r>
            <a:r>
              <a:rPr lang="tr-TR" sz="1600" b="1" dirty="0"/>
              <a:t> Squad is </a:t>
            </a:r>
            <a:r>
              <a:rPr lang="tr-TR" sz="1600" b="1" dirty="0" err="1"/>
              <a:t>dealing</a:t>
            </a:r>
            <a:r>
              <a:rPr lang="tr-TR" sz="1600" b="1" dirty="0"/>
              <a:t> </a:t>
            </a:r>
            <a:r>
              <a:rPr lang="tr-TR" sz="1600" b="1" dirty="0" err="1"/>
              <a:t>with</a:t>
            </a:r>
            <a:r>
              <a:rPr lang="tr-TR" sz="1600" b="1" dirty="0"/>
              <a:t> </a:t>
            </a:r>
            <a:r>
              <a:rPr lang="tr-TR" sz="1600" b="1" dirty="0" err="1"/>
              <a:t>below</a:t>
            </a:r>
            <a:r>
              <a:rPr lang="tr-TR" sz="1600" b="1" dirty="0"/>
              <a:t> </a:t>
            </a:r>
            <a:r>
              <a:rPr lang="tr-TR" sz="1600" b="1" dirty="0" err="1"/>
              <a:t>assets</a:t>
            </a:r>
            <a:r>
              <a:rPr lang="tr-TR" sz="1600" b="1" dirty="0"/>
              <a:t> </a:t>
            </a:r>
            <a:r>
              <a:rPr lang="tr-TR" sz="1600" b="1" dirty="0" err="1"/>
              <a:t>and</a:t>
            </a:r>
            <a:r>
              <a:rPr lang="tr-TR" sz="1600" b="1" dirty="0"/>
              <a:t> </a:t>
            </a:r>
            <a:r>
              <a:rPr lang="tr-TR" sz="1600" b="1" dirty="0" err="1"/>
              <a:t>services</a:t>
            </a:r>
            <a:r>
              <a:rPr lang="tr-TR" sz="1600" b="1" dirty="0"/>
              <a:t> as </a:t>
            </a:r>
            <a:r>
              <a:rPr lang="tr-TR" sz="1600" b="1" dirty="0" err="1"/>
              <a:t>the</a:t>
            </a:r>
            <a:r>
              <a:rPr lang="tr-TR" sz="1600" b="1" dirty="0"/>
              <a:t> main </a:t>
            </a:r>
            <a:r>
              <a:rPr lang="tr-TR" sz="1600" b="1" dirty="0" err="1"/>
              <a:t>responsibility</a:t>
            </a:r>
            <a:endParaRPr lang="en-GB" sz="1600" b="1" dirty="0"/>
          </a:p>
        </p:txBody>
      </p:sp>
      <p:graphicFrame>
        <p:nvGraphicFramePr>
          <p:cNvPr id="2" name="Table 1">
            <a:extLst>
              <a:ext uri="{FF2B5EF4-FFF2-40B4-BE49-F238E27FC236}">
                <a16:creationId xmlns:a16="http://schemas.microsoft.com/office/drawing/2014/main" id="{64338FD0-9749-6160-5F27-2533E39DA924}"/>
              </a:ext>
            </a:extLst>
          </p:cNvPr>
          <p:cNvGraphicFramePr>
            <a:graphicFrameLocks noGrp="1"/>
          </p:cNvGraphicFramePr>
          <p:nvPr>
            <p:extLst>
              <p:ext uri="{D42A27DB-BD31-4B8C-83A1-F6EECF244321}">
                <p14:modId xmlns:p14="http://schemas.microsoft.com/office/powerpoint/2010/main" val="3026336094"/>
              </p:ext>
            </p:extLst>
          </p:nvPr>
        </p:nvGraphicFramePr>
        <p:xfrm>
          <a:off x="669751" y="1337171"/>
          <a:ext cx="10719147" cy="3383280"/>
        </p:xfrm>
        <a:graphic>
          <a:graphicData uri="http://schemas.openxmlformats.org/drawingml/2006/table">
            <a:tbl>
              <a:tblPr firstRow="1" bandRow="1">
                <a:tableStyleId>{5C22544A-7EE6-4342-B048-85BDC9FD1C3A}</a:tableStyleId>
              </a:tblPr>
              <a:tblGrid>
                <a:gridCol w="2139798">
                  <a:extLst>
                    <a:ext uri="{9D8B030D-6E8A-4147-A177-3AD203B41FA5}">
                      <a16:colId xmlns:a16="http://schemas.microsoft.com/office/drawing/2014/main" val="1597389030"/>
                    </a:ext>
                  </a:extLst>
                </a:gridCol>
                <a:gridCol w="2139798">
                  <a:extLst>
                    <a:ext uri="{9D8B030D-6E8A-4147-A177-3AD203B41FA5}">
                      <a16:colId xmlns:a16="http://schemas.microsoft.com/office/drawing/2014/main" val="974388486"/>
                    </a:ext>
                  </a:extLst>
                </a:gridCol>
                <a:gridCol w="2139798">
                  <a:extLst>
                    <a:ext uri="{9D8B030D-6E8A-4147-A177-3AD203B41FA5}">
                      <a16:colId xmlns:a16="http://schemas.microsoft.com/office/drawing/2014/main" val="3851558548"/>
                    </a:ext>
                  </a:extLst>
                </a:gridCol>
                <a:gridCol w="2139798">
                  <a:extLst>
                    <a:ext uri="{9D8B030D-6E8A-4147-A177-3AD203B41FA5}">
                      <a16:colId xmlns:a16="http://schemas.microsoft.com/office/drawing/2014/main" val="3823046696"/>
                    </a:ext>
                  </a:extLst>
                </a:gridCol>
                <a:gridCol w="2159955">
                  <a:extLst>
                    <a:ext uri="{9D8B030D-6E8A-4147-A177-3AD203B41FA5}">
                      <a16:colId xmlns:a16="http://schemas.microsoft.com/office/drawing/2014/main" val="2994866357"/>
                    </a:ext>
                  </a:extLst>
                </a:gridCol>
              </a:tblGrid>
              <a:tr h="359754">
                <a:tc>
                  <a:txBody>
                    <a:bodyPr/>
                    <a:lstStyle/>
                    <a:p>
                      <a:r>
                        <a:rPr lang="tr-TR" dirty="0" err="1"/>
                        <a:t>Asset</a:t>
                      </a:r>
                      <a:r>
                        <a:rPr lang="tr-TR" dirty="0"/>
                        <a:t>/Service</a:t>
                      </a:r>
                    </a:p>
                  </a:txBody>
                  <a:tcPr/>
                </a:tc>
                <a:tc>
                  <a:txBody>
                    <a:bodyPr/>
                    <a:lstStyle/>
                    <a:p>
                      <a:r>
                        <a:rPr lang="tr-TR" dirty="0" err="1"/>
                        <a:t>Purpose</a:t>
                      </a:r>
                      <a:endParaRPr lang="tr-TR" dirty="0"/>
                    </a:p>
                  </a:txBody>
                  <a:tcPr/>
                </a:tc>
                <a:tc>
                  <a:txBody>
                    <a:bodyPr/>
                    <a:lstStyle/>
                    <a:p>
                      <a:r>
                        <a:rPr lang="tr-TR" dirty="0" err="1"/>
                        <a:t>Criticality</a:t>
                      </a:r>
                      <a:endParaRPr lang="tr-TR" dirty="0"/>
                    </a:p>
                  </a:txBody>
                  <a:tcPr/>
                </a:tc>
                <a:tc>
                  <a:txBody>
                    <a:bodyPr/>
                    <a:lstStyle/>
                    <a:p>
                      <a:r>
                        <a:rPr lang="tr-TR" dirty="0">
                          <a:effectLst/>
                        </a:rPr>
                        <a:t>Effort %</a:t>
                      </a:r>
                      <a:endParaRPr lang="tr-TR" dirty="0"/>
                    </a:p>
                  </a:txBody>
                  <a:tcPr/>
                </a:tc>
                <a:tc>
                  <a:txBody>
                    <a:bodyPr/>
                    <a:lstStyle/>
                    <a:p>
                      <a:r>
                        <a:rPr lang="tr-TR" dirty="0" err="1"/>
                        <a:t>Status</a:t>
                      </a:r>
                      <a:endParaRPr lang="tr-TR" dirty="0"/>
                    </a:p>
                  </a:txBody>
                  <a:tcPr/>
                </a:tc>
                <a:extLst>
                  <a:ext uri="{0D108BD9-81ED-4DB2-BD59-A6C34878D82A}">
                    <a16:rowId xmlns:a16="http://schemas.microsoft.com/office/drawing/2014/main" val="863645179"/>
                  </a:ext>
                </a:extLst>
              </a:tr>
              <a:tr h="359754">
                <a:tc>
                  <a:txBody>
                    <a:bodyPr/>
                    <a:lstStyle/>
                    <a:p>
                      <a:pPr>
                        <a:buNone/>
                      </a:pPr>
                      <a:r>
                        <a:rPr lang="tr-TR" dirty="0" err="1">
                          <a:effectLst/>
                        </a:rPr>
                        <a:t>Orange</a:t>
                      </a:r>
                      <a:r>
                        <a:rPr lang="tr-TR" dirty="0">
                          <a:effectLst/>
                        </a:rPr>
                        <a:t> sms</a:t>
                      </a:r>
                    </a:p>
                  </a:txBody>
                  <a:tcPr anchor="ctr"/>
                </a:tc>
                <a:tc>
                  <a:txBody>
                    <a:bodyPr/>
                    <a:lstStyle/>
                    <a:p>
                      <a:pPr>
                        <a:buNone/>
                      </a:pPr>
                      <a:r>
                        <a:rPr lang="tr-TR" dirty="0">
                          <a:effectLst/>
                        </a:rPr>
                        <a:t>Sms service</a:t>
                      </a:r>
                    </a:p>
                  </a:txBody>
                  <a:tcPr anchor="ctr"/>
                </a:tc>
                <a:tc>
                  <a:txBody>
                    <a:bodyPr/>
                    <a:lstStyle/>
                    <a:p>
                      <a:pPr>
                        <a:buNone/>
                      </a:pPr>
                      <a:r>
                        <a:rPr lang="tr-TR" dirty="0" err="1">
                          <a:effectLst/>
                        </a:rPr>
                        <a:t>Very</a:t>
                      </a:r>
                      <a:r>
                        <a:rPr lang="tr-TR" dirty="0">
                          <a:effectLst/>
                        </a:rPr>
                        <a:t> </a:t>
                      </a:r>
                      <a:r>
                        <a:rPr lang="tr-TR" dirty="0" err="1">
                          <a:effectLst/>
                        </a:rPr>
                        <a:t>critical</a:t>
                      </a:r>
                      <a:endParaRPr lang="tr-TR" dirty="0">
                        <a:effectLst/>
                      </a:endParaRPr>
                    </a:p>
                  </a:txBody>
                  <a:tcPr anchor="ctr"/>
                </a:tc>
                <a:tc>
                  <a:txBody>
                    <a:bodyPr/>
                    <a:lstStyle/>
                    <a:p>
                      <a:pPr>
                        <a:buNone/>
                      </a:pPr>
                      <a:r>
                        <a:rPr lang="tr-TR" dirty="0">
                          <a:effectLst/>
                        </a:rPr>
                        <a:t>%50</a:t>
                      </a:r>
                    </a:p>
                  </a:txBody>
                  <a:tcPr anchor="ctr"/>
                </a:tc>
                <a:tc>
                  <a:txBody>
                    <a:bodyPr/>
                    <a:lstStyle/>
                    <a:p>
                      <a:pPr>
                        <a:buNone/>
                      </a:pPr>
                      <a:r>
                        <a:rPr lang="tr-TR" dirty="0">
                          <a:effectLst/>
                        </a:rPr>
                        <a:t>stabile</a:t>
                      </a:r>
                    </a:p>
                  </a:txBody>
                  <a:tcPr anchor="ctr"/>
                </a:tc>
                <a:extLst>
                  <a:ext uri="{0D108BD9-81ED-4DB2-BD59-A6C34878D82A}">
                    <a16:rowId xmlns:a16="http://schemas.microsoft.com/office/drawing/2014/main" val="998464964"/>
                  </a:ext>
                </a:extLst>
              </a:tr>
              <a:tr h="359754">
                <a:tc>
                  <a:txBody>
                    <a:bodyPr/>
                    <a:lstStyle/>
                    <a:p>
                      <a:pPr>
                        <a:buNone/>
                      </a:pPr>
                      <a:r>
                        <a:rPr lang="tr-TR" dirty="0" err="1">
                          <a:effectLst/>
                        </a:rPr>
                        <a:t>Devops</a:t>
                      </a:r>
                      <a:r>
                        <a:rPr lang="tr-TR" dirty="0">
                          <a:effectLst/>
                        </a:rPr>
                        <a:t> </a:t>
                      </a:r>
                      <a:r>
                        <a:rPr lang="tr-TR" dirty="0" err="1">
                          <a:effectLst/>
                        </a:rPr>
                        <a:t>new</a:t>
                      </a:r>
                      <a:r>
                        <a:rPr lang="tr-TR" dirty="0">
                          <a:effectLst/>
                        </a:rPr>
                        <a:t> </a:t>
                      </a:r>
                      <a:r>
                        <a:rPr lang="tr-TR" dirty="0" err="1">
                          <a:effectLst/>
                        </a:rPr>
                        <a:t>pipeline</a:t>
                      </a:r>
                      <a:endParaRPr lang="tr-TR" dirty="0">
                        <a:effectLst/>
                      </a:endParaRPr>
                    </a:p>
                  </a:txBody>
                  <a:tcPr anchor="ctr"/>
                </a:tc>
                <a:tc>
                  <a:txBody>
                    <a:bodyPr/>
                    <a:lstStyle/>
                    <a:p>
                      <a:pPr>
                        <a:buNone/>
                      </a:pPr>
                      <a:r>
                        <a:rPr lang="tr-TR" dirty="0" err="1">
                          <a:effectLst/>
                        </a:rPr>
                        <a:t>To</a:t>
                      </a:r>
                      <a:r>
                        <a:rPr lang="tr-TR" dirty="0">
                          <a:effectLst/>
                        </a:rPr>
                        <a:t> standardize </a:t>
                      </a:r>
                      <a:r>
                        <a:rPr lang="tr-TR" dirty="0" err="1">
                          <a:effectLst/>
                        </a:rPr>
                        <a:t>the</a:t>
                      </a:r>
                      <a:r>
                        <a:rPr lang="tr-TR" dirty="0">
                          <a:effectLst/>
                        </a:rPr>
                        <a:t> </a:t>
                      </a:r>
                      <a:r>
                        <a:rPr lang="tr-TR" dirty="0" err="1">
                          <a:effectLst/>
                        </a:rPr>
                        <a:t>deployments</a:t>
                      </a:r>
                      <a:endParaRPr lang="tr-TR" dirty="0">
                        <a:effectLst/>
                      </a:endParaRPr>
                    </a:p>
                  </a:txBody>
                  <a:tcPr anchor="ctr"/>
                </a:tc>
                <a:tc>
                  <a:txBody>
                    <a:bodyPr/>
                    <a:lstStyle/>
                    <a:p>
                      <a:pPr>
                        <a:buNone/>
                      </a:pPr>
                      <a:endParaRPr lang="tr-TR">
                        <a:effectLst/>
                      </a:endParaRPr>
                    </a:p>
                  </a:txBody>
                  <a:tcPr anchor="ctr"/>
                </a:tc>
                <a:tc>
                  <a:txBody>
                    <a:bodyPr/>
                    <a:lstStyle/>
                    <a:p>
                      <a:pPr>
                        <a:buNone/>
                      </a:pPr>
                      <a:r>
                        <a:rPr lang="tr-TR" dirty="0">
                          <a:effectLst/>
                        </a:rPr>
                        <a:t>%25</a:t>
                      </a:r>
                    </a:p>
                  </a:txBody>
                  <a:tcPr anchor="ctr"/>
                </a:tc>
                <a:tc>
                  <a:txBody>
                    <a:bodyPr/>
                    <a:lstStyle/>
                    <a:p>
                      <a:pPr>
                        <a:buNone/>
                      </a:pPr>
                      <a:r>
                        <a:rPr lang="tr-TR" dirty="0">
                          <a:effectLst/>
                        </a:rPr>
                        <a:t>High </a:t>
                      </a:r>
                      <a:r>
                        <a:rPr lang="tr-TR" dirty="0" err="1">
                          <a:effectLst/>
                        </a:rPr>
                        <a:t>demand</a:t>
                      </a:r>
                      <a:endParaRPr lang="tr-TR" dirty="0">
                        <a:effectLst/>
                      </a:endParaRPr>
                    </a:p>
                  </a:txBody>
                  <a:tcPr anchor="ctr"/>
                </a:tc>
                <a:extLst>
                  <a:ext uri="{0D108BD9-81ED-4DB2-BD59-A6C34878D82A}">
                    <a16:rowId xmlns:a16="http://schemas.microsoft.com/office/drawing/2014/main" val="1773592717"/>
                  </a:ext>
                </a:extLst>
              </a:tr>
              <a:tr h="359754">
                <a:tc>
                  <a:txBody>
                    <a:bodyPr/>
                    <a:lstStyle/>
                    <a:p>
                      <a:pPr fontAlgn="t">
                        <a:lnSpc>
                          <a:spcPts val="1500"/>
                        </a:lnSpc>
                        <a:buNone/>
                      </a:pPr>
                      <a:r>
                        <a:rPr lang="tr-TR" b="0" i="0" dirty="0" err="1">
                          <a:effectLst/>
                          <a:latin typeface="Segoe UI" panose="020B0502040204020203" pitchFamily="34" charset="0"/>
                        </a:rPr>
                        <a:t>İnternal</a:t>
                      </a:r>
                      <a:r>
                        <a:rPr lang="tr-TR" b="0" i="0" dirty="0">
                          <a:effectLst/>
                          <a:latin typeface="Segoe UI" panose="020B0502040204020203" pitchFamily="34" charset="0"/>
                        </a:rPr>
                        <a:t> </a:t>
                      </a:r>
                      <a:r>
                        <a:rPr lang="tr-TR" b="0" i="0" dirty="0" err="1">
                          <a:effectLst/>
                          <a:latin typeface="Segoe UI" panose="020B0502040204020203" pitchFamily="34" charset="0"/>
                        </a:rPr>
                        <a:t>framework</a:t>
                      </a:r>
                      <a:endParaRPr lang="tr-TR" b="0" i="0" dirty="0">
                        <a:effectLst/>
                        <a:latin typeface="Segoe UI" panose="020B0502040204020203" pitchFamily="34" charset="0"/>
                      </a:endParaRPr>
                    </a:p>
                  </a:txBody>
                  <a:tcPr/>
                </a:tc>
                <a:tc>
                  <a:txBody>
                    <a:bodyPr/>
                    <a:lstStyle/>
                    <a:p>
                      <a:pPr>
                        <a:buNone/>
                      </a:pPr>
                      <a:r>
                        <a:rPr lang="tr-TR" dirty="0" err="1">
                          <a:effectLst/>
                        </a:rPr>
                        <a:t>Rapid</a:t>
                      </a:r>
                      <a:r>
                        <a:rPr lang="tr-TR" dirty="0">
                          <a:effectLst/>
                        </a:rPr>
                        <a:t> </a:t>
                      </a:r>
                      <a:r>
                        <a:rPr lang="tr-TR" dirty="0" err="1">
                          <a:effectLst/>
                        </a:rPr>
                        <a:t>development</a:t>
                      </a:r>
                      <a:endParaRPr lang="tr-TR" dirty="0">
                        <a:effectLst/>
                      </a:endParaRPr>
                    </a:p>
                  </a:txBody>
                  <a:tcPr anchor="ctr"/>
                </a:tc>
                <a:tc>
                  <a:txBody>
                    <a:bodyPr/>
                    <a:lstStyle/>
                    <a:p>
                      <a:pPr>
                        <a:buNone/>
                      </a:pPr>
                      <a:r>
                        <a:rPr lang="tr-TR" dirty="0">
                          <a:effectLst/>
                        </a:rPr>
                        <a:t>High </a:t>
                      </a:r>
                      <a:r>
                        <a:rPr lang="tr-TR" dirty="0" err="1">
                          <a:effectLst/>
                        </a:rPr>
                        <a:t>critical</a:t>
                      </a:r>
                      <a:endParaRPr lang="tr-TR" dirty="0">
                        <a:effectLst/>
                      </a:endParaRPr>
                    </a:p>
                  </a:txBody>
                  <a:tcPr anchor="ctr"/>
                </a:tc>
                <a:tc>
                  <a:txBody>
                    <a:bodyPr/>
                    <a:lstStyle/>
                    <a:p>
                      <a:pPr>
                        <a:buNone/>
                      </a:pPr>
                      <a:r>
                        <a:rPr lang="tr-TR" dirty="0">
                          <a:effectLst/>
                        </a:rPr>
                        <a:t>%15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effectLst/>
                        </a:rPr>
                        <a:t>Under </a:t>
                      </a:r>
                      <a:r>
                        <a:rPr lang="tr-TR" dirty="0" err="1">
                          <a:effectLst/>
                        </a:rPr>
                        <a:t>development</a:t>
                      </a:r>
                      <a:endParaRPr lang="tr-TR" dirty="0">
                        <a:effectLst/>
                      </a:endParaRPr>
                    </a:p>
                  </a:txBody>
                  <a:tcPr/>
                </a:tc>
                <a:extLst>
                  <a:ext uri="{0D108BD9-81ED-4DB2-BD59-A6C34878D82A}">
                    <a16:rowId xmlns:a16="http://schemas.microsoft.com/office/drawing/2014/main" val="1015086729"/>
                  </a:ext>
                </a:extLst>
              </a:tr>
              <a:tr h="359754">
                <a:tc>
                  <a:txBody>
                    <a:bodyPr/>
                    <a:lstStyle/>
                    <a:p>
                      <a:pPr fontAlgn="t">
                        <a:lnSpc>
                          <a:spcPts val="1500"/>
                        </a:lnSpc>
                        <a:buNone/>
                      </a:pPr>
                      <a:r>
                        <a:rPr lang="tr-TR" b="0" i="0" dirty="0">
                          <a:effectLst/>
                          <a:latin typeface="Segoe UI" panose="020B0502040204020203" pitchFamily="34" charset="0"/>
                        </a:rPr>
                        <a:t>Test Data Management</a:t>
                      </a:r>
                    </a:p>
                  </a:txBody>
                  <a:tcPr/>
                </a:tc>
                <a:tc>
                  <a:txBody>
                    <a:bodyPr/>
                    <a:lstStyle/>
                    <a:p>
                      <a:pPr>
                        <a:buNone/>
                      </a:pPr>
                      <a:r>
                        <a:rPr lang="tr-TR" dirty="0" err="1">
                          <a:effectLst/>
                        </a:rPr>
                        <a:t>Support</a:t>
                      </a:r>
                      <a:r>
                        <a:rPr lang="tr-TR" dirty="0">
                          <a:effectLst/>
                        </a:rPr>
                        <a:t> test </a:t>
                      </a:r>
                      <a:r>
                        <a:rPr lang="tr-TR" dirty="0" err="1">
                          <a:effectLst/>
                        </a:rPr>
                        <a:t>phase</a:t>
                      </a:r>
                      <a:endParaRPr lang="tr-TR" dirty="0">
                        <a:effectLst/>
                      </a:endParaRPr>
                    </a:p>
                  </a:txBody>
                  <a:tcPr anchor="ctr"/>
                </a:tc>
                <a:tc>
                  <a:txBody>
                    <a:bodyPr/>
                    <a:lstStyle/>
                    <a:p>
                      <a:pPr>
                        <a:buNone/>
                      </a:pPr>
                      <a:endParaRPr lang="tr-TR" dirty="0">
                        <a:effectLst/>
                      </a:endParaRPr>
                    </a:p>
                  </a:txBody>
                  <a:tcPr anchor="ctr"/>
                </a:tc>
                <a:tc>
                  <a:txBody>
                    <a:bodyPr/>
                    <a:lstStyle/>
                    <a:p>
                      <a:pPr>
                        <a:buNone/>
                      </a:pPr>
                      <a:r>
                        <a:rPr lang="tr-TR" dirty="0">
                          <a:effectLst/>
                        </a:rPr>
                        <a:t>%10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effectLst/>
                        </a:rPr>
                        <a:t>Under </a:t>
                      </a:r>
                      <a:r>
                        <a:rPr lang="tr-TR" dirty="0" err="1">
                          <a:effectLst/>
                        </a:rPr>
                        <a:t>development</a:t>
                      </a:r>
                      <a:endParaRPr lang="tr-TR" dirty="0">
                        <a:effectLst/>
                      </a:endParaRPr>
                    </a:p>
                  </a:txBody>
                  <a:tcPr/>
                </a:tc>
                <a:extLst>
                  <a:ext uri="{0D108BD9-81ED-4DB2-BD59-A6C34878D82A}">
                    <a16:rowId xmlns:a16="http://schemas.microsoft.com/office/drawing/2014/main" val="3166142949"/>
                  </a:ext>
                </a:extLst>
              </a:tr>
              <a:tr h="359754">
                <a:tc>
                  <a:txBody>
                    <a:bodyPr/>
                    <a:lstStyle/>
                    <a:p>
                      <a:endParaRPr lang="tr-TR" dirty="0"/>
                    </a:p>
                  </a:txBody>
                  <a:tcPr/>
                </a:tc>
                <a:tc>
                  <a:txBody>
                    <a:bodyPr/>
                    <a:lstStyle/>
                    <a:p>
                      <a:pPr>
                        <a:buNone/>
                      </a:pPr>
                      <a:endParaRPr lang="tr-TR" dirty="0">
                        <a:effectLst/>
                      </a:endParaRPr>
                    </a:p>
                  </a:txBody>
                  <a:tcPr anchor="ctr"/>
                </a:tc>
                <a:tc>
                  <a:txBody>
                    <a:bodyPr/>
                    <a:lstStyle/>
                    <a:p>
                      <a:pPr>
                        <a:buNone/>
                      </a:pPr>
                      <a:endParaRPr lang="tr-TR" dirty="0">
                        <a:effectLst/>
                      </a:endParaRPr>
                    </a:p>
                  </a:txBody>
                  <a:tcPr anchor="ctr"/>
                </a:tc>
                <a:tc>
                  <a:txBody>
                    <a:bodyPr/>
                    <a:lstStyle/>
                    <a:p>
                      <a:pPr>
                        <a:buNone/>
                      </a:pPr>
                      <a:endParaRPr lang="tr-TR" dirty="0">
                        <a:effectLst/>
                      </a:endParaRPr>
                    </a:p>
                  </a:txBody>
                  <a:tcPr anchor="ctr"/>
                </a:tc>
                <a:tc>
                  <a:txBody>
                    <a:bodyPr/>
                    <a:lstStyle/>
                    <a:p>
                      <a:endParaRPr lang="tr-TR" dirty="0"/>
                    </a:p>
                  </a:txBody>
                  <a:tcPr/>
                </a:tc>
                <a:extLst>
                  <a:ext uri="{0D108BD9-81ED-4DB2-BD59-A6C34878D82A}">
                    <a16:rowId xmlns:a16="http://schemas.microsoft.com/office/drawing/2014/main" val="1024443154"/>
                  </a:ext>
                </a:extLst>
              </a:tr>
              <a:tr h="359754">
                <a:tc>
                  <a:txBody>
                    <a:bodyPr/>
                    <a:lstStyle/>
                    <a:p>
                      <a:pPr>
                        <a:buNone/>
                      </a:pPr>
                      <a:endParaRPr lang="tr-TR" dirty="0">
                        <a:effectLst/>
                      </a:endParaRPr>
                    </a:p>
                  </a:txBody>
                  <a:tcPr anchor="ctr"/>
                </a:tc>
                <a:tc>
                  <a:txBody>
                    <a:bodyPr/>
                    <a:lstStyle/>
                    <a:p>
                      <a:pPr>
                        <a:buNone/>
                      </a:pPr>
                      <a:endParaRPr lang="tr-TR" dirty="0">
                        <a:effectLst/>
                      </a:endParaRPr>
                    </a:p>
                  </a:txBody>
                  <a:tcPr anchor="ctr"/>
                </a:tc>
                <a:tc>
                  <a:txBody>
                    <a:bodyPr/>
                    <a:lstStyle/>
                    <a:p>
                      <a:pPr>
                        <a:buNone/>
                      </a:pPr>
                      <a:endParaRPr lang="tr-TR"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%100</a:t>
                      </a:r>
                    </a:p>
                  </a:txBody>
                  <a:tcPr anchor="ctr"/>
                </a:tc>
                <a:tc>
                  <a:txBody>
                    <a:bodyPr/>
                    <a:lstStyle/>
                    <a:p>
                      <a:endParaRPr lang="tr-TR" dirty="0"/>
                    </a:p>
                  </a:txBody>
                  <a:tcPr/>
                </a:tc>
                <a:extLst>
                  <a:ext uri="{0D108BD9-81ED-4DB2-BD59-A6C34878D82A}">
                    <a16:rowId xmlns:a16="http://schemas.microsoft.com/office/drawing/2014/main" val="1684329225"/>
                  </a:ext>
                </a:extLst>
              </a:tr>
            </a:tbl>
          </a:graphicData>
        </a:graphic>
      </p:graphicFrame>
    </p:spTree>
    <p:extLst>
      <p:ext uri="{BB962C8B-B14F-4D97-AF65-F5344CB8AC3E}">
        <p14:creationId xmlns:p14="http://schemas.microsoft.com/office/powerpoint/2010/main" val="3791025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4AA41-72BC-AC61-EC8C-1006E52678CB}"/>
            </a:ext>
          </a:extLst>
        </p:cNvPr>
        <p:cNvGrpSpPr/>
        <p:nvPr/>
      </p:nvGrpSpPr>
      <p:grpSpPr>
        <a:xfrm>
          <a:off x="0" y="0"/>
          <a:ext cx="0" cy="0"/>
          <a:chOff x="0" y="0"/>
          <a:chExt cx="0" cy="0"/>
        </a:xfrm>
      </p:grpSpPr>
      <p:sp>
        <p:nvSpPr>
          <p:cNvPr id="13" name="Title 4">
            <a:extLst>
              <a:ext uri="{FF2B5EF4-FFF2-40B4-BE49-F238E27FC236}">
                <a16:creationId xmlns:a16="http://schemas.microsoft.com/office/drawing/2014/main" id="{22719CD0-2E42-99CF-8BD7-B75F1F5123CA}"/>
              </a:ext>
            </a:extLst>
          </p:cNvPr>
          <p:cNvSpPr txBox="1">
            <a:spLocks/>
          </p:cNvSpPr>
          <p:nvPr/>
        </p:nvSpPr>
        <p:spPr bwMode="auto">
          <a:xfrm>
            <a:off x="411357" y="179501"/>
            <a:ext cx="10551917" cy="858174"/>
          </a:xfrm>
          <a:prstGeom prst="rect">
            <a:avLst/>
          </a:prstGeom>
        </p:spPr>
        <p:txBody>
          <a:bodyPr vert="horz" lIns="0" tIns="0" rIns="0" bIns="0" rtlCol="0" anchor="t" anchorCtr="0">
            <a:normAutofit/>
          </a:bodyPr>
          <a:lst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lang="tr-TR" dirty="0" err="1">
                <a:solidFill>
                  <a:srgbClr val="FF6200"/>
                </a:solidFill>
                <a:latin typeface="ING display" panose="020B0803030508020203" pitchFamily="34" charset="0"/>
              </a:rPr>
              <a:t>Asset</a:t>
            </a:r>
            <a:r>
              <a:rPr lang="tr-TR" dirty="0">
                <a:solidFill>
                  <a:srgbClr val="FF6200"/>
                </a:solidFill>
                <a:latin typeface="ING display" panose="020B0803030508020203" pitchFamily="34" charset="0"/>
              </a:rPr>
              <a:t> X</a:t>
            </a:r>
            <a:endParaRPr kumimoji="0" lang="en-GB"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endParaRPr>
          </a:p>
        </p:txBody>
      </p:sp>
      <p:graphicFrame>
        <p:nvGraphicFramePr>
          <p:cNvPr id="2" name="Table 1">
            <a:extLst>
              <a:ext uri="{FF2B5EF4-FFF2-40B4-BE49-F238E27FC236}">
                <a16:creationId xmlns:a16="http://schemas.microsoft.com/office/drawing/2014/main" id="{924A11EA-52AC-13A5-EAF1-1CAC17682B03}"/>
              </a:ext>
            </a:extLst>
          </p:cNvPr>
          <p:cNvGraphicFramePr>
            <a:graphicFrameLocks noGrp="1"/>
          </p:cNvGraphicFramePr>
          <p:nvPr>
            <p:extLst>
              <p:ext uri="{D42A27DB-BD31-4B8C-83A1-F6EECF244321}">
                <p14:modId xmlns:p14="http://schemas.microsoft.com/office/powerpoint/2010/main" val="2792723427"/>
              </p:ext>
            </p:extLst>
          </p:nvPr>
        </p:nvGraphicFramePr>
        <p:xfrm>
          <a:off x="411357" y="2226422"/>
          <a:ext cx="4279596" cy="2560320"/>
        </p:xfrm>
        <a:graphic>
          <a:graphicData uri="http://schemas.openxmlformats.org/drawingml/2006/table">
            <a:tbl>
              <a:tblPr firstRow="1" bandRow="1">
                <a:tableStyleId>{5C22544A-7EE6-4342-B048-85BDC9FD1C3A}</a:tableStyleId>
              </a:tblPr>
              <a:tblGrid>
                <a:gridCol w="2139798">
                  <a:extLst>
                    <a:ext uri="{9D8B030D-6E8A-4147-A177-3AD203B41FA5}">
                      <a16:colId xmlns:a16="http://schemas.microsoft.com/office/drawing/2014/main" val="1597389030"/>
                    </a:ext>
                  </a:extLst>
                </a:gridCol>
                <a:gridCol w="2139798">
                  <a:extLst>
                    <a:ext uri="{9D8B030D-6E8A-4147-A177-3AD203B41FA5}">
                      <a16:colId xmlns:a16="http://schemas.microsoft.com/office/drawing/2014/main" val="3823046696"/>
                    </a:ext>
                  </a:extLst>
                </a:gridCol>
              </a:tblGrid>
              <a:tr h="359754">
                <a:tc>
                  <a:txBody>
                    <a:bodyPr/>
                    <a:lstStyle/>
                    <a:p>
                      <a:r>
                        <a:rPr lang="tr-TR" dirty="0" err="1"/>
                        <a:t>Asset</a:t>
                      </a:r>
                      <a:r>
                        <a:rPr lang="tr-TR" dirty="0"/>
                        <a:t>/Service</a:t>
                      </a:r>
                    </a:p>
                  </a:txBody>
                  <a:tcPr/>
                </a:tc>
                <a:tc>
                  <a:txBody>
                    <a:bodyPr/>
                    <a:lstStyle/>
                    <a:p>
                      <a:r>
                        <a:rPr lang="tr-TR" dirty="0">
                          <a:effectLst/>
                        </a:rPr>
                        <a:t>Effort %</a:t>
                      </a:r>
                      <a:endParaRPr lang="tr-TR" dirty="0"/>
                    </a:p>
                  </a:txBody>
                  <a:tcPr/>
                </a:tc>
                <a:extLst>
                  <a:ext uri="{0D108BD9-81ED-4DB2-BD59-A6C34878D82A}">
                    <a16:rowId xmlns:a16="http://schemas.microsoft.com/office/drawing/2014/main" val="863645179"/>
                  </a:ext>
                </a:extLst>
              </a:tr>
              <a:tr h="359754">
                <a:tc>
                  <a:txBody>
                    <a:bodyPr/>
                    <a:lstStyle/>
                    <a:p>
                      <a:pPr>
                        <a:buNone/>
                      </a:pPr>
                      <a:r>
                        <a:rPr lang="tr-TR" dirty="0" err="1">
                          <a:effectLst/>
                        </a:rPr>
                        <a:t>Operation</a:t>
                      </a:r>
                      <a:endParaRPr lang="tr-TR" dirty="0">
                        <a:effectLst/>
                      </a:endParaRPr>
                    </a:p>
                  </a:txBody>
                  <a:tcPr anchor="ctr"/>
                </a:tc>
                <a:tc>
                  <a:txBody>
                    <a:bodyPr/>
                    <a:lstStyle/>
                    <a:p>
                      <a:pPr>
                        <a:buNone/>
                      </a:pPr>
                      <a:r>
                        <a:rPr lang="tr-TR" dirty="0">
                          <a:effectLst/>
                        </a:rPr>
                        <a:t>%50</a:t>
                      </a:r>
                    </a:p>
                  </a:txBody>
                  <a:tcPr anchor="ctr"/>
                </a:tc>
                <a:extLst>
                  <a:ext uri="{0D108BD9-81ED-4DB2-BD59-A6C34878D82A}">
                    <a16:rowId xmlns:a16="http://schemas.microsoft.com/office/drawing/2014/main" val="998464964"/>
                  </a:ext>
                </a:extLst>
              </a:tr>
              <a:tr h="359754">
                <a:tc>
                  <a:txBody>
                    <a:bodyPr/>
                    <a:lstStyle/>
                    <a:p>
                      <a:pPr>
                        <a:buNone/>
                      </a:pPr>
                      <a:r>
                        <a:rPr lang="tr-TR" dirty="0">
                          <a:effectLst/>
                        </a:rPr>
                        <a:t>Development</a:t>
                      </a:r>
                    </a:p>
                  </a:txBody>
                  <a:tcPr anchor="ctr"/>
                </a:tc>
                <a:tc>
                  <a:txBody>
                    <a:bodyPr/>
                    <a:lstStyle/>
                    <a:p>
                      <a:pPr>
                        <a:buNone/>
                      </a:pPr>
                      <a:r>
                        <a:rPr lang="tr-TR" dirty="0">
                          <a:effectLst/>
                        </a:rPr>
                        <a:t>%25</a:t>
                      </a:r>
                    </a:p>
                  </a:txBody>
                  <a:tcPr anchor="ctr"/>
                </a:tc>
                <a:extLst>
                  <a:ext uri="{0D108BD9-81ED-4DB2-BD59-A6C34878D82A}">
                    <a16:rowId xmlns:a16="http://schemas.microsoft.com/office/drawing/2014/main" val="1773592717"/>
                  </a:ext>
                </a:extLst>
              </a:tr>
              <a:tr h="359754">
                <a:tc>
                  <a:txBody>
                    <a:bodyPr/>
                    <a:lstStyle/>
                    <a:p>
                      <a:pPr fontAlgn="t">
                        <a:lnSpc>
                          <a:spcPts val="1500"/>
                        </a:lnSpc>
                        <a:buNone/>
                      </a:pPr>
                      <a:r>
                        <a:rPr lang="tr-TR" b="0" i="0" dirty="0">
                          <a:effectLst/>
                          <a:latin typeface="Segoe UI" panose="020B0502040204020203" pitchFamily="34" charset="0"/>
                        </a:rPr>
                        <a:t>Upgrade</a:t>
                      </a:r>
                    </a:p>
                  </a:txBody>
                  <a:tcPr/>
                </a:tc>
                <a:tc>
                  <a:txBody>
                    <a:bodyPr/>
                    <a:lstStyle/>
                    <a:p>
                      <a:pPr>
                        <a:buNone/>
                      </a:pPr>
                      <a:r>
                        <a:rPr lang="tr-TR" dirty="0">
                          <a:effectLst/>
                        </a:rPr>
                        <a:t>%15</a:t>
                      </a:r>
                    </a:p>
                  </a:txBody>
                  <a:tcPr anchor="ctr"/>
                </a:tc>
                <a:extLst>
                  <a:ext uri="{0D108BD9-81ED-4DB2-BD59-A6C34878D82A}">
                    <a16:rowId xmlns:a16="http://schemas.microsoft.com/office/drawing/2014/main" val="1015086729"/>
                  </a:ext>
                </a:extLst>
              </a:tr>
              <a:tr h="359754">
                <a:tc>
                  <a:txBody>
                    <a:bodyPr/>
                    <a:lstStyle/>
                    <a:p>
                      <a:pPr fontAlgn="t">
                        <a:lnSpc>
                          <a:spcPts val="1500"/>
                        </a:lnSpc>
                        <a:buNone/>
                      </a:pPr>
                      <a:endParaRPr lang="tr-TR" b="0" i="0" dirty="0">
                        <a:effectLst/>
                        <a:latin typeface="Segoe UI" panose="020B0502040204020203" pitchFamily="34" charset="0"/>
                      </a:endParaRPr>
                    </a:p>
                  </a:txBody>
                  <a:tcPr/>
                </a:tc>
                <a:tc>
                  <a:txBody>
                    <a:bodyPr/>
                    <a:lstStyle/>
                    <a:p>
                      <a:pPr>
                        <a:buNone/>
                      </a:pPr>
                      <a:r>
                        <a:rPr lang="tr-TR" dirty="0">
                          <a:effectLst/>
                        </a:rPr>
                        <a:t>%10</a:t>
                      </a:r>
                    </a:p>
                  </a:txBody>
                  <a:tcPr anchor="ctr"/>
                </a:tc>
                <a:extLst>
                  <a:ext uri="{0D108BD9-81ED-4DB2-BD59-A6C34878D82A}">
                    <a16:rowId xmlns:a16="http://schemas.microsoft.com/office/drawing/2014/main" val="3166142949"/>
                  </a:ext>
                </a:extLst>
              </a:tr>
              <a:tr h="359754">
                <a:tc>
                  <a:txBody>
                    <a:bodyPr/>
                    <a:lstStyle/>
                    <a:p>
                      <a:endParaRPr lang="tr-TR" dirty="0"/>
                    </a:p>
                  </a:txBody>
                  <a:tcPr/>
                </a:tc>
                <a:tc>
                  <a:txBody>
                    <a:bodyPr/>
                    <a:lstStyle/>
                    <a:p>
                      <a:pPr>
                        <a:buNone/>
                      </a:pPr>
                      <a:endParaRPr lang="tr-TR" dirty="0">
                        <a:effectLst/>
                      </a:endParaRPr>
                    </a:p>
                  </a:txBody>
                  <a:tcPr anchor="ctr"/>
                </a:tc>
                <a:extLst>
                  <a:ext uri="{0D108BD9-81ED-4DB2-BD59-A6C34878D82A}">
                    <a16:rowId xmlns:a16="http://schemas.microsoft.com/office/drawing/2014/main" val="1024443154"/>
                  </a:ext>
                </a:extLst>
              </a:tr>
              <a:tr h="359754">
                <a:tc>
                  <a:txBody>
                    <a:bodyPr/>
                    <a:lstStyle/>
                    <a:p>
                      <a:pPr>
                        <a:buNone/>
                      </a:pPr>
                      <a:endParaRPr lang="tr-TR"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%100</a:t>
                      </a:r>
                    </a:p>
                  </a:txBody>
                  <a:tcPr anchor="ctr"/>
                </a:tc>
                <a:extLst>
                  <a:ext uri="{0D108BD9-81ED-4DB2-BD59-A6C34878D82A}">
                    <a16:rowId xmlns:a16="http://schemas.microsoft.com/office/drawing/2014/main" val="1684329225"/>
                  </a:ext>
                </a:extLst>
              </a:tr>
            </a:tbl>
          </a:graphicData>
        </a:graphic>
      </p:graphicFrame>
      <p:sp>
        <p:nvSpPr>
          <p:cNvPr id="3" name="Rectangle: Rounded Corners 2">
            <a:extLst>
              <a:ext uri="{FF2B5EF4-FFF2-40B4-BE49-F238E27FC236}">
                <a16:creationId xmlns:a16="http://schemas.microsoft.com/office/drawing/2014/main" id="{B020425C-4A76-179B-D024-9D75A5E74916}"/>
              </a:ext>
            </a:extLst>
          </p:cNvPr>
          <p:cNvSpPr/>
          <p:nvPr/>
        </p:nvSpPr>
        <p:spPr>
          <a:xfrm>
            <a:off x="411357" y="830536"/>
            <a:ext cx="11019551" cy="638007"/>
          </a:xfrm>
          <a:prstGeom prst="roundRect">
            <a:avLst>
              <a:gd name="adj" fmla="val 5770"/>
            </a:avLst>
          </a:prstGeom>
          <a:solidFill>
            <a:schemeClr val="tx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err="1">
                <a:solidFill>
                  <a:schemeClr val="tx1"/>
                </a:solidFill>
              </a:rPr>
              <a:t>With</a:t>
            </a:r>
            <a:r>
              <a:rPr lang="tr-TR" sz="1600" dirty="0">
                <a:solidFill>
                  <a:schemeClr val="tx1"/>
                </a:solidFill>
              </a:rPr>
              <a:t> </a:t>
            </a:r>
            <a:r>
              <a:rPr lang="tr-TR" sz="1600" dirty="0" err="1">
                <a:solidFill>
                  <a:schemeClr val="tx1"/>
                </a:solidFill>
              </a:rPr>
              <a:t>this</a:t>
            </a:r>
            <a:r>
              <a:rPr lang="tr-TR" sz="1600" dirty="0">
                <a:solidFill>
                  <a:schemeClr val="tx1"/>
                </a:solidFill>
              </a:rPr>
              <a:t> </a:t>
            </a:r>
            <a:r>
              <a:rPr lang="tr-TR" sz="1600" dirty="0" err="1">
                <a:solidFill>
                  <a:schemeClr val="tx1"/>
                </a:solidFill>
              </a:rPr>
              <a:t>asset</a:t>
            </a:r>
            <a:r>
              <a:rPr lang="tr-TR" sz="1600" dirty="0">
                <a:solidFill>
                  <a:schemeClr val="tx1"/>
                </a:solidFill>
              </a:rPr>
              <a:t>/service, </a:t>
            </a:r>
            <a:r>
              <a:rPr lang="tr-TR" sz="1600" dirty="0" err="1">
                <a:solidFill>
                  <a:schemeClr val="tx1"/>
                </a:solidFill>
              </a:rPr>
              <a:t>business</a:t>
            </a:r>
            <a:r>
              <a:rPr lang="tr-TR" sz="1600" dirty="0">
                <a:solidFill>
                  <a:schemeClr val="tx1"/>
                </a:solidFill>
              </a:rPr>
              <a:t> is </a:t>
            </a:r>
            <a:r>
              <a:rPr lang="tr-TR" sz="1600" dirty="0" err="1">
                <a:solidFill>
                  <a:schemeClr val="tx1"/>
                </a:solidFill>
              </a:rPr>
              <a:t>sending</a:t>
            </a:r>
            <a:r>
              <a:rPr lang="tr-TR" sz="1600" dirty="0">
                <a:solidFill>
                  <a:schemeClr val="tx1"/>
                </a:solidFill>
              </a:rPr>
              <a:t> </a:t>
            </a:r>
            <a:r>
              <a:rPr lang="tr-TR" sz="1600" dirty="0" err="1">
                <a:solidFill>
                  <a:schemeClr val="tx1"/>
                </a:solidFill>
              </a:rPr>
              <a:t>requests</a:t>
            </a:r>
            <a:r>
              <a:rPr lang="tr-TR" sz="1600" dirty="0">
                <a:solidFill>
                  <a:schemeClr val="tx1"/>
                </a:solidFill>
              </a:rPr>
              <a:t> </a:t>
            </a:r>
            <a:r>
              <a:rPr lang="tr-TR" sz="1600" dirty="0" err="1">
                <a:solidFill>
                  <a:schemeClr val="tx1"/>
                </a:solidFill>
              </a:rPr>
              <a:t>to</a:t>
            </a:r>
            <a:r>
              <a:rPr lang="tr-TR" sz="1600" dirty="0">
                <a:solidFill>
                  <a:schemeClr val="tx1"/>
                </a:solidFill>
              </a:rPr>
              <a:t> </a:t>
            </a:r>
            <a:r>
              <a:rPr lang="tr-TR" sz="1600" dirty="0" err="1">
                <a:solidFill>
                  <a:schemeClr val="tx1"/>
                </a:solidFill>
              </a:rPr>
              <a:t>that</a:t>
            </a:r>
            <a:r>
              <a:rPr lang="tr-TR" sz="1600" dirty="0">
                <a:solidFill>
                  <a:schemeClr val="tx1"/>
                </a:solidFill>
              </a:rPr>
              <a:t> </a:t>
            </a:r>
            <a:r>
              <a:rPr lang="tr-TR" sz="1600" dirty="0" err="1">
                <a:solidFill>
                  <a:schemeClr val="tx1"/>
                </a:solidFill>
              </a:rPr>
              <a:t>system</a:t>
            </a:r>
            <a:endParaRPr lang="en-NL" sz="1600" dirty="0">
              <a:solidFill>
                <a:schemeClr val="tx1"/>
              </a:solidFill>
            </a:endParaRPr>
          </a:p>
        </p:txBody>
      </p:sp>
      <p:sp>
        <p:nvSpPr>
          <p:cNvPr id="8" name="TextBox 7">
            <a:extLst>
              <a:ext uri="{FF2B5EF4-FFF2-40B4-BE49-F238E27FC236}">
                <a16:creationId xmlns:a16="http://schemas.microsoft.com/office/drawing/2014/main" id="{3998A145-1B2B-B2DE-F711-DD5162C678A2}"/>
              </a:ext>
            </a:extLst>
          </p:cNvPr>
          <p:cNvSpPr txBox="1"/>
          <p:nvPr/>
        </p:nvSpPr>
        <p:spPr>
          <a:xfrm>
            <a:off x="5002408" y="2591460"/>
            <a:ext cx="3172817" cy="996033"/>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Doing</a:t>
            </a:r>
            <a:r>
              <a:rPr lang="tr-TR" sz="1200" dirty="0"/>
              <a:t> </a:t>
            </a:r>
            <a:r>
              <a:rPr lang="tr-TR" sz="1200" dirty="0" err="1"/>
              <a:t>this</a:t>
            </a:r>
            <a:endParaRPr lang="tr-TR" sz="1200" dirty="0"/>
          </a:p>
          <a:p>
            <a:pPr marL="171450" indent="-171450">
              <a:buFont typeface="Arial" panose="020B0604020202020204" pitchFamily="34" charset="0"/>
              <a:buChar char="•"/>
            </a:pPr>
            <a:r>
              <a:rPr lang="tr-TR" sz="1200" dirty="0" err="1"/>
              <a:t>Managing</a:t>
            </a:r>
            <a:r>
              <a:rPr lang="tr-TR" sz="1200" dirty="0"/>
              <a:t> </a:t>
            </a:r>
            <a:r>
              <a:rPr lang="tr-TR" sz="1200" dirty="0" err="1"/>
              <a:t>that</a:t>
            </a:r>
            <a:endParaRPr lang="tr-TR" sz="1200" dirty="0"/>
          </a:p>
          <a:p>
            <a:pPr marL="171450" indent="-171450">
              <a:buFont typeface="Arial" panose="020B0604020202020204" pitchFamily="34" charset="0"/>
              <a:buChar char="•"/>
            </a:pPr>
            <a:r>
              <a:rPr lang="tr-TR" sz="1200" dirty="0" err="1"/>
              <a:t>Runing</a:t>
            </a:r>
            <a:r>
              <a:rPr lang="tr-TR" sz="1200" dirty="0"/>
              <a:t> </a:t>
            </a:r>
            <a:r>
              <a:rPr lang="tr-TR" sz="1200" dirty="0" err="1"/>
              <a:t>the</a:t>
            </a:r>
            <a:r>
              <a:rPr lang="tr-TR" sz="1200" dirty="0"/>
              <a:t> platform</a:t>
            </a:r>
          </a:p>
          <a:p>
            <a:pPr marL="171450" indent="-171450">
              <a:buFont typeface="Arial" panose="020B0604020202020204" pitchFamily="34" charset="0"/>
              <a:buChar char="•"/>
            </a:pPr>
            <a:r>
              <a:rPr lang="tr-TR" sz="1200" dirty="0" err="1"/>
              <a:t>İnfluencing</a:t>
            </a:r>
            <a:r>
              <a:rPr lang="tr-TR" sz="1200" dirty="0"/>
              <a:t> </a:t>
            </a:r>
            <a:r>
              <a:rPr lang="tr-TR" sz="1200" dirty="0" err="1"/>
              <a:t>the</a:t>
            </a:r>
            <a:r>
              <a:rPr lang="tr-TR" sz="1200" dirty="0"/>
              <a:t> marketing </a:t>
            </a:r>
            <a:r>
              <a:rPr lang="tr-TR" sz="1200" dirty="0" err="1"/>
              <a:t>team</a:t>
            </a:r>
            <a:endParaRPr lang="tr-TR" sz="1200" dirty="0"/>
          </a:p>
          <a:p>
            <a:pPr marL="171450" indent="-171450">
              <a:buFont typeface="Arial" panose="020B0604020202020204" pitchFamily="34" charset="0"/>
              <a:buChar char="•"/>
            </a:pPr>
            <a:endParaRPr lang="en-US" sz="1200" dirty="0"/>
          </a:p>
        </p:txBody>
      </p:sp>
      <p:sp>
        <p:nvSpPr>
          <p:cNvPr id="9" name="TextBox 8">
            <a:extLst>
              <a:ext uri="{FF2B5EF4-FFF2-40B4-BE49-F238E27FC236}">
                <a16:creationId xmlns:a16="http://schemas.microsoft.com/office/drawing/2014/main" id="{0F44248F-A8C5-D0D1-8519-3DDFC84ECEDD}"/>
              </a:ext>
            </a:extLst>
          </p:cNvPr>
          <p:cNvSpPr txBox="1"/>
          <p:nvPr/>
        </p:nvSpPr>
        <p:spPr>
          <a:xfrm>
            <a:off x="5002409" y="2226422"/>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Scope</a:t>
            </a:r>
            <a:endParaRPr lang="en-GB" sz="1600" b="1" dirty="0"/>
          </a:p>
        </p:txBody>
      </p:sp>
      <p:sp>
        <p:nvSpPr>
          <p:cNvPr id="12" name="Rectangle: Rounded Corners 11">
            <a:extLst>
              <a:ext uri="{FF2B5EF4-FFF2-40B4-BE49-F238E27FC236}">
                <a16:creationId xmlns:a16="http://schemas.microsoft.com/office/drawing/2014/main" id="{784D2F17-4EDB-FA60-67F3-C89F8D763AB6}"/>
              </a:ext>
            </a:extLst>
          </p:cNvPr>
          <p:cNvSpPr/>
          <p:nvPr/>
        </p:nvSpPr>
        <p:spPr>
          <a:xfrm>
            <a:off x="411357" y="1542308"/>
            <a:ext cx="11019551" cy="486517"/>
          </a:xfrm>
          <a:prstGeom prst="roundRect">
            <a:avLst>
              <a:gd name="adj" fmla="val 5770"/>
            </a:avLst>
          </a:prstGeom>
          <a:solidFill>
            <a:srgbClr val="92D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err="1">
                <a:solidFill>
                  <a:schemeClr val="tx1"/>
                </a:solidFill>
              </a:rPr>
              <a:t>Yearly</a:t>
            </a:r>
            <a:r>
              <a:rPr lang="tr-TR" sz="1600" dirty="0">
                <a:solidFill>
                  <a:schemeClr val="tx1"/>
                </a:solidFill>
              </a:rPr>
              <a:t> </a:t>
            </a:r>
            <a:r>
              <a:rPr lang="tr-TR" sz="1600" dirty="0" err="1">
                <a:solidFill>
                  <a:schemeClr val="tx1"/>
                </a:solidFill>
              </a:rPr>
              <a:t>licence</a:t>
            </a:r>
            <a:r>
              <a:rPr lang="tr-TR" sz="1600" dirty="0">
                <a:solidFill>
                  <a:schemeClr val="tx1"/>
                </a:solidFill>
              </a:rPr>
              <a:t> x </a:t>
            </a:r>
            <a:r>
              <a:rPr lang="tr-TR" sz="1600" dirty="0" err="1">
                <a:solidFill>
                  <a:schemeClr val="tx1"/>
                </a:solidFill>
              </a:rPr>
              <a:t>dollar</a:t>
            </a:r>
            <a:endParaRPr lang="tr-TR" sz="1600" dirty="0">
              <a:solidFill>
                <a:schemeClr val="tx1"/>
              </a:solidFill>
            </a:endParaRPr>
          </a:p>
          <a:p>
            <a:pPr>
              <a:lnSpc>
                <a:spcPct val="90000"/>
              </a:lnSpc>
            </a:pPr>
            <a:r>
              <a:rPr lang="tr-TR" sz="1600" dirty="0" err="1">
                <a:solidFill>
                  <a:schemeClr val="tx1"/>
                </a:solidFill>
              </a:rPr>
              <a:t>Consumes</a:t>
            </a:r>
            <a:r>
              <a:rPr lang="tr-TR" sz="1600" dirty="0">
                <a:solidFill>
                  <a:schemeClr val="tx1"/>
                </a:solidFill>
              </a:rPr>
              <a:t> </a:t>
            </a:r>
            <a:r>
              <a:rPr lang="tr-TR" sz="1600" dirty="0" err="1">
                <a:solidFill>
                  <a:schemeClr val="tx1"/>
                </a:solidFill>
              </a:rPr>
              <a:t>xmd</a:t>
            </a:r>
            <a:r>
              <a:rPr lang="tr-TR" sz="1600" dirty="0">
                <a:solidFill>
                  <a:schemeClr val="tx1"/>
                </a:solidFill>
              </a:rPr>
              <a:t> </a:t>
            </a:r>
            <a:r>
              <a:rPr lang="tr-TR" sz="1600" dirty="0" err="1">
                <a:solidFill>
                  <a:schemeClr val="tx1"/>
                </a:solidFill>
              </a:rPr>
              <a:t>per</a:t>
            </a:r>
            <a:r>
              <a:rPr lang="tr-TR" sz="1600" dirty="0">
                <a:solidFill>
                  <a:schemeClr val="tx1"/>
                </a:solidFill>
              </a:rPr>
              <a:t> </a:t>
            </a:r>
            <a:r>
              <a:rPr lang="tr-TR" sz="1600" dirty="0" err="1">
                <a:solidFill>
                  <a:schemeClr val="tx1"/>
                </a:solidFill>
              </a:rPr>
              <a:t>year</a:t>
            </a:r>
            <a:endParaRPr lang="en-NL" sz="1600" dirty="0">
              <a:solidFill>
                <a:schemeClr val="tx1"/>
              </a:solidFill>
            </a:endParaRPr>
          </a:p>
        </p:txBody>
      </p:sp>
      <p:sp>
        <p:nvSpPr>
          <p:cNvPr id="17" name="TextBox 16">
            <a:extLst>
              <a:ext uri="{FF2B5EF4-FFF2-40B4-BE49-F238E27FC236}">
                <a16:creationId xmlns:a16="http://schemas.microsoft.com/office/drawing/2014/main" id="{32FA2445-29E7-458E-CC20-21BED3CC69C1}"/>
              </a:ext>
            </a:extLst>
          </p:cNvPr>
          <p:cNvSpPr txBox="1"/>
          <p:nvPr/>
        </p:nvSpPr>
        <p:spPr>
          <a:xfrm>
            <a:off x="8908568" y="2591460"/>
            <a:ext cx="3172817" cy="257369"/>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Mainstance</a:t>
            </a:r>
            <a:r>
              <a:rPr lang="tr-TR" sz="1200" dirty="0"/>
              <a:t> is </a:t>
            </a:r>
            <a:r>
              <a:rPr lang="tr-TR" sz="1200" dirty="0" err="1"/>
              <a:t>getting</a:t>
            </a:r>
            <a:r>
              <a:rPr lang="tr-TR" sz="1200" dirty="0"/>
              <a:t> </a:t>
            </a:r>
            <a:r>
              <a:rPr lang="tr-TR" sz="1200" dirty="0" err="1"/>
              <a:t>the</a:t>
            </a:r>
            <a:r>
              <a:rPr lang="tr-TR" sz="1200" dirty="0"/>
              <a:t> main </a:t>
            </a:r>
            <a:r>
              <a:rPr lang="tr-TR" sz="1200" dirty="0" err="1"/>
              <a:t>consumer</a:t>
            </a:r>
            <a:endParaRPr lang="en-US" sz="1200" dirty="0"/>
          </a:p>
        </p:txBody>
      </p:sp>
      <p:sp>
        <p:nvSpPr>
          <p:cNvPr id="19" name="TextBox 18">
            <a:extLst>
              <a:ext uri="{FF2B5EF4-FFF2-40B4-BE49-F238E27FC236}">
                <a16:creationId xmlns:a16="http://schemas.microsoft.com/office/drawing/2014/main" id="{DC0F4C0C-D28A-2FD5-2B8B-B41DEACA3433}"/>
              </a:ext>
            </a:extLst>
          </p:cNvPr>
          <p:cNvSpPr txBox="1"/>
          <p:nvPr/>
        </p:nvSpPr>
        <p:spPr>
          <a:xfrm>
            <a:off x="8908569" y="2226422"/>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Current</a:t>
            </a:r>
            <a:r>
              <a:rPr lang="tr-TR" sz="1600" b="1" dirty="0"/>
              <a:t> </a:t>
            </a:r>
            <a:r>
              <a:rPr lang="tr-TR" sz="1600" b="1" dirty="0" err="1"/>
              <a:t>Status</a:t>
            </a:r>
            <a:endParaRPr lang="en-GB" sz="1600" b="1" dirty="0"/>
          </a:p>
        </p:txBody>
      </p:sp>
      <p:sp>
        <p:nvSpPr>
          <p:cNvPr id="20" name="TextBox 19">
            <a:extLst>
              <a:ext uri="{FF2B5EF4-FFF2-40B4-BE49-F238E27FC236}">
                <a16:creationId xmlns:a16="http://schemas.microsoft.com/office/drawing/2014/main" id="{A24FC9A9-20D1-05E3-A006-288380680BA1}"/>
              </a:ext>
            </a:extLst>
          </p:cNvPr>
          <p:cNvSpPr txBox="1"/>
          <p:nvPr/>
        </p:nvSpPr>
        <p:spPr>
          <a:xfrm>
            <a:off x="8908568" y="4293025"/>
            <a:ext cx="3172817" cy="811367"/>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Vendor</a:t>
            </a:r>
            <a:r>
              <a:rPr lang="tr-TR" sz="1200" dirty="0"/>
              <a:t> </a:t>
            </a:r>
            <a:r>
              <a:rPr lang="tr-TR" sz="1200" dirty="0" err="1"/>
              <a:t>lock</a:t>
            </a:r>
            <a:r>
              <a:rPr lang="tr-TR" sz="1200" dirty="0"/>
              <a:t>-in</a:t>
            </a:r>
          </a:p>
          <a:p>
            <a:pPr marL="171450" indent="-171450">
              <a:buFont typeface="Arial" panose="020B0604020202020204" pitchFamily="34" charset="0"/>
              <a:buChar char="•"/>
            </a:pPr>
            <a:r>
              <a:rPr lang="tr-TR" sz="1200" dirty="0" err="1"/>
              <a:t>Single</a:t>
            </a:r>
            <a:r>
              <a:rPr lang="tr-TR" sz="1200" dirty="0"/>
              <a:t>-</a:t>
            </a:r>
            <a:r>
              <a:rPr lang="tr-TR" sz="1200" dirty="0" err="1"/>
              <a:t>point</a:t>
            </a:r>
            <a:r>
              <a:rPr lang="tr-TR" sz="1200" dirty="0"/>
              <a:t>-of-</a:t>
            </a:r>
            <a:r>
              <a:rPr lang="tr-TR" sz="1200" dirty="0" err="1"/>
              <a:t>failure</a:t>
            </a:r>
            <a:endParaRPr lang="tr-TR" sz="1200" dirty="0"/>
          </a:p>
          <a:p>
            <a:pPr marL="171450" indent="-171450">
              <a:buFont typeface="Arial" panose="020B0604020202020204" pitchFamily="34" charset="0"/>
              <a:buChar char="•"/>
            </a:pPr>
            <a:endParaRPr lang="tr-TR" sz="1200" dirty="0"/>
          </a:p>
          <a:p>
            <a:pPr marL="171450" indent="-171450">
              <a:buFont typeface="Arial" panose="020B0604020202020204" pitchFamily="34" charset="0"/>
              <a:buChar char="•"/>
            </a:pPr>
            <a:endParaRPr lang="en-US" sz="1200" dirty="0"/>
          </a:p>
        </p:txBody>
      </p:sp>
      <p:sp>
        <p:nvSpPr>
          <p:cNvPr id="21" name="TextBox 20">
            <a:extLst>
              <a:ext uri="{FF2B5EF4-FFF2-40B4-BE49-F238E27FC236}">
                <a16:creationId xmlns:a16="http://schemas.microsoft.com/office/drawing/2014/main" id="{494FE0FE-4011-72C1-B73B-D164EAFCAA92}"/>
              </a:ext>
            </a:extLst>
          </p:cNvPr>
          <p:cNvSpPr txBox="1"/>
          <p:nvPr/>
        </p:nvSpPr>
        <p:spPr>
          <a:xfrm>
            <a:off x="8908569" y="3927987"/>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Risks</a:t>
            </a:r>
            <a:endParaRPr lang="en-GB" sz="1600" b="1" dirty="0"/>
          </a:p>
        </p:txBody>
      </p:sp>
      <p:sp>
        <p:nvSpPr>
          <p:cNvPr id="22" name="TextBox 21">
            <a:extLst>
              <a:ext uri="{FF2B5EF4-FFF2-40B4-BE49-F238E27FC236}">
                <a16:creationId xmlns:a16="http://schemas.microsoft.com/office/drawing/2014/main" id="{0A2EB803-0F9D-837B-6C17-2B80A878274F}"/>
              </a:ext>
            </a:extLst>
          </p:cNvPr>
          <p:cNvSpPr txBox="1"/>
          <p:nvPr/>
        </p:nvSpPr>
        <p:spPr>
          <a:xfrm>
            <a:off x="5079518" y="4330500"/>
            <a:ext cx="3172817" cy="626701"/>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Shift-left</a:t>
            </a:r>
            <a:r>
              <a:rPr lang="tr-TR" sz="1200" dirty="0"/>
              <a:t> in </a:t>
            </a:r>
            <a:r>
              <a:rPr lang="tr-TR" sz="1200" dirty="0" err="1"/>
              <a:t>testing</a:t>
            </a:r>
            <a:endParaRPr lang="tr-TR" sz="1200" dirty="0"/>
          </a:p>
          <a:p>
            <a:pPr marL="171450" indent="-171450">
              <a:buFont typeface="Arial" panose="020B0604020202020204" pitchFamily="34" charset="0"/>
              <a:buChar char="•"/>
            </a:pPr>
            <a:r>
              <a:rPr lang="tr-TR" sz="1200" dirty="0" err="1"/>
              <a:t>Etc</a:t>
            </a:r>
            <a:r>
              <a:rPr lang="tr-TR" sz="1200" dirty="0"/>
              <a:t>.</a:t>
            </a:r>
          </a:p>
          <a:p>
            <a:pPr marL="171450" indent="-171450">
              <a:buFont typeface="Arial" panose="020B0604020202020204" pitchFamily="34" charset="0"/>
              <a:buChar char="•"/>
            </a:pPr>
            <a:endParaRPr lang="en-US" sz="1200" dirty="0"/>
          </a:p>
        </p:txBody>
      </p:sp>
      <p:sp>
        <p:nvSpPr>
          <p:cNvPr id="23" name="TextBox 22">
            <a:extLst>
              <a:ext uri="{FF2B5EF4-FFF2-40B4-BE49-F238E27FC236}">
                <a16:creationId xmlns:a16="http://schemas.microsoft.com/office/drawing/2014/main" id="{927A9463-426F-E459-01B5-85E98C3EA975}"/>
              </a:ext>
            </a:extLst>
          </p:cNvPr>
          <p:cNvSpPr txBox="1"/>
          <p:nvPr/>
        </p:nvSpPr>
        <p:spPr>
          <a:xfrm>
            <a:off x="5079519" y="3965462"/>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Target</a:t>
            </a:r>
            <a:endParaRPr lang="en-GB" sz="1600" b="1" dirty="0"/>
          </a:p>
        </p:txBody>
      </p:sp>
      <p:sp>
        <p:nvSpPr>
          <p:cNvPr id="4" name="TextBox 3">
            <a:extLst>
              <a:ext uri="{FF2B5EF4-FFF2-40B4-BE49-F238E27FC236}">
                <a16:creationId xmlns:a16="http://schemas.microsoft.com/office/drawing/2014/main" id="{CAA52074-98B9-8758-93EE-00D62DA54BFD}"/>
              </a:ext>
            </a:extLst>
          </p:cNvPr>
          <p:cNvSpPr txBox="1"/>
          <p:nvPr/>
        </p:nvSpPr>
        <p:spPr>
          <a:xfrm>
            <a:off x="411356" y="5718171"/>
            <a:ext cx="3172817" cy="626701"/>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a:t>Ayşe</a:t>
            </a:r>
          </a:p>
          <a:p>
            <a:pPr marL="171450" indent="-171450">
              <a:buFont typeface="Arial" panose="020B0604020202020204" pitchFamily="34" charset="0"/>
              <a:buChar char="•"/>
            </a:pPr>
            <a:r>
              <a:rPr lang="tr-TR" sz="1200" dirty="0"/>
              <a:t>Ahmet</a:t>
            </a:r>
          </a:p>
          <a:p>
            <a:pPr marL="171450" indent="-171450">
              <a:buFont typeface="Arial" panose="020B0604020202020204" pitchFamily="34" charset="0"/>
              <a:buChar char="•"/>
            </a:pPr>
            <a:endParaRPr lang="en-US" sz="1200" dirty="0"/>
          </a:p>
        </p:txBody>
      </p:sp>
      <p:sp>
        <p:nvSpPr>
          <p:cNvPr id="5" name="TextBox 4">
            <a:extLst>
              <a:ext uri="{FF2B5EF4-FFF2-40B4-BE49-F238E27FC236}">
                <a16:creationId xmlns:a16="http://schemas.microsoft.com/office/drawing/2014/main" id="{37235EA9-7FAE-ABFD-0A39-6D826EB182A9}"/>
              </a:ext>
            </a:extLst>
          </p:cNvPr>
          <p:cNvSpPr txBox="1"/>
          <p:nvPr/>
        </p:nvSpPr>
        <p:spPr>
          <a:xfrm>
            <a:off x="411357" y="5353133"/>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Who</a:t>
            </a:r>
            <a:r>
              <a:rPr lang="tr-TR" sz="1600" b="1" dirty="0"/>
              <a:t> </a:t>
            </a:r>
            <a:r>
              <a:rPr lang="tr-TR" sz="1600" b="1" dirty="0" err="1"/>
              <a:t>are</a:t>
            </a:r>
            <a:r>
              <a:rPr lang="tr-TR" sz="1600" b="1" dirty="0"/>
              <a:t> </a:t>
            </a:r>
            <a:r>
              <a:rPr lang="tr-TR" sz="1600" b="1" dirty="0" err="1"/>
              <a:t>dealing</a:t>
            </a:r>
            <a:r>
              <a:rPr lang="tr-TR" sz="1600" b="1" dirty="0"/>
              <a:t> </a:t>
            </a:r>
            <a:r>
              <a:rPr lang="tr-TR" sz="1600" b="1" dirty="0" err="1"/>
              <a:t>with</a:t>
            </a:r>
            <a:r>
              <a:rPr lang="tr-TR" sz="1600" b="1" dirty="0"/>
              <a:t> </a:t>
            </a:r>
            <a:r>
              <a:rPr lang="tr-TR" sz="1600" b="1" dirty="0" err="1"/>
              <a:t>this</a:t>
            </a:r>
            <a:r>
              <a:rPr lang="tr-TR" sz="1600" b="1" dirty="0"/>
              <a:t> </a:t>
            </a:r>
            <a:r>
              <a:rPr lang="tr-TR" sz="1600" b="1" dirty="0" err="1"/>
              <a:t>asset</a:t>
            </a:r>
            <a:r>
              <a:rPr lang="tr-TR" sz="1600" b="1" dirty="0"/>
              <a:t>?</a:t>
            </a:r>
            <a:endParaRPr lang="en-GB" sz="1600" b="1" dirty="0"/>
          </a:p>
        </p:txBody>
      </p:sp>
    </p:spTree>
    <p:extLst>
      <p:ext uri="{BB962C8B-B14F-4D97-AF65-F5344CB8AC3E}">
        <p14:creationId xmlns:p14="http://schemas.microsoft.com/office/powerpoint/2010/main" val="2008515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D8407-9DF1-CA99-6426-BB66DBC6B8FD}"/>
            </a:ext>
          </a:extLst>
        </p:cNvPr>
        <p:cNvGrpSpPr/>
        <p:nvPr/>
      </p:nvGrpSpPr>
      <p:grpSpPr>
        <a:xfrm>
          <a:off x="0" y="0"/>
          <a:ext cx="0" cy="0"/>
          <a:chOff x="0" y="0"/>
          <a:chExt cx="0" cy="0"/>
        </a:xfrm>
      </p:grpSpPr>
      <p:sp>
        <p:nvSpPr>
          <p:cNvPr id="13" name="Title 4">
            <a:extLst>
              <a:ext uri="{FF2B5EF4-FFF2-40B4-BE49-F238E27FC236}">
                <a16:creationId xmlns:a16="http://schemas.microsoft.com/office/drawing/2014/main" id="{4B260829-EA97-983A-276F-74D84C9533AD}"/>
              </a:ext>
            </a:extLst>
          </p:cNvPr>
          <p:cNvSpPr txBox="1">
            <a:spLocks/>
          </p:cNvSpPr>
          <p:nvPr/>
        </p:nvSpPr>
        <p:spPr bwMode="auto">
          <a:xfrm>
            <a:off x="411357" y="179501"/>
            <a:ext cx="10551917" cy="858174"/>
          </a:xfrm>
          <a:prstGeom prst="rect">
            <a:avLst/>
          </a:prstGeom>
        </p:spPr>
        <p:txBody>
          <a:bodyPr vert="horz" lIns="0" tIns="0" rIns="0" bIns="0" rtlCol="0" anchor="t" anchorCtr="0">
            <a:normAutofit/>
          </a:bodyPr>
          <a:lst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kumimoji="0" lang="tr-TR"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rPr>
              <a:t>Service Y</a:t>
            </a:r>
            <a:endParaRPr kumimoji="0" lang="en-GB"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endParaRPr>
          </a:p>
        </p:txBody>
      </p:sp>
      <p:graphicFrame>
        <p:nvGraphicFramePr>
          <p:cNvPr id="2" name="Table 1">
            <a:extLst>
              <a:ext uri="{FF2B5EF4-FFF2-40B4-BE49-F238E27FC236}">
                <a16:creationId xmlns:a16="http://schemas.microsoft.com/office/drawing/2014/main" id="{2F77E43A-AE73-84A8-24FB-8E0676488D73}"/>
              </a:ext>
            </a:extLst>
          </p:cNvPr>
          <p:cNvGraphicFramePr>
            <a:graphicFrameLocks noGrp="1"/>
          </p:cNvGraphicFramePr>
          <p:nvPr/>
        </p:nvGraphicFramePr>
        <p:xfrm>
          <a:off x="411357" y="2226422"/>
          <a:ext cx="4279596" cy="2560320"/>
        </p:xfrm>
        <a:graphic>
          <a:graphicData uri="http://schemas.openxmlformats.org/drawingml/2006/table">
            <a:tbl>
              <a:tblPr firstRow="1" bandRow="1">
                <a:tableStyleId>{5C22544A-7EE6-4342-B048-85BDC9FD1C3A}</a:tableStyleId>
              </a:tblPr>
              <a:tblGrid>
                <a:gridCol w="2139798">
                  <a:extLst>
                    <a:ext uri="{9D8B030D-6E8A-4147-A177-3AD203B41FA5}">
                      <a16:colId xmlns:a16="http://schemas.microsoft.com/office/drawing/2014/main" val="1597389030"/>
                    </a:ext>
                  </a:extLst>
                </a:gridCol>
                <a:gridCol w="2139798">
                  <a:extLst>
                    <a:ext uri="{9D8B030D-6E8A-4147-A177-3AD203B41FA5}">
                      <a16:colId xmlns:a16="http://schemas.microsoft.com/office/drawing/2014/main" val="3823046696"/>
                    </a:ext>
                  </a:extLst>
                </a:gridCol>
              </a:tblGrid>
              <a:tr h="359754">
                <a:tc>
                  <a:txBody>
                    <a:bodyPr/>
                    <a:lstStyle/>
                    <a:p>
                      <a:r>
                        <a:rPr lang="tr-TR" dirty="0" err="1"/>
                        <a:t>Asset</a:t>
                      </a:r>
                      <a:r>
                        <a:rPr lang="tr-TR" dirty="0"/>
                        <a:t>/Service</a:t>
                      </a:r>
                    </a:p>
                  </a:txBody>
                  <a:tcPr/>
                </a:tc>
                <a:tc>
                  <a:txBody>
                    <a:bodyPr/>
                    <a:lstStyle/>
                    <a:p>
                      <a:r>
                        <a:rPr lang="tr-TR" dirty="0">
                          <a:effectLst/>
                        </a:rPr>
                        <a:t>Effort %</a:t>
                      </a:r>
                      <a:endParaRPr lang="tr-TR" dirty="0"/>
                    </a:p>
                  </a:txBody>
                  <a:tcPr/>
                </a:tc>
                <a:extLst>
                  <a:ext uri="{0D108BD9-81ED-4DB2-BD59-A6C34878D82A}">
                    <a16:rowId xmlns:a16="http://schemas.microsoft.com/office/drawing/2014/main" val="863645179"/>
                  </a:ext>
                </a:extLst>
              </a:tr>
              <a:tr h="359754">
                <a:tc>
                  <a:txBody>
                    <a:bodyPr/>
                    <a:lstStyle/>
                    <a:p>
                      <a:pPr>
                        <a:buNone/>
                      </a:pPr>
                      <a:r>
                        <a:rPr lang="tr-TR" dirty="0" err="1">
                          <a:effectLst/>
                        </a:rPr>
                        <a:t>Operation</a:t>
                      </a:r>
                      <a:endParaRPr lang="tr-TR" dirty="0">
                        <a:effectLst/>
                      </a:endParaRPr>
                    </a:p>
                  </a:txBody>
                  <a:tcPr anchor="ctr"/>
                </a:tc>
                <a:tc>
                  <a:txBody>
                    <a:bodyPr/>
                    <a:lstStyle/>
                    <a:p>
                      <a:pPr>
                        <a:buNone/>
                      </a:pPr>
                      <a:r>
                        <a:rPr lang="tr-TR" dirty="0">
                          <a:effectLst/>
                        </a:rPr>
                        <a:t>%50</a:t>
                      </a:r>
                    </a:p>
                  </a:txBody>
                  <a:tcPr anchor="ctr"/>
                </a:tc>
                <a:extLst>
                  <a:ext uri="{0D108BD9-81ED-4DB2-BD59-A6C34878D82A}">
                    <a16:rowId xmlns:a16="http://schemas.microsoft.com/office/drawing/2014/main" val="998464964"/>
                  </a:ext>
                </a:extLst>
              </a:tr>
              <a:tr h="359754">
                <a:tc>
                  <a:txBody>
                    <a:bodyPr/>
                    <a:lstStyle/>
                    <a:p>
                      <a:pPr>
                        <a:buNone/>
                      </a:pPr>
                      <a:r>
                        <a:rPr lang="tr-TR" dirty="0">
                          <a:effectLst/>
                        </a:rPr>
                        <a:t>Development</a:t>
                      </a:r>
                    </a:p>
                  </a:txBody>
                  <a:tcPr anchor="ctr"/>
                </a:tc>
                <a:tc>
                  <a:txBody>
                    <a:bodyPr/>
                    <a:lstStyle/>
                    <a:p>
                      <a:pPr>
                        <a:buNone/>
                      </a:pPr>
                      <a:r>
                        <a:rPr lang="tr-TR" dirty="0">
                          <a:effectLst/>
                        </a:rPr>
                        <a:t>%25</a:t>
                      </a:r>
                    </a:p>
                  </a:txBody>
                  <a:tcPr anchor="ctr"/>
                </a:tc>
                <a:extLst>
                  <a:ext uri="{0D108BD9-81ED-4DB2-BD59-A6C34878D82A}">
                    <a16:rowId xmlns:a16="http://schemas.microsoft.com/office/drawing/2014/main" val="1773592717"/>
                  </a:ext>
                </a:extLst>
              </a:tr>
              <a:tr h="359754">
                <a:tc>
                  <a:txBody>
                    <a:bodyPr/>
                    <a:lstStyle/>
                    <a:p>
                      <a:pPr fontAlgn="t">
                        <a:lnSpc>
                          <a:spcPts val="1500"/>
                        </a:lnSpc>
                        <a:buNone/>
                      </a:pPr>
                      <a:r>
                        <a:rPr lang="tr-TR" b="0" i="0" dirty="0">
                          <a:effectLst/>
                          <a:latin typeface="Segoe UI" panose="020B0502040204020203" pitchFamily="34" charset="0"/>
                        </a:rPr>
                        <a:t>Upgrade</a:t>
                      </a:r>
                    </a:p>
                  </a:txBody>
                  <a:tcPr/>
                </a:tc>
                <a:tc>
                  <a:txBody>
                    <a:bodyPr/>
                    <a:lstStyle/>
                    <a:p>
                      <a:pPr>
                        <a:buNone/>
                      </a:pPr>
                      <a:r>
                        <a:rPr lang="tr-TR" dirty="0">
                          <a:effectLst/>
                        </a:rPr>
                        <a:t>%15</a:t>
                      </a:r>
                    </a:p>
                  </a:txBody>
                  <a:tcPr anchor="ctr"/>
                </a:tc>
                <a:extLst>
                  <a:ext uri="{0D108BD9-81ED-4DB2-BD59-A6C34878D82A}">
                    <a16:rowId xmlns:a16="http://schemas.microsoft.com/office/drawing/2014/main" val="1015086729"/>
                  </a:ext>
                </a:extLst>
              </a:tr>
              <a:tr h="359754">
                <a:tc>
                  <a:txBody>
                    <a:bodyPr/>
                    <a:lstStyle/>
                    <a:p>
                      <a:pPr fontAlgn="t">
                        <a:lnSpc>
                          <a:spcPts val="1500"/>
                        </a:lnSpc>
                        <a:buNone/>
                      </a:pPr>
                      <a:endParaRPr lang="tr-TR" b="0" i="0" dirty="0">
                        <a:effectLst/>
                        <a:latin typeface="Segoe UI" panose="020B0502040204020203" pitchFamily="34" charset="0"/>
                      </a:endParaRPr>
                    </a:p>
                  </a:txBody>
                  <a:tcPr/>
                </a:tc>
                <a:tc>
                  <a:txBody>
                    <a:bodyPr/>
                    <a:lstStyle/>
                    <a:p>
                      <a:pPr>
                        <a:buNone/>
                      </a:pPr>
                      <a:r>
                        <a:rPr lang="tr-TR" dirty="0">
                          <a:effectLst/>
                        </a:rPr>
                        <a:t>%10</a:t>
                      </a:r>
                    </a:p>
                  </a:txBody>
                  <a:tcPr anchor="ctr"/>
                </a:tc>
                <a:extLst>
                  <a:ext uri="{0D108BD9-81ED-4DB2-BD59-A6C34878D82A}">
                    <a16:rowId xmlns:a16="http://schemas.microsoft.com/office/drawing/2014/main" val="3166142949"/>
                  </a:ext>
                </a:extLst>
              </a:tr>
              <a:tr h="359754">
                <a:tc>
                  <a:txBody>
                    <a:bodyPr/>
                    <a:lstStyle/>
                    <a:p>
                      <a:endParaRPr lang="tr-TR" dirty="0"/>
                    </a:p>
                  </a:txBody>
                  <a:tcPr/>
                </a:tc>
                <a:tc>
                  <a:txBody>
                    <a:bodyPr/>
                    <a:lstStyle/>
                    <a:p>
                      <a:pPr>
                        <a:buNone/>
                      </a:pPr>
                      <a:endParaRPr lang="tr-TR" dirty="0">
                        <a:effectLst/>
                      </a:endParaRPr>
                    </a:p>
                  </a:txBody>
                  <a:tcPr anchor="ctr"/>
                </a:tc>
                <a:extLst>
                  <a:ext uri="{0D108BD9-81ED-4DB2-BD59-A6C34878D82A}">
                    <a16:rowId xmlns:a16="http://schemas.microsoft.com/office/drawing/2014/main" val="1024443154"/>
                  </a:ext>
                </a:extLst>
              </a:tr>
              <a:tr h="359754">
                <a:tc>
                  <a:txBody>
                    <a:bodyPr/>
                    <a:lstStyle/>
                    <a:p>
                      <a:pPr>
                        <a:buNone/>
                      </a:pPr>
                      <a:endParaRPr lang="tr-TR"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%100</a:t>
                      </a:r>
                    </a:p>
                  </a:txBody>
                  <a:tcPr anchor="ctr"/>
                </a:tc>
                <a:extLst>
                  <a:ext uri="{0D108BD9-81ED-4DB2-BD59-A6C34878D82A}">
                    <a16:rowId xmlns:a16="http://schemas.microsoft.com/office/drawing/2014/main" val="1684329225"/>
                  </a:ext>
                </a:extLst>
              </a:tr>
            </a:tbl>
          </a:graphicData>
        </a:graphic>
      </p:graphicFrame>
      <p:sp>
        <p:nvSpPr>
          <p:cNvPr id="3" name="Rectangle: Rounded Corners 2">
            <a:extLst>
              <a:ext uri="{FF2B5EF4-FFF2-40B4-BE49-F238E27FC236}">
                <a16:creationId xmlns:a16="http://schemas.microsoft.com/office/drawing/2014/main" id="{6225E681-8A41-6F39-62CD-38E3DCAFFBD2}"/>
              </a:ext>
            </a:extLst>
          </p:cNvPr>
          <p:cNvSpPr/>
          <p:nvPr/>
        </p:nvSpPr>
        <p:spPr>
          <a:xfrm>
            <a:off x="411357" y="830536"/>
            <a:ext cx="11019551" cy="638007"/>
          </a:xfrm>
          <a:prstGeom prst="roundRect">
            <a:avLst>
              <a:gd name="adj" fmla="val 5770"/>
            </a:avLst>
          </a:prstGeom>
          <a:solidFill>
            <a:schemeClr val="tx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err="1">
                <a:solidFill>
                  <a:schemeClr val="tx1"/>
                </a:solidFill>
              </a:rPr>
              <a:t>With</a:t>
            </a:r>
            <a:r>
              <a:rPr lang="tr-TR" sz="1600" dirty="0">
                <a:solidFill>
                  <a:schemeClr val="tx1"/>
                </a:solidFill>
              </a:rPr>
              <a:t> </a:t>
            </a:r>
            <a:r>
              <a:rPr lang="tr-TR" sz="1600" dirty="0" err="1">
                <a:solidFill>
                  <a:schemeClr val="tx1"/>
                </a:solidFill>
              </a:rPr>
              <a:t>this</a:t>
            </a:r>
            <a:r>
              <a:rPr lang="tr-TR" sz="1600" dirty="0">
                <a:solidFill>
                  <a:schemeClr val="tx1"/>
                </a:solidFill>
              </a:rPr>
              <a:t> </a:t>
            </a:r>
            <a:r>
              <a:rPr lang="tr-TR" sz="1600" dirty="0" err="1">
                <a:solidFill>
                  <a:schemeClr val="tx1"/>
                </a:solidFill>
              </a:rPr>
              <a:t>asset</a:t>
            </a:r>
            <a:r>
              <a:rPr lang="tr-TR" sz="1600" dirty="0">
                <a:solidFill>
                  <a:schemeClr val="tx1"/>
                </a:solidFill>
              </a:rPr>
              <a:t>/service, </a:t>
            </a:r>
            <a:r>
              <a:rPr lang="tr-TR" sz="1600" dirty="0" err="1">
                <a:solidFill>
                  <a:schemeClr val="tx1"/>
                </a:solidFill>
              </a:rPr>
              <a:t>business</a:t>
            </a:r>
            <a:r>
              <a:rPr lang="tr-TR" sz="1600" dirty="0">
                <a:solidFill>
                  <a:schemeClr val="tx1"/>
                </a:solidFill>
              </a:rPr>
              <a:t> is </a:t>
            </a:r>
            <a:r>
              <a:rPr lang="tr-TR" sz="1600" dirty="0" err="1">
                <a:solidFill>
                  <a:schemeClr val="tx1"/>
                </a:solidFill>
              </a:rPr>
              <a:t>sending</a:t>
            </a:r>
            <a:r>
              <a:rPr lang="tr-TR" sz="1600" dirty="0">
                <a:solidFill>
                  <a:schemeClr val="tx1"/>
                </a:solidFill>
              </a:rPr>
              <a:t> </a:t>
            </a:r>
            <a:r>
              <a:rPr lang="tr-TR" sz="1600" dirty="0" err="1">
                <a:solidFill>
                  <a:schemeClr val="tx1"/>
                </a:solidFill>
              </a:rPr>
              <a:t>requests</a:t>
            </a:r>
            <a:r>
              <a:rPr lang="tr-TR" sz="1600" dirty="0">
                <a:solidFill>
                  <a:schemeClr val="tx1"/>
                </a:solidFill>
              </a:rPr>
              <a:t> </a:t>
            </a:r>
            <a:r>
              <a:rPr lang="tr-TR" sz="1600" dirty="0" err="1">
                <a:solidFill>
                  <a:schemeClr val="tx1"/>
                </a:solidFill>
              </a:rPr>
              <a:t>to</a:t>
            </a:r>
            <a:r>
              <a:rPr lang="tr-TR" sz="1600" dirty="0">
                <a:solidFill>
                  <a:schemeClr val="tx1"/>
                </a:solidFill>
              </a:rPr>
              <a:t> </a:t>
            </a:r>
            <a:r>
              <a:rPr lang="tr-TR" sz="1600" dirty="0" err="1">
                <a:solidFill>
                  <a:schemeClr val="tx1"/>
                </a:solidFill>
              </a:rPr>
              <a:t>that</a:t>
            </a:r>
            <a:r>
              <a:rPr lang="tr-TR" sz="1600" dirty="0">
                <a:solidFill>
                  <a:schemeClr val="tx1"/>
                </a:solidFill>
              </a:rPr>
              <a:t> </a:t>
            </a:r>
            <a:r>
              <a:rPr lang="tr-TR" sz="1600" dirty="0" err="1">
                <a:solidFill>
                  <a:schemeClr val="tx1"/>
                </a:solidFill>
              </a:rPr>
              <a:t>system</a:t>
            </a:r>
            <a:endParaRPr lang="en-NL" sz="1600" dirty="0">
              <a:solidFill>
                <a:schemeClr val="tx1"/>
              </a:solidFill>
            </a:endParaRPr>
          </a:p>
        </p:txBody>
      </p:sp>
      <p:sp>
        <p:nvSpPr>
          <p:cNvPr id="8" name="TextBox 7">
            <a:extLst>
              <a:ext uri="{FF2B5EF4-FFF2-40B4-BE49-F238E27FC236}">
                <a16:creationId xmlns:a16="http://schemas.microsoft.com/office/drawing/2014/main" id="{3B32DF0E-4F76-5EE3-8A92-0B6C64430D8B}"/>
              </a:ext>
            </a:extLst>
          </p:cNvPr>
          <p:cNvSpPr txBox="1"/>
          <p:nvPr/>
        </p:nvSpPr>
        <p:spPr>
          <a:xfrm>
            <a:off x="5002408" y="2591460"/>
            <a:ext cx="3172817" cy="626701"/>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a:t>80+ </a:t>
            </a:r>
            <a:r>
              <a:rPr lang="tr-TR" sz="1200" dirty="0" err="1"/>
              <a:t>app</a:t>
            </a:r>
            <a:endParaRPr lang="tr-TR" sz="1200" dirty="0"/>
          </a:p>
          <a:p>
            <a:pPr marL="171450" indent="-171450">
              <a:buFont typeface="Arial" panose="020B0604020202020204" pitchFamily="34" charset="0"/>
              <a:buChar char="•"/>
            </a:pPr>
            <a:r>
              <a:rPr lang="tr-TR" sz="1200" dirty="0"/>
              <a:t>1200 </a:t>
            </a:r>
            <a:r>
              <a:rPr lang="tr-TR" sz="1200" dirty="0" err="1"/>
              <a:t>regression</a:t>
            </a:r>
            <a:endParaRPr lang="tr-TR" sz="1200" dirty="0"/>
          </a:p>
          <a:p>
            <a:pPr marL="171450" indent="-171450">
              <a:buFont typeface="Arial" panose="020B0604020202020204" pitchFamily="34" charset="0"/>
              <a:buChar char="•"/>
            </a:pPr>
            <a:endParaRPr lang="en-US" sz="1200" dirty="0"/>
          </a:p>
        </p:txBody>
      </p:sp>
      <p:sp>
        <p:nvSpPr>
          <p:cNvPr id="9" name="TextBox 8">
            <a:extLst>
              <a:ext uri="{FF2B5EF4-FFF2-40B4-BE49-F238E27FC236}">
                <a16:creationId xmlns:a16="http://schemas.microsoft.com/office/drawing/2014/main" id="{C2C4561F-8425-D95D-9830-5DB1D2AC4E45}"/>
              </a:ext>
            </a:extLst>
          </p:cNvPr>
          <p:cNvSpPr txBox="1"/>
          <p:nvPr/>
        </p:nvSpPr>
        <p:spPr>
          <a:xfrm>
            <a:off x="5002409" y="2226422"/>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Scope</a:t>
            </a:r>
            <a:endParaRPr lang="en-GB" sz="1600" b="1" dirty="0"/>
          </a:p>
        </p:txBody>
      </p:sp>
      <p:sp>
        <p:nvSpPr>
          <p:cNvPr id="10" name="TextBox 9">
            <a:extLst>
              <a:ext uri="{FF2B5EF4-FFF2-40B4-BE49-F238E27FC236}">
                <a16:creationId xmlns:a16="http://schemas.microsoft.com/office/drawing/2014/main" id="{A9221CFD-5C14-FD01-6BA2-AF1F14A0A4C3}"/>
              </a:ext>
            </a:extLst>
          </p:cNvPr>
          <p:cNvSpPr txBox="1"/>
          <p:nvPr/>
        </p:nvSpPr>
        <p:spPr>
          <a:xfrm>
            <a:off x="8908568" y="2591460"/>
            <a:ext cx="3172817" cy="257369"/>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Mainstance</a:t>
            </a:r>
            <a:r>
              <a:rPr lang="tr-TR" sz="1200" dirty="0"/>
              <a:t> is </a:t>
            </a:r>
            <a:r>
              <a:rPr lang="tr-TR" sz="1200" dirty="0" err="1"/>
              <a:t>getting</a:t>
            </a:r>
            <a:r>
              <a:rPr lang="tr-TR" sz="1200" dirty="0"/>
              <a:t> </a:t>
            </a:r>
            <a:r>
              <a:rPr lang="tr-TR" sz="1200" dirty="0" err="1"/>
              <a:t>the</a:t>
            </a:r>
            <a:r>
              <a:rPr lang="tr-TR" sz="1200" dirty="0"/>
              <a:t> main </a:t>
            </a:r>
            <a:r>
              <a:rPr lang="tr-TR" sz="1200" dirty="0" err="1"/>
              <a:t>consumer</a:t>
            </a:r>
            <a:endParaRPr lang="en-US" sz="1200" dirty="0"/>
          </a:p>
        </p:txBody>
      </p:sp>
      <p:sp>
        <p:nvSpPr>
          <p:cNvPr id="11" name="TextBox 10">
            <a:extLst>
              <a:ext uri="{FF2B5EF4-FFF2-40B4-BE49-F238E27FC236}">
                <a16:creationId xmlns:a16="http://schemas.microsoft.com/office/drawing/2014/main" id="{F6572292-6894-DFA7-E37B-A2EDEC3AD522}"/>
              </a:ext>
            </a:extLst>
          </p:cNvPr>
          <p:cNvSpPr txBox="1"/>
          <p:nvPr/>
        </p:nvSpPr>
        <p:spPr>
          <a:xfrm>
            <a:off x="8908569" y="2226422"/>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Current</a:t>
            </a:r>
            <a:r>
              <a:rPr lang="tr-TR" sz="1600" b="1" dirty="0"/>
              <a:t> </a:t>
            </a:r>
            <a:r>
              <a:rPr lang="tr-TR" sz="1600" b="1" dirty="0" err="1"/>
              <a:t>Status</a:t>
            </a:r>
            <a:endParaRPr lang="en-GB" sz="1600" b="1" dirty="0"/>
          </a:p>
        </p:txBody>
      </p:sp>
      <p:sp>
        <p:nvSpPr>
          <p:cNvPr id="12" name="Rectangle: Rounded Corners 11">
            <a:extLst>
              <a:ext uri="{FF2B5EF4-FFF2-40B4-BE49-F238E27FC236}">
                <a16:creationId xmlns:a16="http://schemas.microsoft.com/office/drawing/2014/main" id="{2614965F-6B99-8FC8-CE02-0A1BCA927831}"/>
              </a:ext>
            </a:extLst>
          </p:cNvPr>
          <p:cNvSpPr/>
          <p:nvPr/>
        </p:nvSpPr>
        <p:spPr>
          <a:xfrm>
            <a:off x="411357" y="1542308"/>
            <a:ext cx="11019551" cy="486517"/>
          </a:xfrm>
          <a:prstGeom prst="roundRect">
            <a:avLst>
              <a:gd name="adj" fmla="val 5770"/>
            </a:avLst>
          </a:prstGeom>
          <a:solidFill>
            <a:srgbClr val="92D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err="1">
                <a:solidFill>
                  <a:schemeClr val="tx1"/>
                </a:solidFill>
              </a:rPr>
              <a:t>Yearly</a:t>
            </a:r>
            <a:r>
              <a:rPr lang="tr-TR" sz="1600" dirty="0">
                <a:solidFill>
                  <a:schemeClr val="tx1"/>
                </a:solidFill>
              </a:rPr>
              <a:t> </a:t>
            </a:r>
            <a:r>
              <a:rPr lang="tr-TR" sz="1600" dirty="0" err="1">
                <a:solidFill>
                  <a:schemeClr val="tx1"/>
                </a:solidFill>
              </a:rPr>
              <a:t>licence</a:t>
            </a:r>
            <a:r>
              <a:rPr lang="tr-TR" sz="1600" dirty="0">
                <a:solidFill>
                  <a:schemeClr val="tx1"/>
                </a:solidFill>
              </a:rPr>
              <a:t> x </a:t>
            </a:r>
            <a:r>
              <a:rPr lang="tr-TR" sz="1600" dirty="0" err="1">
                <a:solidFill>
                  <a:schemeClr val="tx1"/>
                </a:solidFill>
              </a:rPr>
              <a:t>dollar</a:t>
            </a:r>
            <a:endParaRPr lang="tr-TR" sz="1600" dirty="0">
              <a:solidFill>
                <a:schemeClr val="tx1"/>
              </a:solidFill>
            </a:endParaRPr>
          </a:p>
          <a:p>
            <a:pPr>
              <a:lnSpc>
                <a:spcPct val="90000"/>
              </a:lnSpc>
            </a:pPr>
            <a:r>
              <a:rPr lang="tr-TR" sz="1600" dirty="0" err="1">
                <a:solidFill>
                  <a:schemeClr val="tx1"/>
                </a:solidFill>
              </a:rPr>
              <a:t>Consumes</a:t>
            </a:r>
            <a:r>
              <a:rPr lang="tr-TR" sz="1600" dirty="0">
                <a:solidFill>
                  <a:schemeClr val="tx1"/>
                </a:solidFill>
              </a:rPr>
              <a:t> </a:t>
            </a:r>
            <a:r>
              <a:rPr lang="tr-TR" sz="1600" dirty="0" err="1">
                <a:solidFill>
                  <a:schemeClr val="tx1"/>
                </a:solidFill>
              </a:rPr>
              <a:t>xmd</a:t>
            </a:r>
            <a:r>
              <a:rPr lang="tr-TR" sz="1600" dirty="0">
                <a:solidFill>
                  <a:schemeClr val="tx1"/>
                </a:solidFill>
              </a:rPr>
              <a:t> </a:t>
            </a:r>
            <a:r>
              <a:rPr lang="tr-TR" sz="1600" dirty="0" err="1">
                <a:solidFill>
                  <a:schemeClr val="tx1"/>
                </a:solidFill>
              </a:rPr>
              <a:t>per</a:t>
            </a:r>
            <a:r>
              <a:rPr lang="tr-TR" sz="1600" dirty="0">
                <a:solidFill>
                  <a:schemeClr val="tx1"/>
                </a:solidFill>
              </a:rPr>
              <a:t> </a:t>
            </a:r>
            <a:r>
              <a:rPr lang="tr-TR" sz="1600" dirty="0" err="1">
                <a:solidFill>
                  <a:schemeClr val="tx1"/>
                </a:solidFill>
              </a:rPr>
              <a:t>year</a:t>
            </a:r>
            <a:endParaRPr lang="en-NL" sz="1600" dirty="0">
              <a:solidFill>
                <a:schemeClr val="tx1"/>
              </a:solidFill>
            </a:endParaRPr>
          </a:p>
        </p:txBody>
      </p:sp>
      <p:sp>
        <p:nvSpPr>
          <p:cNvPr id="4" name="TextBox 3">
            <a:extLst>
              <a:ext uri="{FF2B5EF4-FFF2-40B4-BE49-F238E27FC236}">
                <a16:creationId xmlns:a16="http://schemas.microsoft.com/office/drawing/2014/main" id="{E4AB7BAC-6D2C-8398-7431-795B2C757272}"/>
              </a:ext>
            </a:extLst>
          </p:cNvPr>
          <p:cNvSpPr txBox="1"/>
          <p:nvPr/>
        </p:nvSpPr>
        <p:spPr>
          <a:xfrm>
            <a:off x="8908568" y="4293025"/>
            <a:ext cx="3172817" cy="811367"/>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Vendor</a:t>
            </a:r>
            <a:r>
              <a:rPr lang="tr-TR" sz="1200" dirty="0"/>
              <a:t> </a:t>
            </a:r>
            <a:r>
              <a:rPr lang="tr-TR" sz="1200" dirty="0" err="1"/>
              <a:t>lock</a:t>
            </a:r>
            <a:r>
              <a:rPr lang="tr-TR" sz="1200" dirty="0"/>
              <a:t>-in</a:t>
            </a:r>
          </a:p>
          <a:p>
            <a:pPr marL="171450" indent="-171450">
              <a:buFont typeface="Arial" panose="020B0604020202020204" pitchFamily="34" charset="0"/>
              <a:buChar char="•"/>
            </a:pPr>
            <a:r>
              <a:rPr lang="tr-TR" sz="1200" dirty="0" err="1"/>
              <a:t>Single</a:t>
            </a:r>
            <a:r>
              <a:rPr lang="tr-TR" sz="1200" dirty="0"/>
              <a:t>-</a:t>
            </a:r>
            <a:r>
              <a:rPr lang="tr-TR" sz="1200" dirty="0" err="1"/>
              <a:t>point</a:t>
            </a:r>
            <a:r>
              <a:rPr lang="tr-TR" sz="1200" dirty="0"/>
              <a:t>-of-</a:t>
            </a:r>
            <a:r>
              <a:rPr lang="tr-TR" sz="1200" dirty="0" err="1"/>
              <a:t>failure</a:t>
            </a:r>
            <a:endParaRPr lang="tr-TR" sz="1200" dirty="0"/>
          </a:p>
          <a:p>
            <a:pPr marL="171450" indent="-171450">
              <a:buFont typeface="Arial" panose="020B0604020202020204" pitchFamily="34" charset="0"/>
              <a:buChar char="•"/>
            </a:pPr>
            <a:endParaRPr lang="tr-TR" sz="1200" dirty="0"/>
          </a:p>
          <a:p>
            <a:pPr marL="171450" indent="-171450">
              <a:buFont typeface="Arial" panose="020B0604020202020204" pitchFamily="34" charset="0"/>
              <a:buChar char="•"/>
            </a:pPr>
            <a:endParaRPr lang="en-US" sz="1200" dirty="0"/>
          </a:p>
        </p:txBody>
      </p:sp>
      <p:sp>
        <p:nvSpPr>
          <p:cNvPr id="5" name="TextBox 4">
            <a:extLst>
              <a:ext uri="{FF2B5EF4-FFF2-40B4-BE49-F238E27FC236}">
                <a16:creationId xmlns:a16="http://schemas.microsoft.com/office/drawing/2014/main" id="{3DA91E06-8432-6313-EA8E-F9552C18C1C4}"/>
              </a:ext>
            </a:extLst>
          </p:cNvPr>
          <p:cNvSpPr txBox="1"/>
          <p:nvPr/>
        </p:nvSpPr>
        <p:spPr>
          <a:xfrm>
            <a:off x="8908569" y="3927987"/>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Risks</a:t>
            </a:r>
            <a:endParaRPr lang="en-GB" sz="1600" b="1" dirty="0"/>
          </a:p>
        </p:txBody>
      </p:sp>
      <p:sp>
        <p:nvSpPr>
          <p:cNvPr id="6" name="TextBox 5">
            <a:extLst>
              <a:ext uri="{FF2B5EF4-FFF2-40B4-BE49-F238E27FC236}">
                <a16:creationId xmlns:a16="http://schemas.microsoft.com/office/drawing/2014/main" id="{624FC49E-3567-75FC-BA24-8B91F05E86F8}"/>
              </a:ext>
            </a:extLst>
          </p:cNvPr>
          <p:cNvSpPr txBox="1"/>
          <p:nvPr/>
        </p:nvSpPr>
        <p:spPr>
          <a:xfrm>
            <a:off x="5079518" y="4330500"/>
            <a:ext cx="3172817" cy="626701"/>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Shift-left</a:t>
            </a:r>
            <a:r>
              <a:rPr lang="tr-TR" sz="1200" dirty="0"/>
              <a:t> in </a:t>
            </a:r>
            <a:r>
              <a:rPr lang="tr-TR" sz="1200" dirty="0" err="1"/>
              <a:t>testing</a:t>
            </a:r>
            <a:endParaRPr lang="tr-TR" sz="1200" dirty="0"/>
          </a:p>
          <a:p>
            <a:pPr marL="171450" indent="-171450">
              <a:buFont typeface="Arial" panose="020B0604020202020204" pitchFamily="34" charset="0"/>
              <a:buChar char="•"/>
            </a:pPr>
            <a:r>
              <a:rPr lang="tr-TR" sz="1200" dirty="0" err="1"/>
              <a:t>Etc</a:t>
            </a:r>
            <a:r>
              <a:rPr lang="tr-TR" sz="1200" dirty="0"/>
              <a:t>.</a:t>
            </a:r>
          </a:p>
          <a:p>
            <a:pPr marL="171450" indent="-171450">
              <a:buFont typeface="Arial" panose="020B0604020202020204" pitchFamily="34" charset="0"/>
              <a:buChar char="•"/>
            </a:pPr>
            <a:endParaRPr lang="en-US" sz="1200" dirty="0"/>
          </a:p>
        </p:txBody>
      </p:sp>
      <p:sp>
        <p:nvSpPr>
          <p:cNvPr id="14" name="TextBox 13">
            <a:extLst>
              <a:ext uri="{FF2B5EF4-FFF2-40B4-BE49-F238E27FC236}">
                <a16:creationId xmlns:a16="http://schemas.microsoft.com/office/drawing/2014/main" id="{634C8096-1E50-259D-73F2-752647BDE7C2}"/>
              </a:ext>
            </a:extLst>
          </p:cNvPr>
          <p:cNvSpPr txBox="1"/>
          <p:nvPr/>
        </p:nvSpPr>
        <p:spPr>
          <a:xfrm>
            <a:off x="5079519" y="3965462"/>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Target</a:t>
            </a:r>
            <a:endParaRPr lang="en-GB" sz="1600" b="1" dirty="0"/>
          </a:p>
        </p:txBody>
      </p:sp>
      <p:sp>
        <p:nvSpPr>
          <p:cNvPr id="7" name="TextBox 6">
            <a:extLst>
              <a:ext uri="{FF2B5EF4-FFF2-40B4-BE49-F238E27FC236}">
                <a16:creationId xmlns:a16="http://schemas.microsoft.com/office/drawing/2014/main" id="{A3A660E1-C08C-4934-B320-3F69719BC197}"/>
              </a:ext>
            </a:extLst>
          </p:cNvPr>
          <p:cNvSpPr txBox="1"/>
          <p:nvPr/>
        </p:nvSpPr>
        <p:spPr>
          <a:xfrm>
            <a:off x="411356" y="5718171"/>
            <a:ext cx="3172817" cy="626701"/>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a:t>Ayşe</a:t>
            </a:r>
          </a:p>
          <a:p>
            <a:pPr marL="171450" indent="-171450">
              <a:buFont typeface="Arial" panose="020B0604020202020204" pitchFamily="34" charset="0"/>
              <a:buChar char="•"/>
            </a:pPr>
            <a:r>
              <a:rPr lang="tr-TR" sz="1200" dirty="0"/>
              <a:t>Ahmet</a:t>
            </a:r>
          </a:p>
          <a:p>
            <a:pPr marL="171450" indent="-171450">
              <a:buFont typeface="Arial" panose="020B0604020202020204" pitchFamily="34" charset="0"/>
              <a:buChar char="•"/>
            </a:pPr>
            <a:endParaRPr lang="en-US" sz="1200" dirty="0"/>
          </a:p>
        </p:txBody>
      </p:sp>
      <p:sp>
        <p:nvSpPr>
          <p:cNvPr id="15" name="TextBox 14">
            <a:extLst>
              <a:ext uri="{FF2B5EF4-FFF2-40B4-BE49-F238E27FC236}">
                <a16:creationId xmlns:a16="http://schemas.microsoft.com/office/drawing/2014/main" id="{18630352-24F6-8D62-D3C7-19B22232D141}"/>
              </a:ext>
            </a:extLst>
          </p:cNvPr>
          <p:cNvSpPr txBox="1"/>
          <p:nvPr/>
        </p:nvSpPr>
        <p:spPr>
          <a:xfrm>
            <a:off x="411357" y="5353133"/>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Who</a:t>
            </a:r>
            <a:r>
              <a:rPr lang="tr-TR" sz="1600" b="1" dirty="0"/>
              <a:t> </a:t>
            </a:r>
            <a:r>
              <a:rPr lang="tr-TR" sz="1600" b="1" dirty="0" err="1"/>
              <a:t>are</a:t>
            </a:r>
            <a:r>
              <a:rPr lang="tr-TR" sz="1600" b="1" dirty="0"/>
              <a:t> </a:t>
            </a:r>
            <a:r>
              <a:rPr lang="tr-TR" sz="1600" b="1" dirty="0" err="1"/>
              <a:t>managing</a:t>
            </a:r>
            <a:r>
              <a:rPr lang="tr-TR" sz="1600" b="1" dirty="0"/>
              <a:t> </a:t>
            </a:r>
            <a:r>
              <a:rPr lang="tr-TR" sz="1600" b="1" dirty="0" err="1"/>
              <a:t>this</a:t>
            </a:r>
            <a:r>
              <a:rPr lang="tr-TR" sz="1600" b="1" dirty="0"/>
              <a:t> service ?</a:t>
            </a:r>
            <a:endParaRPr lang="en-GB" sz="1600" b="1" dirty="0"/>
          </a:p>
        </p:txBody>
      </p:sp>
    </p:spTree>
    <p:extLst>
      <p:ext uri="{BB962C8B-B14F-4D97-AF65-F5344CB8AC3E}">
        <p14:creationId xmlns:p14="http://schemas.microsoft.com/office/powerpoint/2010/main" val="2639632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959B7-5535-BEF8-D6BE-8158D73DFE9A}"/>
            </a:ext>
          </a:extLst>
        </p:cNvPr>
        <p:cNvGrpSpPr/>
        <p:nvPr/>
      </p:nvGrpSpPr>
      <p:grpSpPr>
        <a:xfrm>
          <a:off x="0" y="0"/>
          <a:ext cx="0" cy="0"/>
          <a:chOff x="0" y="0"/>
          <a:chExt cx="0" cy="0"/>
        </a:xfrm>
      </p:grpSpPr>
      <p:sp>
        <p:nvSpPr>
          <p:cNvPr id="13" name="Title 4">
            <a:extLst>
              <a:ext uri="{FF2B5EF4-FFF2-40B4-BE49-F238E27FC236}">
                <a16:creationId xmlns:a16="http://schemas.microsoft.com/office/drawing/2014/main" id="{36DC0EEC-4DE7-DF89-6115-01D3A58E05D9}"/>
              </a:ext>
            </a:extLst>
          </p:cNvPr>
          <p:cNvSpPr txBox="1">
            <a:spLocks/>
          </p:cNvSpPr>
          <p:nvPr/>
        </p:nvSpPr>
        <p:spPr bwMode="auto">
          <a:xfrm>
            <a:off x="659008" y="325235"/>
            <a:ext cx="10551917" cy="858174"/>
          </a:xfrm>
          <a:prstGeom prst="rect">
            <a:avLst/>
          </a:prstGeom>
        </p:spPr>
        <p:txBody>
          <a:bodyPr vert="horz" lIns="0" tIns="0" rIns="0" bIns="0" rtlCol="0" anchor="t" anchorCtr="0">
            <a:normAutofit/>
          </a:bodyPr>
          <a:lst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kumimoji="0" lang="tr-TR" sz="2800" b="1" i="0" u="none" strike="noStrike" kern="1200" cap="none" spc="0" normalizeH="0" baseline="0" noProof="0" dirty="0" err="1">
                <a:ln>
                  <a:noFill/>
                </a:ln>
                <a:solidFill>
                  <a:srgbClr val="FF6200"/>
                </a:solidFill>
                <a:effectLst/>
                <a:uLnTx/>
                <a:uFillTx/>
                <a:latin typeface="ING display" panose="020B0803030508020203" pitchFamily="34" charset="0"/>
                <a:ea typeface="+mj-ea"/>
                <a:cs typeface="ING Me" pitchFamily="2" charset="0"/>
              </a:rPr>
              <a:t>Pain</a:t>
            </a:r>
            <a:r>
              <a:rPr kumimoji="0" lang="tr-TR"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rPr>
              <a:t> </a:t>
            </a:r>
            <a:r>
              <a:rPr kumimoji="0" lang="tr-TR" sz="2800" b="1" i="0" u="none" strike="noStrike" kern="1200" cap="none" spc="0" normalizeH="0" baseline="0" noProof="0" dirty="0" err="1">
                <a:ln>
                  <a:noFill/>
                </a:ln>
                <a:solidFill>
                  <a:srgbClr val="FF6200"/>
                </a:solidFill>
                <a:effectLst/>
                <a:uLnTx/>
                <a:uFillTx/>
                <a:latin typeface="ING display" panose="020B0803030508020203" pitchFamily="34" charset="0"/>
                <a:ea typeface="+mj-ea"/>
                <a:cs typeface="ING Me" pitchFamily="2" charset="0"/>
              </a:rPr>
              <a:t>Points</a:t>
            </a:r>
            <a:endParaRPr kumimoji="0" lang="en-GB"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endParaRPr>
          </a:p>
        </p:txBody>
      </p:sp>
      <p:sp>
        <p:nvSpPr>
          <p:cNvPr id="18" name="TextBox 17">
            <a:extLst>
              <a:ext uri="{FF2B5EF4-FFF2-40B4-BE49-F238E27FC236}">
                <a16:creationId xmlns:a16="http://schemas.microsoft.com/office/drawing/2014/main" id="{1ADAEC03-7290-3865-57A1-2D4C0DEE7B1C}"/>
              </a:ext>
            </a:extLst>
          </p:cNvPr>
          <p:cNvSpPr txBox="1"/>
          <p:nvPr/>
        </p:nvSpPr>
        <p:spPr>
          <a:xfrm>
            <a:off x="589640" y="890122"/>
            <a:ext cx="94116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a:t>Top 5 </a:t>
            </a:r>
            <a:r>
              <a:rPr lang="tr-TR" sz="1600" b="1" dirty="0" err="1"/>
              <a:t>Challenges</a:t>
            </a:r>
            <a:r>
              <a:rPr lang="tr-TR" sz="1600" b="1" dirty="0"/>
              <a:t> </a:t>
            </a:r>
            <a:r>
              <a:rPr lang="tr-TR" sz="1600" b="1" dirty="0" err="1"/>
              <a:t>that</a:t>
            </a:r>
            <a:r>
              <a:rPr lang="tr-TR" sz="1600" b="1" dirty="0"/>
              <a:t> </a:t>
            </a:r>
            <a:r>
              <a:rPr lang="tr-TR" sz="1600" b="1" dirty="0" err="1"/>
              <a:t>need</a:t>
            </a:r>
            <a:r>
              <a:rPr lang="tr-TR" sz="1600" b="1" dirty="0"/>
              <a:t> </a:t>
            </a:r>
            <a:r>
              <a:rPr lang="tr-TR" sz="1600" b="1" dirty="0" err="1"/>
              <a:t>to</a:t>
            </a:r>
            <a:r>
              <a:rPr lang="tr-TR" sz="1600" b="1" dirty="0"/>
              <a:t> be </a:t>
            </a:r>
            <a:r>
              <a:rPr lang="tr-TR" sz="1600" b="1" dirty="0" err="1"/>
              <a:t>addressed</a:t>
            </a:r>
            <a:r>
              <a:rPr lang="tr-TR" sz="1600" b="1" dirty="0"/>
              <a:t> </a:t>
            </a:r>
            <a:r>
              <a:rPr lang="tr-TR" sz="1600" b="1" dirty="0" err="1"/>
              <a:t>first</a:t>
            </a:r>
            <a:endParaRPr lang="en-GB" sz="1600" b="1" dirty="0"/>
          </a:p>
        </p:txBody>
      </p:sp>
      <p:graphicFrame>
        <p:nvGraphicFramePr>
          <p:cNvPr id="2" name="Table 1">
            <a:extLst>
              <a:ext uri="{FF2B5EF4-FFF2-40B4-BE49-F238E27FC236}">
                <a16:creationId xmlns:a16="http://schemas.microsoft.com/office/drawing/2014/main" id="{DF4F8364-9469-36D7-0532-B8214B19D580}"/>
              </a:ext>
            </a:extLst>
          </p:cNvPr>
          <p:cNvGraphicFramePr>
            <a:graphicFrameLocks noGrp="1"/>
          </p:cNvGraphicFramePr>
          <p:nvPr>
            <p:extLst>
              <p:ext uri="{D42A27DB-BD31-4B8C-83A1-F6EECF244321}">
                <p14:modId xmlns:p14="http://schemas.microsoft.com/office/powerpoint/2010/main" val="381585337"/>
              </p:ext>
            </p:extLst>
          </p:nvPr>
        </p:nvGraphicFramePr>
        <p:xfrm>
          <a:off x="669751" y="1337171"/>
          <a:ext cx="10674524" cy="2472828"/>
        </p:xfrm>
        <a:graphic>
          <a:graphicData uri="http://schemas.openxmlformats.org/drawingml/2006/table">
            <a:tbl>
              <a:tblPr firstRow="1" bandRow="1">
                <a:tableStyleId>{5C22544A-7EE6-4342-B048-85BDC9FD1C3A}</a:tableStyleId>
              </a:tblPr>
              <a:tblGrid>
                <a:gridCol w="2782931">
                  <a:extLst>
                    <a:ext uri="{9D8B030D-6E8A-4147-A177-3AD203B41FA5}">
                      <a16:colId xmlns:a16="http://schemas.microsoft.com/office/drawing/2014/main" val="1597389030"/>
                    </a:ext>
                  </a:extLst>
                </a:gridCol>
                <a:gridCol w="2782931">
                  <a:extLst>
                    <a:ext uri="{9D8B030D-6E8A-4147-A177-3AD203B41FA5}">
                      <a16:colId xmlns:a16="http://schemas.microsoft.com/office/drawing/2014/main" val="974388486"/>
                    </a:ext>
                  </a:extLst>
                </a:gridCol>
                <a:gridCol w="2782931">
                  <a:extLst>
                    <a:ext uri="{9D8B030D-6E8A-4147-A177-3AD203B41FA5}">
                      <a16:colId xmlns:a16="http://schemas.microsoft.com/office/drawing/2014/main" val="3851558548"/>
                    </a:ext>
                  </a:extLst>
                </a:gridCol>
                <a:gridCol w="2325731">
                  <a:extLst>
                    <a:ext uri="{9D8B030D-6E8A-4147-A177-3AD203B41FA5}">
                      <a16:colId xmlns:a16="http://schemas.microsoft.com/office/drawing/2014/main" val="3823046696"/>
                    </a:ext>
                  </a:extLst>
                </a:gridCol>
              </a:tblGrid>
              <a:tr h="430057">
                <a:tc>
                  <a:txBody>
                    <a:bodyPr/>
                    <a:lstStyle/>
                    <a:p>
                      <a:r>
                        <a:rPr lang="tr-TR" dirty="0"/>
                        <a:t>Paint Point</a:t>
                      </a:r>
                    </a:p>
                  </a:txBody>
                  <a:tcPr/>
                </a:tc>
                <a:tc>
                  <a:txBody>
                    <a:bodyPr/>
                    <a:lstStyle/>
                    <a:p>
                      <a:r>
                        <a:rPr lang="tr-TR" dirty="0" err="1"/>
                        <a:t>Effect</a:t>
                      </a:r>
                      <a:endParaRPr lang="tr-TR" dirty="0"/>
                    </a:p>
                  </a:txBody>
                  <a:tcPr/>
                </a:tc>
                <a:tc>
                  <a:txBody>
                    <a:bodyPr/>
                    <a:lstStyle/>
                    <a:p>
                      <a:r>
                        <a:rPr lang="tr-TR" dirty="0"/>
                        <a:t>Risk Level</a:t>
                      </a:r>
                    </a:p>
                  </a:txBody>
                  <a:tcPr/>
                </a:tc>
                <a:tc>
                  <a:txBody>
                    <a:bodyPr/>
                    <a:lstStyle/>
                    <a:p>
                      <a:r>
                        <a:rPr lang="tr-TR" dirty="0" err="1">
                          <a:effectLst/>
                        </a:rPr>
                        <a:t>Expected</a:t>
                      </a:r>
                      <a:r>
                        <a:rPr lang="tr-TR" dirty="0">
                          <a:effectLst/>
                        </a:rPr>
                        <a:t> Action</a:t>
                      </a:r>
                      <a:endParaRPr lang="tr-TR" dirty="0"/>
                    </a:p>
                  </a:txBody>
                  <a:tcPr/>
                </a:tc>
                <a:extLst>
                  <a:ext uri="{0D108BD9-81ED-4DB2-BD59-A6C34878D82A}">
                    <a16:rowId xmlns:a16="http://schemas.microsoft.com/office/drawing/2014/main" val="863645179"/>
                  </a:ext>
                </a:extLst>
              </a:tr>
              <a:tr h="430057">
                <a:tc>
                  <a:txBody>
                    <a:bodyPr/>
                    <a:lstStyle/>
                    <a:p>
                      <a:pPr>
                        <a:buNone/>
                      </a:pPr>
                      <a:r>
                        <a:rPr lang="tr-TR" dirty="0">
                          <a:effectLst/>
                        </a:rPr>
                        <a:t>X </a:t>
                      </a:r>
                      <a:r>
                        <a:rPr lang="tr-TR" dirty="0" err="1">
                          <a:effectLst/>
                        </a:rPr>
                        <a:t>sysmte</a:t>
                      </a:r>
                      <a:r>
                        <a:rPr lang="tr-TR" dirty="0">
                          <a:effectLst/>
                        </a:rPr>
                        <a:t> </a:t>
                      </a:r>
                      <a:r>
                        <a:rPr lang="tr-TR" dirty="0" err="1">
                          <a:effectLst/>
                        </a:rPr>
                        <a:t>tech</a:t>
                      </a:r>
                      <a:r>
                        <a:rPr lang="tr-TR" dirty="0">
                          <a:effectLst/>
                        </a:rPr>
                        <a:t> Depth</a:t>
                      </a:r>
                    </a:p>
                  </a:txBody>
                  <a:tcPr anchor="ctr"/>
                </a:tc>
                <a:tc>
                  <a:txBody>
                    <a:bodyPr/>
                    <a:lstStyle/>
                    <a:p>
                      <a:pPr>
                        <a:buNone/>
                      </a:pPr>
                      <a:r>
                        <a:rPr lang="tr-TR" dirty="0" err="1">
                          <a:effectLst/>
                        </a:rPr>
                        <a:t>Slow</a:t>
                      </a:r>
                      <a:r>
                        <a:rPr lang="tr-TR" dirty="0">
                          <a:effectLst/>
                        </a:rPr>
                        <a:t> Development</a:t>
                      </a:r>
                    </a:p>
                  </a:txBody>
                  <a:tcPr anchor="ctr"/>
                </a:tc>
                <a:tc>
                  <a:txBody>
                    <a:bodyPr/>
                    <a:lstStyle/>
                    <a:p>
                      <a:pPr>
                        <a:buNone/>
                      </a:pPr>
                      <a:r>
                        <a:rPr lang="tr-TR" dirty="0" err="1">
                          <a:effectLst/>
                        </a:rPr>
                        <a:t>high</a:t>
                      </a:r>
                      <a:endParaRPr lang="tr-TR" dirty="0">
                        <a:effectLst/>
                      </a:endParaRPr>
                    </a:p>
                  </a:txBody>
                  <a:tcPr anchor="ctr"/>
                </a:tc>
                <a:tc>
                  <a:txBody>
                    <a:bodyPr/>
                    <a:lstStyle/>
                    <a:p>
                      <a:pPr>
                        <a:buNone/>
                      </a:pPr>
                      <a:r>
                        <a:rPr lang="tr-TR" dirty="0" err="1">
                          <a:effectLst/>
                        </a:rPr>
                        <a:t>modernization</a:t>
                      </a:r>
                      <a:endParaRPr lang="tr-TR" dirty="0">
                        <a:effectLst/>
                      </a:endParaRPr>
                    </a:p>
                  </a:txBody>
                  <a:tcPr anchor="ctr"/>
                </a:tc>
                <a:extLst>
                  <a:ext uri="{0D108BD9-81ED-4DB2-BD59-A6C34878D82A}">
                    <a16:rowId xmlns:a16="http://schemas.microsoft.com/office/drawing/2014/main" val="998464964"/>
                  </a:ext>
                </a:extLst>
              </a:tr>
              <a:tr h="752600">
                <a:tc>
                  <a:txBody>
                    <a:bodyPr/>
                    <a:lstStyle/>
                    <a:p>
                      <a:pPr>
                        <a:buNone/>
                      </a:pPr>
                      <a:r>
                        <a:rPr lang="tr-TR" dirty="0" err="1">
                          <a:effectLst/>
                        </a:rPr>
                        <a:t>Devops</a:t>
                      </a:r>
                      <a:r>
                        <a:rPr lang="tr-TR" dirty="0">
                          <a:effectLst/>
                        </a:rPr>
                        <a:t> </a:t>
                      </a:r>
                      <a:r>
                        <a:rPr lang="tr-TR" dirty="0" err="1">
                          <a:effectLst/>
                        </a:rPr>
                        <a:t>new</a:t>
                      </a:r>
                      <a:r>
                        <a:rPr lang="tr-TR" dirty="0">
                          <a:effectLst/>
                        </a:rPr>
                        <a:t> </a:t>
                      </a:r>
                      <a:r>
                        <a:rPr lang="tr-TR" dirty="0" err="1">
                          <a:effectLst/>
                        </a:rPr>
                        <a:t>pipeline</a:t>
                      </a:r>
                      <a:endParaRPr lang="tr-TR" dirty="0">
                        <a:effectLst/>
                      </a:endParaRPr>
                    </a:p>
                  </a:txBody>
                  <a:tcPr anchor="ctr"/>
                </a:tc>
                <a:tc>
                  <a:txBody>
                    <a:bodyPr/>
                    <a:lstStyle/>
                    <a:p>
                      <a:pPr>
                        <a:buNone/>
                      </a:pPr>
                      <a:r>
                        <a:rPr lang="tr-TR" dirty="0" err="1">
                          <a:effectLst/>
                        </a:rPr>
                        <a:t>Capacity</a:t>
                      </a:r>
                      <a:r>
                        <a:rPr lang="tr-TR" dirty="0">
                          <a:effectLst/>
                        </a:rPr>
                        <a:t> </a:t>
                      </a:r>
                      <a:r>
                        <a:rPr lang="tr-TR" dirty="0" err="1">
                          <a:effectLst/>
                        </a:rPr>
                        <a:t>consumer</a:t>
                      </a:r>
                      <a:endParaRPr lang="tr-TR" dirty="0">
                        <a:effectLst/>
                      </a:endParaRPr>
                    </a:p>
                  </a:txBody>
                  <a:tcPr anchor="ctr"/>
                </a:tc>
                <a:tc>
                  <a:txBody>
                    <a:bodyPr/>
                    <a:lstStyle/>
                    <a:p>
                      <a:pPr>
                        <a:buNone/>
                      </a:pPr>
                      <a:r>
                        <a:rPr lang="tr-TR" dirty="0" err="1">
                          <a:effectLst/>
                        </a:rPr>
                        <a:t>medium</a:t>
                      </a:r>
                      <a:endParaRPr lang="tr-TR" dirty="0">
                        <a:effectLst/>
                      </a:endParaRPr>
                    </a:p>
                  </a:txBody>
                  <a:tcPr anchor="ctr"/>
                </a:tc>
                <a:tc>
                  <a:txBody>
                    <a:bodyPr/>
                    <a:lstStyle/>
                    <a:p>
                      <a:pPr>
                        <a:buNone/>
                      </a:pPr>
                      <a:r>
                        <a:rPr lang="tr-TR" dirty="0">
                          <a:effectLst/>
                        </a:rPr>
                        <a:t>Self-Service</a:t>
                      </a:r>
                    </a:p>
                  </a:txBody>
                  <a:tcPr anchor="ctr"/>
                </a:tc>
                <a:extLst>
                  <a:ext uri="{0D108BD9-81ED-4DB2-BD59-A6C34878D82A}">
                    <a16:rowId xmlns:a16="http://schemas.microsoft.com/office/drawing/2014/main" val="1773592717"/>
                  </a:ext>
                </a:extLst>
              </a:tr>
              <a:tr h="430057">
                <a:tc>
                  <a:txBody>
                    <a:bodyPr/>
                    <a:lstStyle/>
                    <a:p>
                      <a:endParaRPr lang="tr-TR" dirty="0"/>
                    </a:p>
                  </a:txBody>
                  <a:tcPr/>
                </a:tc>
                <a:tc>
                  <a:txBody>
                    <a:bodyPr/>
                    <a:lstStyle/>
                    <a:p>
                      <a:pPr>
                        <a:buNone/>
                      </a:pPr>
                      <a:endParaRPr lang="tr-TR" dirty="0">
                        <a:effectLst/>
                      </a:endParaRPr>
                    </a:p>
                  </a:txBody>
                  <a:tcPr anchor="ctr"/>
                </a:tc>
                <a:tc>
                  <a:txBody>
                    <a:bodyPr/>
                    <a:lstStyle/>
                    <a:p>
                      <a:pPr>
                        <a:buNone/>
                      </a:pPr>
                      <a:endParaRPr lang="tr-TR" dirty="0">
                        <a:effectLst/>
                      </a:endParaRPr>
                    </a:p>
                  </a:txBody>
                  <a:tcPr anchor="ctr"/>
                </a:tc>
                <a:tc>
                  <a:txBody>
                    <a:bodyPr/>
                    <a:lstStyle/>
                    <a:p>
                      <a:pPr>
                        <a:buNone/>
                      </a:pPr>
                      <a:endParaRPr lang="tr-TR" dirty="0">
                        <a:effectLst/>
                      </a:endParaRPr>
                    </a:p>
                  </a:txBody>
                  <a:tcPr anchor="ctr"/>
                </a:tc>
                <a:extLst>
                  <a:ext uri="{0D108BD9-81ED-4DB2-BD59-A6C34878D82A}">
                    <a16:rowId xmlns:a16="http://schemas.microsoft.com/office/drawing/2014/main" val="1024443154"/>
                  </a:ext>
                </a:extLst>
              </a:tr>
              <a:tr h="430057">
                <a:tc>
                  <a:txBody>
                    <a:bodyPr/>
                    <a:lstStyle/>
                    <a:p>
                      <a:pPr>
                        <a:buNone/>
                      </a:pPr>
                      <a:endParaRPr lang="tr-TR" dirty="0">
                        <a:effectLst/>
                      </a:endParaRPr>
                    </a:p>
                  </a:txBody>
                  <a:tcPr anchor="ctr"/>
                </a:tc>
                <a:tc>
                  <a:txBody>
                    <a:bodyPr/>
                    <a:lstStyle/>
                    <a:p>
                      <a:pPr>
                        <a:buNone/>
                      </a:pPr>
                      <a:endParaRPr lang="tr-TR" dirty="0">
                        <a:effectLst/>
                      </a:endParaRPr>
                    </a:p>
                  </a:txBody>
                  <a:tcPr anchor="ctr"/>
                </a:tc>
                <a:tc>
                  <a:txBody>
                    <a:bodyPr/>
                    <a:lstStyle/>
                    <a:p>
                      <a:pPr>
                        <a:buNone/>
                      </a:pPr>
                      <a:endParaRPr lang="tr-TR"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tr-TR" dirty="0"/>
                    </a:p>
                  </a:txBody>
                  <a:tcPr anchor="ctr"/>
                </a:tc>
                <a:extLst>
                  <a:ext uri="{0D108BD9-81ED-4DB2-BD59-A6C34878D82A}">
                    <a16:rowId xmlns:a16="http://schemas.microsoft.com/office/drawing/2014/main" val="1684329225"/>
                  </a:ext>
                </a:extLst>
              </a:tr>
            </a:tbl>
          </a:graphicData>
        </a:graphic>
      </p:graphicFrame>
    </p:spTree>
    <p:extLst>
      <p:ext uri="{BB962C8B-B14F-4D97-AF65-F5344CB8AC3E}">
        <p14:creationId xmlns:p14="http://schemas.microsoft.com/office/powerpoint/2010/main" val="207456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35BFF-46AB-FDC7-2A59-6F5D8BC9043F}"/>
            </a:ext>
          </a:extLst>
        </p:cNvPr>
        <p:cNvGrpSpPr/>
        <p:nvPr/>
      </p:nvGrpSpPr>
      <p:grpSpPr>
        <a:xfrm>
          <a:off x="0" y="0"/>
          <a:ext cx="0" cy="0"/>
          <a:chOff x="0" y="0"/>
          <a:chExt cx="0" cy="0"/>
        </a:xfrm>
      </p:grpSpPr>
      <p:sp>
        <p:nvSpPr>
          <p:cNvPr id="13" name="Title 4">
            <a:extLst>
              <a:ext uri="{FF2B5EF4-FFF2-40B4-BE49-F238E27FC236}">
                <a16:creationId xmlns:a16="http://schemas.microsoft.com/office/drawing/2014/main" id="{E318EB7D-F6FE-1CB4-8A72-74272B2B8DED}"/>
              </a:ext>
            </a:extLst>
          </p:cNvPr>
          <p:cNvSpPr txBox="1">
            <a:spLocks/>
          </p:cNvSpPr>
          <p:nvPr/>
        </p:nvSpPr>
        <p:spPr bwMode="auto">
          <a:xfrm>
            <a:off x="659008" y="325235"/>
            <a:ext cx="10551917" cy="858174"/>
          </a:xfrm>
          <a:prstGeom prst="rect">
            <a:avLst/>
          </a:prstGeom>
        </p:spPr>
        <p:txBody>
          <a:bodyPr vert="horz" lIns="0" tIns="0" rIns="0" bIns="0" rtlCol="0" anchor="t" anchorCtr="0">
            <a:normAutofit/>
          </a:bodyPr>
          <a:lst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lang="tr-TR" dirty="0" err="1">
                <a:solidFill>
                  <a:srgbClr val="FF6200"/>
                </a:solidFill>
                <a:latin typeface="ING display" panose="020B0803030508020203" pitchFamily="34" charset="0"/>
              </a:rPr>
              <a:t>Roadmap</a:t>
            </a:r>
            <a:endParaRPr kumimoji="0" lang="en-GB"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endParaRPr>
          </a:p>
        </p:txBody>
      </p:sp>
      <p:sp>
        <p:nvSpPr>
          <p:cNvPr id="17" name="Rectangle: Rounded Corners 16">
            <a:extLst>
              <a:ext uri="{FF2B5EF4-FFF2-40B4-BE49-F238E27FC236}">
                <a16:creationId xmlns:a16="http://schemas.microsoft.com/office/drawing/2014/main" id="{1D0D9E0E-3F08-F528-674C-DB6792AFD281}"/>
              </a:ext>
            </a:extLst>
          </p:cNvPr>
          <p:cNvSpPr/>
          <p:nvPr/>
        </p:nvSpPr>
        <p:spPr>
          <a:xfrm>
            <a:off x="659008" y="1190793"/>
            <a:ext cx="8103992" cy="858174"/>
          </a:xfrm>
          <a:prstGeom prst="roundRect">
            <a:avLst>
              <a:gd name="adj" fmla="val 5770"/>
            </a:avLst>
          </a:prstGeom>
          <a:solidFill>
            <a:schemeClr val="tx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err="1">
                <a:solidFill>
                  <a:schemeClr val="tx1"/>
                </a:solidFill>
              </a:rPr>
              <a:t>Going</a:t>
            </a:r>
            <a:r>
              <a:rPr lang="tr-TR" sz="1600" dirty="0">
                <a:solidFill>
                  <a:schemeClr val="tx1"/>
                </a:solidFill>
              </a:rPr>
              <a:t> </a:t>
            </a:r>
            <a:r>
              <a:rPr lang="tr-TR" sz="1600" dirty="0" err="1">
                <a:solidFill>
                  <a:schemeClr val="tx1"/>
                </a:solidFill>
              </a:rPr>
              <a:t>to</a:t>
            </a:r>
            <a:r>
              <a:rPr lang="tr-TR" sz="1600" dirty="0">
                <a:solidFill>
                  <a:schemeClr val="tx1"/>
                </a:solidFill>
              </a:rPr>
              <a:t> </a:t>
            </a:r>
            <a:r>
              <a:rPr lang="tr-TR" sz="1600" dirty="0" err="1">
                <a:solidFill>
                  <a:schemeClr val="tx1"/>
                </a:solidFill>
              </a:rPr>
              <a:t>deal</a:t>
            </a:r>
            <a:r>
              <a:rPr lang="tr-TR" sz="1600" dirty="0">
                <a:solidFill>
                  <a:schemeClr val="tx1"/>
                </a:solidFill>
              </a:rPr>
              <a:t> </a:t>
            </a:r>
            <a:r>
              <a:rPr lang="tr-TR" sz="1600" dirty="0" err="1">
                <a:solidFill>
                  <a:schemeClr val="tx1"/>
                </a:solidFill>
              </a:rPr>
              <a:t>with</a:t>
            </a:r>
            <a:r>
              <a:rPr lang="tr-TR" sz="1600" dirty="0">
                <a:solidFill>
                  <a:schemeClr val="tx1"/>
                </a:solidFill>
              </a:rPr>
              <a:t>:</a:t>
            </a:r>
          </a:p>
          <a:p>
            <a:pPr marL="285750" indent="-285750">
              <a:lnSpc>
                <a:spcPct val="90000"/>
              </a:lnSpc>
              <a:buFont typeface="Arial" panose="020B0604020202020204" pitchFamily="34" charset="0"/>
              <a:buChar char="•"/>
            </a:pPr>
            <a:r>
              <a:rPr lang="tr-TR" sz="1600" dirty="0" err="1">
                <a:solidFill>
                  <a:schemeClr val="tx1"/>
                </a:solidFill>
              </a:rPr>
              <a:t>This</a:t>
            </a:r>
            <a:endParaRPr lang="tr-TR" sz="1600" dirty="0">
              <a:solidFill>
                <a:schemeClr val="tx1"/>
              </a:solidFill>
            </a:endParaRPr>
          </a:p>
          <a:p>
            <a:pPr marL="285750" indent="-285750">
              <a:lnSpc>
                <a:spcPct val="90000"/>
              </a:lnSpc>
              <a:buFont typeface="Arial" panose="020B0604020202020204" pitchFamily="34" charset="0"/>
              <a:buChar char="•"/>
            </a:pPr>
            <a:r>
              <a:rPr lang="tr-TR" sz="1600" dirty="0" err="1">
                <a:solidFill>
                  <a:schemeClr val="tx1"/>
                </a:solidFill>
              </a:rPr>
              <a:t>that</a:t>
            </a:r>
            <a:endParaRPr lang="en-NL" sz="1600" dirty="0">
              <a:solidFill>
                <a:schemeClr val="tx1"/>
              </a:solidFill>
            </a:endParaRPr>
          </a:p>
        </p:txBody>
      </p:sp>
      <p:sp>
        <p:nvSpPr>
          <p:cNvPr id="18" name="TextBox 17">
            <a:extLst>
              <a:ext uri="{FF2B5EF4-FFF2-40B4-BE49-F238E27FC236}">
                <a16:creationId xmlns:a16="http://schemas.microsoft.com/office/drawing/2014/main" id="{7F6D08A2-16B2-A66F-CC90-BCF1B9B41ACF}"/>
              </a:ext>
            </a:extLst>
          </p:cNvPr>
          <p:cNvSpPr txBox="1"/>
          <p:nvPr/>
        </p:nvSpPr>
        <p:spPr>
          <a:xfrm>
            <a:off x="589639" y="874872"/>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Short-term</a:t>
            </a:r>
            <a:r>
              <a:rPr lang="tr-TR" sz="1600" b="1" dirty="0"/>
              <a:t> (0-3 </a:t>
            </a:r>
            <a:r>
              <a:rPr lang="tr-TR" sz="1600" b="1" dirty="0" err="1"/>
              <a:t>months</a:t>
            </a:r>
            <a:r>
              <a:rPr lang="tr-TR" sz="1600" b="1" dirty="0"/>
              <a:t>)</a:t>
            </a:r>
            <a:endParaRPr lang="en-GB" sz="1600" b="1" dirty="0"/>
          </a:p>
        </p:txBody>
      </p:sp>
      <p:sp>
        <p:nvSpPr>
          <p:cNvPr id="2" name="TextBox 1">
            <a:extLst>
              <a:ext uri="{FF2B5EF4-FFF2-40B4-BE49-F238E27FC236}">
                <a16:creationId xmlns:a16="http://schemas.microsoft.com/office/drawing/2014/main" id="{AF7023DE-2355-0358-586E-5ED8DE6FACDD}"/>
              </a:ext>
            </a:extLst>
          </p:cNvPr>
          <p:cNvSpPr txBox="1"/>
          <p:nvPr/>
        </p:nvSpPr>
        <p:spPr>
          <a:xfrm>
            <a:off x="589641" y="2511023"/>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Mid-term</a:t>
            </a:r>
            <a:r>
              <a:rPr lang="tr-TR" sz="1600" b="1" dirty="0"/>
              <a:t> (3-9 </a:t>
            </a:r>
            <a:r>
              <a:rPr lang="tr-TR" sz="1600" b="1" dirty="0" err="1"/>
              <a:t>months</a:t>
            </a:r>
            <a:r>
              <a:rPr lang="tr-TR" sz="1600" b="1" dirty="0"/>
              <a:t>)</a:t>
            </a:r>
            <a:endParaRPr lang="en-GB" sz="1600" b="1" dirty="0"/>
          </a:p>
        </p:txBody>
      </p:sp>
      <p:sp>
        <p:nvSpPr>
          <p:cNvPr id="3" name="TextBox 2">
            <a:extLst>
              <a:ext uri="{FF2B5EF4-FFF2-40B4-BE49-F238E27FC236}">
                <a16:creationId xmlns:a16="http://schemas.microsoft.com/office/drawing/2014/main" id="{6C38F2AF-B34D-3A93-4E9D-9AF5A59305EF}"/>
              </a:ext>
            </a:extLst>
          </p:cNvPr>
          <p:cNvSpPr txBox="1"/>
          <p:nvPr/>
        </p:nvSpPr>
        <p:spPr>
          <a:xfrm>
            <a:off x="589640" y="4564639"/>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Long-term</a:t>
            </a:r>
            <a:r>
              <a:rPr lang="tr-TR" sz="1600" b="1" dirty="0"/>
              <a:t> (9-18 </a:t>
            </a:r>
            <a:r>
              <a:rPr lang="tr-TR" sz="1600" b="1" dirty="0" err="1"/>
              <a:t>months</a:t>
            </a:r>
            <a:r>
              <a:rPr lang="tr-TR" sz="1600" b="1" dirty="0"/>
              <a:t>)</a:t>
            </a:r>
            <a:endParaRPr lang="en-GB" sz="1600" b="1" dirty="0"/>
          </a:p>
        </p:txBody>
      </p:sp>
      <p:sp>
        <p:nvSpPr>
          <p:cNvPr id="4" name="Rectangle: Rounded Corners 3">
            <a:extLst>
              <a:ext uri="{FF2B5EF4-FFF2-40B4-BE49-F238E27FC236}">
                <a16:creationId xmlns:a16="http://schemas.microsoft.com/office/drawing/2014/main" id="{701BD678-8E69-7A08-D60B-0CD5A8B73470}"/>
              </a:ext>
            </a:extLst>
          </p:cNvPr>
          <p:cNvSpPr/>
          <p:nvPr/>
        </p:nvSpPr>
        <p:spPr>
          <a:xfrm>
            <a:off x="659008" y="2804312"/>
            <a:ext cx="8103992" cy="858174"/>
          </a:xfrm>
          <a:prstGeom prst="roundRect">
            <a:avLst>
              <a:gd name="adj" fmla="val 5770"/>
            </a:avLst>
          </a:prstGeom>
          <a:solidFill>
            <a:schemeClr val="tx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err="1">
                <a:solidFill>
                  <a:schemeClr val="tx1"/>
                </a:solidFill>
              </a:rPr>
              <a:t>Going</a:t>
            </a:r>
            <a:r>
              <a:rPr lang="tr-TR" sz="1600" dirty="0">
                <a:solidFill>
                  <a:schemeClr val="tx1"/>
                </a:solidFill>
              </a:rPr>
              <a:t> </a:t>
            </a:r>
            <a:r>
              <a:rPr lang="tr-TR" sz="1600" dirty="0" err="1">
                <a:solidFill>
                  <a:schemeClr val="tx1"/>
                </a:solidFill>
              </a:rPr>
              <a:t>to</a:t>
            </a:r>
            <a:r>
              <a:rPr lang="tr-TR" sz="1600" dirty="0">
                <a:solidFill>
                  <a:schemeClr val="tx1"/>
                </a:solidFill>
              </a:rPr>
              <a:t> </a:t>
            </a:r>
            <a:r>
              <a:rPr lang="tr-TR" sz="1600" dirty="0" err="1">
                <a:solidFill>
                  <a:schemeClr val="tx1"/>
                </a:solidFill>
              </a:rPr>
              <a:t>deal</a:t>
            </a:r>
            <a:r>
              <a:rPr lang="tr-TR" sz="1600" dirty="0">
                <a:solidFill>
                  <a:schemeClr val="tx1"/>
                </a:solidFill>
              </a:rPr>
              <a:t> </a:t>
            </a:r>
            <a:r>
              <a:rPr lang="tr-TR" sz="1600" dirty="0" err="1">
                <a:solidFill>
                  <a:schemeClr val="tx1"/>
                </a:solidFill>
              </a:rPr>
              <a:t>with</a:t>
            </a:r>
            <a:r>
              <a:rPr lang="tr-TR" sz="1600" dirty="0">
                <a:solidFill>
                  <a:schemeClr val="tx1"/>
                </a:solidFill>
              </a:rPr>
              <a:t>:</a:t>
            </a:r>
          </a:p>
          <a:p>
            <a:pPr marL="285750" indent="-285750">
              <a:lnSpc>
                <a:spcPct val="90000"/>
              </a:lnSpc>
              <a:buFont typeface="Arial" panose="020B0604020202020204" pitchFamily="34" charset="0"/>
              <a:buChar char="•"/>
            </a:pPr>
            <a:r>
              <a:rPr lang="tr-TR" sz="1600" dirty="0" err="1">
                <a:solidFill>
                  <a:schemeClr val="tx1"/>
                </a:solidFill>
              </a:rPr>
              <a:t>This</a:t>
            </a:r>
            <a:endParaRPr lang="tr-TR" sz="1600" dirty="0">
              <a:solidFill>
                <a:schemeClr val="tx1"/>
              </a:solidFill>
            </a:endParaRPr>
          </a:p>
          <a:p>
            <a:pPr marL="285750" indent="-285750">
              <a:lnSpc>
                <a:spcPct val="90000"/>
              </a:lnSpc>
              <a:buFont typeface="Arial" panose="020B0604020202020204" pitchFamily="34" charset="0"/>
              <a:buChar char="•"/>
            </a:pPr>
            <a:r>
              <a:rPr lang="tr-TR" sz="1600" dirty="0" err="1">
                <a:solidFill>
                  <a:schemeClr val="tx1"/>
                </a:solidFill>
              </a:rPr>
              <a:t>that</a:t>
            </a:r>
            <a:endParaRPr lang="en-NL" sz="1600" dirty="0">
              <a:solidFill>
                <a:schemeClr val="tx1"/>
              </a:solidFill>
            </a:endParaRPr>
          </a:p>
        </p:txBody>
      </p:sp>
      <p:sp>
        <p:nvSpPr>
          <p:cNvPr id="5" name="Rectangle: Rounded Corners 4">
            <a:extLst>
              <a:ext uri="{FF2B5EF4-FFF2-40B4-BE49-F238E27FC236}">
                <a16:creationId xmlns:a16="http://schemas.microsoft.com/office/drawing/2014/main" id="{1345D33F-9A97-209A-5370-DF072A7158B1}"/>
              </a:ext>
            </a:extLst>
          </p:cNvPr>
          <p:cNvSpPr/>
          <p:nvPr/>
        </p:nvSpPr>
        <p:spPr>
          <a:xfrm>
            <a:off x="659008" y="4903193"/>
            <a:ext cx="8103992" cy="858174"/>
          </a:xfrm>
          <a:prstGeom prst="roundRect">
            <a:avLst>
              <a:gd name="adj" fmla="val 5770"/>
            </a:avLst>
          </a:prstGeom>
          <a:solidFill>
            <a:schemeClr val="tx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err="1">
                <a:solidFill>
                  <a:schemeClr val="tx1"/>
                </a:solidFill>
              </a:rPr>
              <a:t>Going</a:t>
            </a:r>
            <a:r>
              <a:rPr lang="tr-TR" sz="1600" dirty="0">
                <a:solidFill>
                  <a:schemeClr val="tx1"/>
                </a:solidFill>
              </a:rPr>
              <a:t> </a:t>
            </a:r>
            <a:r>
              <a:rPr lang="tr-TR" sz="1600" dirty="0" err="1">
                <a:solidFill>
                  <a:schemeClr val="tx1"/>
                </a:solidFill>
              </a:rPr>
              <a:t>to</a:t>
            </a:r>
            <a:r>
              <a:rPr lang="tr-TR" sz="1600" dirty="0">
                <a:solidFill>
                  <a:schemeClr val="tx1"/>
                </a:solidFill>
              </a:rPr>
              <a:t> </a:t>
            </a:r>
            <a:r>
              <a:rPr lang="tr-TR" sz="1600" dirty="0" err="1">
                <a:solidFill>
                  <a:schemeClr val="tx1"/>
                </a:solidFill>
              </a:rPr>
              <a:t>deal</a:t>
            </a:r>
            <a:r>
              <a:rPr lang="tr-TR" sz="1600" dirty="0">
                <a:solidFill>
                  <a:schemeClr val="tx1"/>
                </a:solidFill>
              </a:rPr>
              <a:t> </a:t>
            </a:r>
            <a:r>
              <a:rPr lang="tr-TR" sz="1600" dirty="0" err="1">
                <a:solidFill>
                  <a:schemeClr val="tx1"/>
                </a:solidFill>
              </a:rPr>
              <a:t>with</a:t>
            </a:r>
            <a:r>
              <a:rPr lang="tr-TR" sz="1600" dirty="0">
                <a:solidFill>
                  <a:schemeClr val="tx1"/>
                </a:solidFill>
              </a:rPr>
              <a:t>:</a:t>
            </a:r>
          </a:p>
          <a:p>
            <a:pPr marL="285750" indent="-285750">
              <a:lnSpc>
                <a:spcPct val="90000"/>
              </a:lnSpc>
              <a:buFont typeface="Arial" panose="020B0604020202020204" pitchFamily="34" charset="0"/>
              <a:buChar char="•"/>
            </a:pPr>
            <a:r>
              <a:rPr lang="tr-TR" sz="1600" dirty="0" err="1">
                <a:solidFill>
                  <a:schemeClr val="tx1"/>
                </a:solidFill>
              </a:rPr>
              <a:t>This</a:t>
            </a:r>
            <a:endParaRPr lang="tr-TR" sz="1600" dirty="0">
              <a:solidFill>
                <a:schemeClr val="tx1"/>
              </a:solidFill>
            </a:endParaRPr>
          </a:p>
          <a:p>
            <a:pPr marL="285750" indent="-285750">
              <a:lnSpc>
                <a:spcPct val="90000"/>
              </a:lnSpc>
              <a:buFont typeface="Arial" panose="020B0604020202020204" pitchFamily="34" charset="0"/>
              <a:buChar char="•"/>
            </a:pPr>
            <a:r>
              <a:rPr lang="tr-TR" sz="1600" dirty="0" err="1">
                <a:solidFill>
                  <a:schemeClr val="tx1"/>
                </a:solidFill>
              </a:rPr>
              <a:t>that</a:t>
            </a:r>
            <a:endParaRPr lang="en-NL" sz="1600" dirty="0">
              <a:solidFill>
                <a:schemeClr val="tx1"/>
              </a:solidFill>
            </a:endParaRPr>
          </a:p>
        </p:txBody>
      </p:sp>
      <p:sp>
        <p:nvSpPr>
          <p:cNvPr id="6" name="Rectangle: Rounded Corners 5">
            <a:extLst>
              <a:ext uri="{FF2B5EF4-FFF2-40B4-BE49-F238E27FC236}">
                <a16:creationId xmlns:a16="http://schemas.microsoft.com/office/drawing/2014/main" id="{B09F7CAB-05B8-7745-8625-51D4B2F3EC8E}"/>
              </a:ext>
            </a:extLst>
          </p:cNvPr>
          <p:cNvSpPr/>
          <p:nvPr/>
        </p:nvSpPr>
        <p:spPr>
          <a:xfrm>
            <a:off x="8896350" y="1195339"/>
            <a:ext cx="2993626" cy="853628"/>
          </a:xfrm>
          <a:prstGeom prst="roundRect">
            <a:avLst>
              <a:gd name="adj" fmla="val 5770"/>
            </a:avLst>
          </a:prstGeom>
          <a:solidFill>
            <a:srgbClr val="92D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a:solidFill>
                  <a:schemeClr val="tx1"/>
                </a:solidFill>
              </a:rPr>
              <a:t>X md </a:t>
            </a:r>
            <a:r>
              <a:rPr lang="tr-TR" sz="1600" dirty="0" err="1">
                <a:solidFill>
                  <a:schemeClr val="tx1"/>
                </a:solidFill>
              </a:rPr>
              <a:t>to</a:t>
            </a:r>
            <a:r>
              <a:rPr lang="tr-TR" sz="1600" dirty="0">
                <a:solidFill>
                  <a:schemeClr val="tx1"/>
                </a:solidFill>
              </a:rPr>
              <a:t> </a:t>
            </a:r>
            <a:r>
              <a:rPr lang="tr-TR" sz="1600" dirty="0" err="1">
                <a:solidFill>
                  <a:schemeClr val="tx1"/>
                </a:solidFill>
              </a:rPr>
              <a:t>run</a:t>
            </a:r>
            <a:r>
              <a:rPr lang="tr-TR" sz="1600" dirty="0">
                <a:solidFill>
                  <a:schemeClr val="tx1"/>
                </a:solidFill>
              </a:rPr>
              <a:t> </a:t>
            </a:r>
            <a:r>
              <a:rPr lang="tr-TR" sz="1600" dirty="0" err="1">
                <a:solidFill>
                  <a:schemeClr val="tx1"/>
                </a:solidFill>
              </a:rPr>
              <a:t>this</a:t>
            </a:r>
            <a:r>
              <a:rPr lang="tr-TR" sz="1600" dirty="0">
                <a:solidFill>
                  <a:schemeClr val="tx1"/>
                </a:solidFill>
              </a:rPr>
              <a:t> Project</a:t>
            </a:r>
          </a:p>
          <a:p>
            <a:pPr>
              <a:lnSpc>
                <a:spcPct val="90000"/>
              </a:lnSpc>
            </a:pPr>
            <a:r>
              <a:rPr lang="tr-TR" sz="1600" dirty="0">
                <a:solidFill>
                  <a:schemeClr val="tx1"/>
                </a:solidFill>
              </a:rPr>
              <a:t>Y </a:t>
            </a:r>
            <a:r>
              <a:rPr lang="tr-TR" sz="1600" dirty="0" err="1">
                <a:solidFill>
                  <a:schemeClr val="tx1"/>
                </a:solidFill>
              </a:rPr>
              <a:t>dollars</a:t>
            </a:r>
            <a:r>
              <a:rPr lang="tr-TR" sz="1600" dirty="0">
                <a:solidFill>
                  <a:schemeClr val="tx1"/>
                </a:solidFill>
              </a:rPr>
              <a:t> </a:t>
            </a:r>
            <a:r>
              <a:rPr lang="tr-TR" sz="1600" dirty="0" err="1">
                <a:solidFill>
                  <a:schemeClr val="tx1"/>
                </a:solidFill>
              </a:rPr>
              <a:t>for</a:t>
            </a:r>
            <a:r>
              <a:rPr lang="tr-TR" sz="1600" dirty="0">
                <a:solidFill>
                  <a:schemeClr val="tx1"/>
                </a:solidFill>
              </a:rPr>
              <a:t> </a:t>
            </a:r>
            <a:r>
              <a:rPr lang="tr-TR" sz="1600" dirty="0" err="1">
                <a:solidFill>
                  <a:schemeClr val="tx1"/>
                </a:solidFill>
              </a:rPr>
              <a:t>license</a:t>
            </a:r>
            <a:endParaRPr lang="en-NL" sz="1600" dirty="0">
              <a:solidFill>
                <a:schemeClr val="tx1"/>
              </a:solidFill>
            </a:endParaRPr>
          </a:p>
        </p:txBody>
      </p:sp>
      <p:sp>
        <p:nvSpPr>
          <p:cNvPr id="7" name="Rectangle: Rounded Corners 6">
            <a:extLst>
              <a:ext uri="{FF2B5EF4-FFF2-40B4-BE49-F238E27FC236}">
                <a16:creationId xmlns:a16="http://schemas.microsoft.com/office/drawing/2014/main" id="{3E1DC4D9-01C5-4652-4A39-E14D269C8519}"/>
              </a:ext>
            </a:extLst>
          </p:cNvPr>
          <p:cNvSpPr/>
          <p:nvPr/>
        </p:nvSpPr>
        <p:spPr>
          <a:xfrm>
            <a:off x="8896350" y="2804312"/>
            <a:ext cx="2993626" cy="853628"/>
          </a:xfrm>
          <a:prstGeom prst="roundRect">
            <a:avLst>
              <a:gd name="adj" fmla="val 5770"/>
            </a:avLst>
          </a:prstGeom>
          <a:solidFill>
            <a:srgbClr val="92D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a:solidFill>
                  <a:schemeClr val="tx1"/>
                </a:solidFill>
              </a:rPr>
              <a:t>X md </a:t>
            </a:r>
            <a:r>
              <a:rPr lang="tr-TR" sz="1600" dirty="0" err="1">
                <a:solidFill>
                  <a:schemeClr val="tx1"/>
                </a:solidFill>
              </a:rPr>
              <a:t>to</a:t>
            </a:r>
            <a:r>
              <a:rPr lang="tr-TR" sz="1600" dirty="0">
                <a:solidFill>
                  <a:schemeClr val="tx1"/>
                </a:solidFill>
              </a:rPr>
              <a:t> </a:t>
            </a:r>
            <a:r>
              <a:rPr lang="tr-TR" sz="1600" dirty="0" err="1">
                <a:solidFill>
                  <a:schemeClr val="tx1"/>
                </a:solidFill>
              </a:rPr>
              <a:t>run</a:t>
            </a:r>
            <a:r>
              <a:rPr lang="tr-TR" sz="1600" dirty="0">
                <a:solidFill>
                  <a:schemeClr val="tx1"/>
                </a:solidFill>
              </a:rPr>
              <a:t> </a:t>
            </a:r>
            <a:r>
              <a:rPr lang="tr-TR" sz="1600" dirty="0" err="1">
                <a:solidFill>
                  <a:schemeClr val="tx1"/>
                </a:solidFill>
              </a:rPr>
              <a:t>this</a:t>
            </a:r>
            <a:r>
              <a:rPr lang="tr-TR" sz="1600" dirty="0">
                <a:solidFill>
                  <a:schemeClr val="tx1"/>
                </a:solidFill>
              </a:rPr>
              <a:t> Project</a:t>
            </a:r>
          </a:p>
          <a:p>
            <a:pPr>
              <a:lnSpc>
                <a:spcPct val="90000"/>
              </a:lnSpc>
            </a:pPr>
            <a:r>
              <a:rPr lang="tr-TR" sz="1600" dirty="0">
                <a:solidFill>
                  <a:schemeClr val="tx1"/>
                </a:solidFill>
              </a:rPr>
              <a:t>Y </a:t>
            </a:r>
            <a:r>
              <a:rPr lang="tr-TR" sz="1600" dirty="0" err="1">
                <a:solidFill>
                  <a:schemeClr val="tx1"/>
                </a:solidFill>
              </a:rPr>
              <a:t>dollars</a:t>
            </a:r>
            <a:r>
              <a:rPr lang="tr-TR" sz="1600" dirty="0">
                <a:solidFill>
                  <a:schemeClr val="tx1"/>
                </a:solidFill>
              </a:rPr>
              <a:t> </a:t>
            </a:r>
            <a:r>
              <a:rPr lang="tr-TR" sz="1600" dirty="0" err="1">
                <a:solidFill>
                  <a:schemeClr val="tx1"/>
                </a:solidFill>
              </a:rPr>
              <a:t>for</a:t>
            </a:r>
            <a:r>
              <a:rPr lang="tr-TR" sz="1600" dirty="0">
                <a:solidFill>
                  <a:schemeClr val="tx1"/>
                </a:solidFill>
              </a:rPr>
              <a:t> </a:t>
            </a:r>
            <a:r>
              <a:rPr lang="tr-TR" sz="1600" dirty="0" err="1">
                <a:solidFill>
                  <a:schemeClr val="tx1"/>
                </a:solidFill>
              </a:rPr>
              <a:t>license</a:t>
            </a:r>
            <a:endParaRPr lang="en-NL" sz="1600" dirty="0">
              <a:solidFill>
                <a:schemeClr val="tx1"/>
              </a:solidFill>
            </a:endParaRPr>
          </a:p>
        </p:txBody>
      </p:sp>
      <p:sp>
        <p:nvSpPr>
          <p:cNvPr id="8" name="Rectangle: Rounded Corners 7">
            <a:extLst>
              <a:ext uri="{FF2B5EF4-FFF2-40B4-BE49-F238E27FC236}">
                <a16:creationId xmlns:a16="http://schemas.microsoft.com/office/drawing/2014/main" id="{296A9D3E-D2B9-E8B9-C527-E6E8201A42DE}"/>
              </a:ext>
            </a:extLst>
          </p:cNvPr>
          <p:cNvSpPr/>
          <p:nvPr/>
        </p:nvSpPr>
        <p:spPr>
          <a:xfrm>
            <a:off x="8896350" y="4903193"/>
            <a:ext cx="2993626" cy="853628"/>
          </a:xfrm>
          <a:prstGeom prst="roundRect">
            <a:avLst>
              <a:gd name="adj" fmla="val 5770"/>
            </a:avLst>
          </a:prstGeom>
          <a:solidFill>
            <a:srgbClr val="92D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a:solidFill>
                  <a:schemeClr val="tx1"/>
                </a:solidFill>
              </a:rPr>
              <a:t>X md </a:t>
            </a:r>
            <a:r>
              <a:rPr lang="tr-TR" sz="1600" dirty="0" err="1">
                <a:solidFill>
                  <a:schemeClr val="tx1"/>
                </a:solidFill>
              </a:rPr>
              <a:t>to</a:t>
            </a:r>
            <a:r>
              <a:rPr lang="tr-TR" sz="1600" dirty="0">
                <a:solidFill>
                  <a:schemeClr val="tx1"/>
                </a:solidFill>
              </a:rPr>
              <a:t> </a:t>
            </a:r>
            <a:r>
              <a:rPr lang="tr-TR" sz="1600" dirty="0" err="1">
                <a:solidFill>
                  <a:schemeClr val="tx1"/>
                </a:solidFill>
              </a:rPr>
              <a:t>run</a:t>
            </a:r>
            <a:r>
              <a:rPr lang="tr-TR" sz="1600" dirty="0">
                <a:solidFill>
                  <a:schemeClr val="tx1"/>
                </a:solidFill>
              </a:rPr>
              <a:t> </a:t>
            </a:r>
            <a:r>
              <a:rPr lang="tr-TR" sz="1600" dirty="0" err="1">
                <a:solidFill>
                  <a:schemeClr val="tx1"/>
                </a:solidFill>
              </a:rPr>
              <a:t>this</a:t>
            </a:r>
            <a:r>
              <a:rPr lang="tr-TR" sz="1600" dirty="0">
                <a:solidFill>
                  <a:schemeClr val="tx1"/>
                </a:solidFill>
              </a:rPr>
              <a:t> Project</a:t>
            </a:r>
          </a:p>
          <a:p>
            <a:pPr>
              <a:lnSpc>
                <a:spcPct val="90000"/>
              </a:lnSpc>
            </a:pPr>
            <a:r>
              <a:rPr lang="tr-TR" sz="1600" dirty="0">
                <a:solidFill>
                  <a:schemeClr val="tx1"/>
                </a:solidFill>
              </a:rPr>
              <a:t>Y </a:t>
            </a:r>
            <a:r>
              <a:rPr lang="tr-TR" sz="1600" dirty="0" err="1">
                <a:solidFill>
                  <a:schemeClr val="tx1"/>
                </a:solidFill>
              </a:rPr>
              <a:t>dollars</a:t>
            </a:r>
            <a:r>
              <a:rPr lang="tr-TR" sz="1600" dirty="0">
                <a:solidFill>
                  <a:schemeClr val="tx1"/>
                </a:solidFill>
              </a:rPr>
              <a:t> </a:t>
            </a:r>
            <a:r>
              <a:rPr lang="tr-TR" sz="1600" dirty="0" err="1">
                <a:solidFill>
                  <a:schemeClr val="tx1"/>
                </a:solidFill>
              </a:rPr>
              <a:t>for</a:t>
            </a:r>
            <a:r>
              <a:rPr lang="tr-TR" sz="1600" dirty="0">
                <a:solidFill>
                  <a:schemeClr val="tx1"/>
                </a:solidFill>
              </a:rPr>
              <a:t> </a:t>
            </a:r>
            <a:r>
              <a:rPr lang="tr-TR" sz="1600" dirty="0" err="1">
                <a:solidFill>
                  <a:schemeClr val="tx1"/>
                </a:solidFill>
              </a:rPr>
              <a:t>license</a:t>
            </a:r>
            <a:endParaRPr lang="en-NL" sz="1600" dirty="0">
              <a:solidFill>
                <a:schemeClr val="tx1"/>
              </a:solidFill>
            </a:endParaRPr>
          </a:p>
        </p:txBody>
      </p:sp>
    </p:spTree>
    <p:extLst>
      <p:ext uri="{BB962C8B-B14F-4D97-AF65-F5344CB8AC3E}">
        <p14:creationId xmlns:p14="http://schemas.microsoft.com/office/powerpoint/2010/main" val="1729702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6C5E9-7475-52E7-59D5-1EE05949E632}"/>
            </a:ext>
          </a:extLst>
        </p:cNvPr>
        <p:cNvGrpSpPr/>
        <p:nvPr/>
      </p:nvGrpSpPr>
      <p:grpSpPr>
        <a:xfrm>
          <a:off x="0" y="0"/>
          <a:ext cx="0" cy="0"/>
          <a:chOff x="0" y="0"/>
          <a:chExt cx="0" cy="0"/>
        </a:xfrm>
      </p:grpSpPr>
      <p:sp>
        <p:nvSpPr>
          <p:cNvPr id="13" name="Title 4">
            <a:extLst>
              <a:ext uri="{FF2B5EF4-FFF2-40B4-BE49-F238E27FC236}">
                <a16:creationId xmlns:a16="http://schemas.microsoft.com/office/drawing/2014/main" id="{1A274DB8-02AB-2B9E-F27E-F01AB6EEECA7}"/>
              </a:ext>
            </a:extLst>
          </p:cNvPr>
          <p:cNvSpPr txBox="1">
            <a:spLocks/>
          </p:cNvSpPr>
          <p:nvPr/>
        </p:nvSpPr>
        <p:spPr bwMode="auto">
          <a:xfrm>
            <a:off x="411357" y="179501"/>
            <a:ext cx="10551917" cy="858174"/>
          </a:xfrm>
          <a:prstGeom prst="rect">
            <a:avLst/>
          </a:prstGeom>
        </p:spPr>
        <p:txBody>
          <a:bodyPr vert="horz" lIns="0" tIns="0" rIns="0" bIns="0" rtlCol="0" anchor="t" anchorCtr="0">
            <a:normAutofit/>
          </a:bodyPr>
          <a:lst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kumimoji="0" lang="tr-TR"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rPr>
              <a:t>Project </a:t>
            </a:r>
            <a:r>
              <a:rPr lang="tr-TR" dirty="0">
                <a:solidFill>
                  <a:srgbClr val="FF6200"/>
                </a:solidFill>
                <a:latin typeface="ING display" panose="020B0803030508020203" pitchFamily="34" charset="0"/>
              </a:rPr>
              <a:t>Z</a:t>
            </a:r>
            <a:endParaRPr kumimoji="0" lang="en-GB" sz="2800" b="1" i="0" u="none" strike="noStrike" kern="1200" cap="none" spc="0" normalizeH="0" baseline="0" noProof="0" dirty="0">
              <a:ln>
                <a:noFill/>
              </a:ln>
              <a:solidFill>
                <a:srgbClr val="FF6200"/>
              </a:solidFill>
              <a:effectLst/>
              <a:uLnTx/>
              <a:uFillTx/>
              <a:latin typeface="ING display" panose="020B0803030508020203" pitchFamily="34" charset="0"/>
              <a:ea typeface="+mj-ea"/>
              <a:cs typeface="ING Me" pitchFamily="2" charset="0"/>
            </a:endParaRPr>
          </a:p>
        </p:txBody>
      </p:sp>
      <p:graphicFrame>
        <p:nvGraphicFramePr>
          <p:cNvPr id="2" name="Table 1">
            <a:extLst>
              <a:ext uri="{FF2B5EF4-FFF2-40B4-BE49-F238E27FC236}">
                <a16:creationId xmlns:a16="http://schemas.microsoft.com/office/drawing/2014/main" id="{7F78CFC9-ADD2-4B76-5153-570BCEAAF8E3}"/>
              </a:ext>
            </a:extLst>
          </p:cNvPr>
          <p:cNvGraphicFramePr>
            <a:graphicFrameLocks noGrp="1"/>
          </p:cNvGraphicFramePr>
          <p:nvPr/>
        </p:nvGraphicFramePr>
        <p:xfrm>
          <a:off x="411357" y="2226422"/>
          <a:ext cx="4279596" cy="2560320"/>
        </p:xfrm>
        <a:graphic>
          <a:graphicData uri="http://schemas.openxmlformats.org/drawingml/2006/table">
            <a:tbl>
              <a:tblPr firstRow="1" bandRow="1">
                <a:tableStyleId>{5C22544A-7EE6-4342-B048-85BDC9FD1C3A}</a:tableStyleId>
              </a:tblPr>
              <a:tblGrid>
                <a:gridCol w="2139798">
                  <a:extLst>
                    <a:ext uri="{9D8B030D-6E8A-4147-A177-3AD203B41FA5}">
                      <a16:colId xmlns:a16="http://schemas.microsoft.com/office/drawing/2014/main" val="1597389030"/>
                    </a:ext>
                  </a:extLst>
                </a:gridCol>
                <a:gridCol w="2139798">
                  <a:extLst>
                    <a:ext uri="{9D8B030D-6E8A-4147-A177-3AD203B41FA5}">
                      <a16:colId xmlns:a16="http://schemas.microsoft.com/office/drawing/2014/main" val="3823046696"/>
                    </a:ext>
                  </a:extLst>
                </a:gridCol>
              </a:tblGrid>
              <a:tr h="359754">
                <a:tc>
                  <a:txBody>
                    <a:bodyPr/>
                    <a:lstStyle/>
                    <a:p>
                      <a:r>
                        <a:rPr lang="tr-TR" dirty="0" err="1"/>
                        <a:t>Asset</a:t>
                      </a:r>
                      <a:r>
                        <a:rPr lang="tr-TR" dirty="0"/>
                        <a:t>/Service</a:t>
                      </a:r>
                    </a:p>
                  </a:txBody>
                  <a:tcPr/>
                </a:tc>
                <a:tc>
                  <a:txBody>
                    <a:bodyPr/>
                    <a:lstStyle/>
                    <a:p>
                      <a:r>
                        <a:rPr lang="tr-TR" dirty="0">
                          <a:effectLst/>
                        </a:rPr>
                        <a:t>Effort %</a:t>
                      </a:r>
                      <a:endParaRPr lang="tr-TR" dirty="0"/>
                    </a:p>
                  </a:txBody>
                  <a:tcPr/>
                </a:tc>
                <a:extLst>
                  <a:ext uri="{0D108BD9-81ED-4DB2-BD59-A6C34878D82A}">
                    <a16:rowId xmlns:a16="http://schemas.microsoft.com/office/drawing/2014/main" val="863645179"/>
                  </a:ext>
                </a:extLst>
              </a:tr>
              <a:tr h="359754">
                <a:tc>
                  <a:txBody>
                    <a:bodyPr/>
                    <a:lstStyle/>
                    <a:p>
                      <a:pPr>
                        <a:buNone/>
                      </a:pPr>
                      <a:r>
                        <a:rPr lang="tr-TR" dirty="0" err="1">
                          <a:effectLst/>
                        </a:rPr>
                        <a:t>Operation</a:t>
                      </a:r>
                      <a:endParaRPr lang="tr-TR" dirty="0">
                        <a:effectLst/>
                      </a:endParaRPr>
                    </a:p>
                  </a:txBody>
                  <a:tcPr anchor="ctr"/>
                </a:tc>
                <a:tc>
                  <a:txBody>
                    <a:bodyPr/>
                    <a:lstStyle/>
                    <a:p>
                      <a:pPr>
                        <a:buNone/>
                      </a:pPr>
                      <a:r>
                        <a:rPr lang="tr-TR" dirty="0">
                          <a:effectLst/>
                        </a:rPr>
                        <a:t>%50</a:t>
                      </a:r>
                    </a:p>
                  </a:txBody>
                  <a:tcPr anchor="ctr"/>
                </a:tc>
                <a:extLst>
                  <a:ext uri="{0D108BD9-81ED-4DB2-BD59-A6C34878D82A}">
                    <a16:rowId xmlns:a16="http://schemas.microsoft.com/office/drawing/2014/main" val="998464964"/>
                  </a:ext>
                </a:extLst>
              </a:tr>
              <a:tr h="359754">
                <a:tc>
                  <a:txBody>
                    <a:bodyPr/>
                    <a:lstStyle/>
                    <a:p>
                      <a:pPr>
                        <a:buNone/>
                      </a:pPr>
                      <a:r>
                        <a:rPr lang="tr-TR" dirty="0">
                          <a:effectLst/>
                        </a:rPr>
                        <a:t>Development</a:t>
                      </a:r>
                    </a:p>
                  </a:txBody>
                  <a:tcPr anchor="ctr"/>
                </a:tc>
                <a:tc>
                  <a:txBody>
                    <a:bodyPr/>
                    <a:lstStyle/>
                    <a:p>
                      <a:pPr>
                        <a:buNone/>
                      </a:pPr>
                      <a:r>
                        <a:rPr lang="tr-TR" dirty="0">
                          <a:effectLst/>
                        </a:rPr>
                        <a:t>%25</a:t>
                      </a:r>
                    </a:p>
                  </a:txBody>
                  <a:tcPr anchor="ctr"/>
                </a:tc>
                <a:extLst>
                  <a:ext uri="{0D108BD9-81ED-4DB2-BD59-A6C34878D82A}">
                    <a16:rowId xmlns:a16="http://schemas.microsoft.com/office/drawing/2014/main" val="1773592717"/>
                  </a:ext>
                </a:extLst>
              </a:tr>
              <a:tr h="359754">
                <a:tc>
                  <a:txBody>
                    <a:bodyPr/>
                    <a:lstStyle/>
                    <a:p>
                      <a:pPr fontAlgn="t">
                        <a:lnSpc>
                          <a:spcPts val="1500"/>
                        </a:lnSpc>
                        <a:buNone/>
                      </a:pPr>
                      <a:r>
                        <a:rPr lang="tr-TR" b="0" i="0" dirty="0">
                          <a:effectLst/>
                          <a:latin typeface="Segoe UI" panose="020B0502040204020203" pitchFamily="34" charset="0"/>
                        </a:rPr>
                        <a:t>Upgrade</a:t>
                      </a:r>
                    </a:p>
                  </a:txBody>
                  <a:tcPr/>
                </a:tc>
                <a:tc>
                  <a:txBody>
                    <a:bodyPr/>
                    <a:lstStyle/>
                    <a:p>
                      <a:pPr>
                        <a:buNone/>
                      </a:pPr>
                      <a:r>
                        <a:rPr lang="tr-TR" dirty="0">
                          <a:effectLst/>
                        </a:rPr>
                        <a:t>%15</a:t>
                      </a:r>
                    </a:p>
                  </a:txBody>
                  <a:tcPr anchor="ctr"/>
                </a:tc>
                <a:extLst>
                  <a:ext uri="{0D108BD9-81ED-4DB2-BD59-A6C34878D82A}">
                    <a16:rowId xmlns:a16="http://schemas.microsoft.com/office/drawing/2014/main" val="1015086729"/>
                  </a:ext>
                </a:extLst>
              </a:tr>
              <a:tr h="359754">
                <a:tc>
                  <a:txBody>
                    <a:bodyPr/>
                    <a:lstStyle/>
                    <a:p>
                      <a:pPr fontAlgn="t">
                        <a:lnSpc>
                          <a:spcPts val="1500"/>
                        </a:lnSpc>
                        <a:buNone/>
                      </a:pPr>
                      <a:endParaRPr lang="tr-TR" b="0" i="0" dirty="0">
                        <a:effectLst/>
                        <a:latin typeface="Segoe UI" panose="020B0502040204020203" pitchFamily="34" charset="0"/>
                      </a:endParaRPr>
                    </a:p>
                  </a:txBody>
                  <a:tcPr/>
                </a:tc>
                <a:tc>
                  <a:txBody>
                    <a:bodyPr/>
                    <a:lstStyle/>
                    <a:p>
                      <a:pPr>
                        <a:buNone/>
                      </a:pPr>
                      <a:r>
                        <a:rPr lang="tr-TR" dirty="0">
                          <a:effectLst/>
                        </a:rPr>
                        <a:t>%10</a:t>
                      </a:r>
                    </a:p>
                  </a:txBody>
                  <a:tcPr anchor="ctr"/>
                </a:tc>
                <a:extLst>
                  <a:ext uri="{0D108BD9-81ED-4DB2-BD59-A6C34878D82A}">
                    <a16:rowId xmlns:a16="http://schemas.microsoft.com/office/drawing/2014/main" val="3166142949"/>
                  </a:ext>
                </a:extLst>
              </a:tr>
              <a:tr h="359754">
                <a:tc>
                  <a:txBody>
                    <a:bodyPr/>
                    <a:lstStyle/>
                    <a:p>
                      <a:endParaRPr lang="tr-TR" dirty="0"/>
                    </a:p>
                  </a:txBody>
                  <a:tcPr/>
                </a:tc>
                <a:tc>
                  <a:txBody>
                    <a:bodyPr/>
                    <a:lstStyle/>
                    <a:p>
                      <a:pPr>
                        <a:buNone/>
                      </a:pPr>
                      <a:endParaRPr lang="tr-TR" dirty="0">
                        <a:effectLst/>
                      </a:endParaRPr>
                    </a:p>
                  </a:txBody>
                  <a:tcPr anchor="ctr"/>
                </a:tc>
                <a:extLst>
                  <a:ext uri="{0D108BD9-81ED-4DB2-BD59-A6C34878D82A}">
                    <a16:rowId xmlns:a16="http://schemas.microsoft.com/office/drawing/2014/main" val="1024443154"/>
                  </a:ext>
                </a:extLst>
              </a:tr>
              <a:tr h="359754">
                <a:tc>
                  <a:txBody>
                    <a:bodyPr/>
                    <a:lstStyle/>
                    <a:p>
                      <a:pPr>
                        <a:buNone/>
                      </a:pPr>
                      <a:endParaRPr lang="tr-TR"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%100</a:t>
                      </a:r>
                    </a:p>
                  </a:txBody>
                  <a:tcPr anchor="ctr"/>
                </a:tc>
                <a:extLst>
                  <a:ext uri="{0D108BD9-81ED-4DB2-BD59-A6C34878D82A}">
                    <a16:rowId xmlns:a16="http://schemas.microsoft.com/office/drawing/2014/main" val="1684329225"/>
                  </a:ext>
                </a:extLst>
              </a:tr>
            </a:tbl>
          </a:graphicData>
        </a:graphic>
      </p:graphicFrame>
      <p:sp>
        <p:nvSpPr>
          <p:cNvPr id="3" name="Rectangle: Rounded Corners 2">
            <a:extLst>
              <a:ext uri="{FF2B5EF4-FFF2-40B4-BE49-F238E27FC236}">
                <a16:creationId xmlns:a16="http://schemas.microsoft.com/office/drawing/2014/main" id="{0DD2BCC9-44A1-DB48-7D55-A07DE51F0B71}"/>
              </a:ext>
            </a:extLst>
          </p:cNvPr>
          <p:cNvSpPr/>
          <p:nvPr/>
        </p:nvSpPr>
        <p:spPr>
          <a:xfrm>
            <a:off x="411357" y="830536"/>
            <a:ext cx="11019551" cy="638007"/>
          </a:xfrm>
          <a:prstGeom prst="roundRect">
            <a:avLst>
              <a:gd name="adj" fmla="val 5770"/>
            </a:avLst>
          </a:prstGeom>
          <a:solidFill>
            <a:schemeClr val="tx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err="1">
                <a:solidFill>
                  <a:schemeClr val="tx1"/>
                </a:solidFill>
              </a:rPr>
              <a:t>With</a:t>
            </a:r>
            <a:r>
              <a:rPr lang="tr-TR" sz="1600" dirty="0">
                <a:solidFill>
                  <a:schemeClr val="tx1"/>
                </a:solidFill>
              </a:rPr>
              <a:t> </a:t>
            </a:r>
            <a:r>
              <a:rPr lang="tr-TR" sz="1600" dirty="0" err="1">
                <a:solidFill>
                  <a:schemeClr val="tx1"/>
                </a:solidFill>
              </a:rPr>
              <a:t>this</a:t>
            </a:r>
            <a:r>
              <a:rPr lang="tr-TR" sz="1600" dirty="0">
                <a:solidFill>
                  <a:schemeClr val="tx1"/>
                </a:solidFill>
              </a:rPr>
              <a:t> Project, </a:t>
            </a:r>
            <a:r>
              <a:rPr lang="tr-TR" sz="1600" dirty="0" err="1">
                <a:solidFill>
                  <a:schemeClr val="tx1"/>
                </a:solidFill>
              </a:rPr>
              <a:t>business</a:t>
            </a:r>
            <a:r>
              <a:rPr lang="tr-TR" sz="1600" dirty="0">
                <a:solidFill>
                  <a:schemeClr val="tx1"/>
                </a:solidFill>
              </a:rPr>
              <a:t> is </a:t>
            </a:r>
            <a:r>
              <a:rPr lang="tr-TR" sz="1600" dirty="0" err="1">
                <a:solidFill>
                  <a:schemeClr val="tx1"/>
                </a:solidFill>
              </a:rPr>
              <a:t>sending</a:t>
            </a:r>
            <a:r>
              <a:rPr lang="tr-TR" sz="1600" dirty="0">
                <a:solidFill>
                  <a:schemeClr val="tx1"/>
                </a:solidFill>
              </a:rPr>
              <a:t> </a:t>
            </a:r>
            <a:r>
              <a:rPr lang="tr-TR" sz="1600" dirty="0" err="1">
                <a:solidFill>
                  <a:schemeClr val="tx1"/>
                </a:solidFill>
              </a:rPr>
              <a:t>requests</a:t>
            </a:r>
            <a:r>
              <a:rPr lang="tr-TR" sz="1600" dirty="0">
                <a:solidFill>
                  <a:schemeClr val="tx1"/>
                </a:solidFill>
              </a:rPr>
              <a:t> </a:t>
            </a:r>
            <a:r>
              <a:rPr lang="tr-TR" sz="1600" dirty="0" err="1">
                <a:solidFill>
                  <a:schemeClr val="tx1"/>
                </a:solidFill>
              </a:rPr>
              <a:t>to</a:t>
            </a:r>
            <a:r>
              <a:rPr lang="tr-TR" sz="1600" dirty="0">
                <a:solidFill>
                  <a:schemeClr val="tx1"/>
                </a:solidFill>
              </a:rPr>
              <a:t> </a:t>
            </a:r>
            <a:r>
              <a:rPr lang="tr-TR" sz="1600" dirty="0" err="1">
                <a:solidFill>
                  <a:schemeClr val="tx1"/>
                </a:solidFill>
              </a:rPr>
              <a:t>that</a:t>
            </a:r>
            <a:r>
              <a:rPr lang="tr-TR" sz="1600" dirty="0">
                <a:solidFill>
                  <a:schemeClr val="tx1"/>
                </a:solidFill>
              </a:rPr>
              <a:t> </a:t>
            </a:r>
            <a:r>
              <a:rPr lang="tr-TR" sz="1600" dirty="0" err="1">
                <a:solidFill>
                  <a:schemeClr val="tx1"/>
                </a:solidFill>
              </a:rPr>
              <a:t>system</a:t>
            </a:r>
            <a:endParaRPr lang="en-NL" sz="1600" dirty="0">
              <a:solidFill>
                <a:schemeClr val="tx1"/>
              </a:solidFill>
            </a:endParaRPr>
          </a:p>
        </p:txBody>
      </p:sp>
      <p:sp>
        <p:nvSpPr>
          <p:cNvPr id="8" name="TextBox 7">
            <a:extLst>
              <a:ext uri="{FF2B5EF4-FFF2-40B4-BE49-F238E27FC236}">
                <a16:creationId xmlns:a16="http://schemas.microsoft.com/office/drawing/2014/main" id="{9A2CD3E7-2E32-9F15-9B24-0607C2A3AA5A}"/>
              </a:ext>
            </a:extLst>
          </p:cNvPr>
          <p:cNvSpPr txBox="1"/>
          <p:nvPr/>
        </p:nvSpPr>
        <p:spPr>
          <a:xfrm>
            <a:off x="5002408" y="2591460"/>
            <a:ext cx="3172817" cy="626701"/>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a:t>80+ </a:t>
            </a:r>
            <a:r>
              <a:rPr lang="tr-TR" sz="1200" dirty="0" err="1"/>
              <a:t>app</a:t>
            </a:r>
            <a:endParaRPr lang="tr-TR" sz="1200" dirty="0"/>
          </a:p>
          <a:p>
            <a:pPr marL="171450" indent="-171450">
              <a:buFont typeface="Arial" panose="020B0604020202020204" pitchFamily="34" charset="0"/>
              <a:buChar char="•"/>
            </a:pPr>
            <a:r>
              <a:rPr lang="tr-TR" sz="1200" dirty="0"/>
              <a:t>1200 </a:t>
            </a:r>
            <a:r>
              <a:rPr lang="tr-TR" sz="1200" dirty="0" err="1"/>
              <a:t>regression</a:t>
            </a:r>
            <a:endParaRPr lang="tr-TR" sz="1200" dirty="0"/>
          </a:p>
          <a:p>
            <a:pPr marL="171450" indent="-171450">
              <a:buFont typeface="Arial" panose="020B0604020202020204" pitchFamily="34" charset="0"/>
              <a:buChar char="•"/>
            </a:pPr>
            <a:endParaRPr lang="en-US" sz="1200" dirty="0"/>
          </a:p>
        </p:txBody>
      </p:sp>
      <p:sp>
        <p:nvSpPr>
          <p:cNvPr id="9" name="TextBox 8">
            <a:extLst>
              <a:ext uri="{FF2B5EF4-FFF2-40B4-BE49-F238E27FC236}">
                <a16:creationId xmlns:a16="http://schemas.microsoft.com/office/drawing/2014/main" id="{D1E8089D-8FC0-4CFD-E592-BE7015CBC92C}"/>
              </a:ext>
            </a:extLst>
          </p:cNvPr>
          <p:cNvSpPr txBox="1"/>
          <p:nvPr/>
        </p:nvSpPr>
        <p:spPr>
          <a:xfrm>
            <a:off x="5002409" y="2226422"/>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Scope</a:t>
            </a:r>
            <a:endParaRPr lang="en-GB" sz="1600" b="1" dirty="0"/>
          </a:p>
        </p:txBody>
      </p:sp>
      <p:sp>
        <p:nvSpPr>
          <p:cNvPr id="10" name="TextBox 9">
            <a:extLst>
              <a:ext uri="{FF2B5EF4-FFF2-40B4-BE49-F238E27FC236}">
                <a16:creationId xmlns:a16="http://schemas.microsoft.com/office/drawing/2014/main" id="{549291AC-AC5D-AF60-A9DB-D47FA81CB82B}"/>
              </a:ext>
            </a:extLst>
          </p:cNvPr>
          <p:cNvSpPr txBox="1"/>
          <p:nvPr/>
        </p:nvSpPr>
        <p:spPr>
          <a:xfrm>
            <a:off x="8908568" y="2591460"/>
            <a:ext cx="3172817" cy="257369"/>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Mainstance</a:t>
            </a:r>
            <a:r>
              <a:rPr lang="tr-TR" sz="1200" dirty="0"/>
              <a:t> is </a:t>
            </a:r>
            <a:r>
              <a:rPr lang="tr-TR" sz="1200" dirty="0" err="1"/>
              <a:t>getting</a:t>
            </a:r>
            <a:r>
              <a:rPr lang="tr-TR" sz="1200" dirty="0"/>
              <a:t> </a:t>
            </a:r>
            <a:r>
              <a:rPr lang="tr-TR" sz="1200" dirty="0" err="1"/>
              <a:t>the</a:t>
            </a:r>
            <a:r>
              <a:rPr lang="tr-TR" sz="1200" dirty="0"/>
              <a:t> main </a:t>
            </a:r>
            <a:r>
              <a:rPr lang="tr-TR" sz="1200" dirty="0" err="1"/>
              <a:t>consumer</a:t>
            </a:r>
            <a:endParaRPr lang="en-US" sz="1200" dirty="0"/>
          </a:p>
        </p:txBody>
      </p:sp>
      <p:sp>
        <p:nvSpPr>
          <p:cNvPr id="11" name="TextBox 10">
            <a:extLst>
              <a:ext uri="{FF2B5EF4-FFF2-40B4-BE49-F238E27FC236}">
                <a16:creationId xmlns:a16="http://schemas.microsoft.com/office/drawing/2014/main" id="{04729F1D-6B89-8357-52EE-8A3F9BC9C6CF}"/>
              </a:ext>
            </a:extLst>
          </p:cNvPr>
          <p:cNvSpPr txBox="1"/>
          <p:nvPr/>
        </p:nvSpPr>
        <p:spPr>
          <a:xfrm>
            <a:off x="8908569" y="2226422"/>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Current</a:t>
            </a:r>
            <a:r>
              <a:rPr lang="tr-TR" sz="1600" b="1" dirty="0"/>
              <a:t> </a:t>
            </a:r>
            <a:r>
              <a:rPr lang="tr-TR" sz="1600" b="1" dirty="0" err="1"/>
              <a:t>Status</a:t>
            </a:r>
            <a:endParaRPr lang="en-GB" sz="1600" b="1" dirty="0"/>
          </a:p>
        </p:txBody>
      </p:sp>
      <p:sp>
        <p:nvSpPr>
          <p:cNvPr id="12" name="Rectangle: Rounded Corners 11">
            <a:extLst>
              <a:ext uri="{FF2B5EF4-FFF2-40B4-BE49-F238E27FC236}">
                <a16:creationId xmlns:a16="http://schemas.microsoft.com/office/drawing/2014/main" id="{6D338ED3-2AEB-9917-51DD-E59E1D502C49}"/>
              </a:ext>
            </a:extLst>
          </p:cNvPr>
          <p:cNvSpPr/>
          <p:nvPr/>
        </p:nvSpPr>
        <p:spPr>
          <a:xfrm>
            <a:off x="411357" y="1542308"/>
            <a:ext cx="11019551" cy="486517"/>
          </a:xfrm>
          <a:prstGeom prst="roundRect">
            <a:avLst>
              <a:gd name="adj" fmla="val 5770"/>
            </a:avLst>
          </a:prstGeom>
          <a:solidFill>
            <a:srgbClr val="92D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ct val="90000"/>
              </a:lnSpc>
            </a:pPr>
            <a:r>
              <a:rPr lang="tr-TR" sz="1600" dirty="0" err="1">
                <a:solidFill>
                  <a:schemeClr val="tx1"/>
                </a:solidFill>
              </a:rPr>
              <a:t>Yearly</a:t>
            </a:r>
            <a:r>
              <a:rPr lang="tr-TR" sz="1600" dirty="0">
                <a:solidFill>
                  <a:schemeClr val="tx1"/>
                </a:solidFill>
              </a:rPr>
              <a:t> </a:t>
            </a:r>
            <a:r>
              <a:rPr lang="tr-TR" sz="1600" dirty="0" err="1">
                <a:solidFill>
                  <a:schemeClr val="tx1"/>
                </a:solidFill>
              </a:rPr>
              <a:t>licence</a:t>
            </a:r>
            <a:r>
              <a:rPr lang="tr-TR" sz="1600" dirty="0">
                <a:solidFill>
                  <a:schemeClr val="tx1"/>
                </a:solidFill>
              </a:rPr>
              <a:t> x </a:t>
            </a:r>
            <a:r>
              <a:rPr lang="tr-TR" sz="1600" dirty="0" err="1">
                <a:solidFill>
                  <a:schemeClr val="tx1"/>
                </a:solidFill>
              </a:rPr>
              <a:t>dollar</a:t>
            </a:r>
            <a:endParaRPr lang="tr-TR" sz="1600" dirty="0">
              <a:solidFill>
                <a:schemeClr val="tx1"/>
              </a:solidFill>
            </a:endParaRPr>
          </a:p>
          <a:p>
            <a:pPr>
              <a:lnSpc>
                <a:spcPct val="90000"/>
              </a:lnSpc>
            </a:pPr>
            <a:r>
              <a:rPr lang="tr-TR" sz="1600" dirty="0" err="1">
                <a:solidFill>
                  <a:schemeClr val="tx1"/>
                </a:solidFill>
              </a:rPr>
              <a:t>Consumes</a:t>
            </a:r>
            <a:r>
              <a:rPr lang="tr-TR" sz="1600" dirty="0">
                <a:solidFill>
                  <a:schemeClr val="tx1"/>
                </a:solidFill>
              </a:rPr>
              <a:t> </a:t>
            </a:r>
            <a:r>
              <a:rPr lang="tr-TR" sz="1600" dirty="0" err="1">
                <a:solidFill>
                  <a:schemeClr val="tx1"/>
                </a:solidFill>
              </a:rPr>
              <a:t>xmd</a:t>
            </a:r>
            <a:r>
              <a:rPr lang="tr-TR" sz="1600" dirty="0">
                <a:solidFill>
                  <a:schemeClr val="tx1"/>
                </a:solidFill>
              </a:rPr>
              <a:t> </a:t>
            </a:r>
            <a:r>
              <a:rPr lang="tr-TR" sz="1600" dirty="0" err="1">
                <a:solidFill>
                  <a:schemeClr val="tx1"/>
                </a:solidFill>
              </a:rPr>
              <a:t>per</a:t>
            </a:r>
            <a:r>
              <a:rPr lang="tr-TR" sz="1600" dirty="0">
                <a:solidFill>
                  <a:schemeClr val="tx1"/>
                </a:solidFill>
              </a:rPr>
              <a:t> </a:t>
            </a:r>
            <a:r>
              <a:rPr lang="tr-TR" sz="1600" dirty="0" err="1">
                <a:solidFill>
                  <a:schemeClr val="tx1"/>
                </a:solidFill>
              </a:rPr>
              <a:t>year</a:t>
            </a:r>
            <a:endParaRPr lang="en-NL" sz="1600" dirty="0">
              <a:solidFill>
                <a:schemeClr val="tx1"/>
              </a:solidFill>
            </a:endParaRPr>
          </a:p>
        </p:txBody>
      </p:sp>
      <p:sp>
        <p:nvSpPr>
          <p:cNvPr id="4" name="TextBox 3">
            <a:extLst>
              <a:ext uri="{FF2B5EF4-FFF2-40B4-BE49-F238E27FC236}">
                <a16:creationId xmlns:a16="http://schemas.microsoft.com/office/drawing/2014/main" id="{D8F3CF34-5AD0-9EC5-7EE0-C5EF23D77974}"/>
              </a:ext>
            </a:extLst>
          </p:cNvPr>
          <p:cNvSpPr txBox="1"/>
          <p:nvPr/>
        </p:nvSpPr>
        <p:spPr>
          <a:xfrm>
            <a:off x="8908568" y="4293025"/>
            <a:ext cx="3172817" cy="811367"/>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Vendor</a:t>
            </a:r>
            <a:r>
              <a:rPr lang="tr-TR" sz="1200" dirty="0"/>
              <a:t> </a:t>
            </a:r>
            <a:r>
              <a:rPr lang="tr-TR" sz="1200" dirty="0" err="1"/>
              <a:t>lock</a:t>
            </a:r>
            <a:r>
              <a:rPr lang="tr-TR" sz="1200" dirty="0"/>
              <a:t>-in</a:t>
            </a:r>
          </a:p>
          <a:p>
            <a:pPr marL="171450" indent="-171450">
              <a:buFont typeface="Arial" panose="020B0604020202020204" pitchFamily="34" charset="0"/>
              <a:buChar char="•"/>
            </a:pPr>
            <a:r>
              <a:rPr lang="tr-TR" sz="1200" dirty="0" err="1"/>
              <a:t>Single</a:t>
            </a:r>
            <a:r>
              <a:rPr lang="tr-TR" sz="1200" dirty="0"/>
              <a:t>-</a:t>
            </a:r>
            <a:r>
              <a:rPr lang="tr-TR" sz="1200" dirty="0" err="1"/>
              <a:t>point</a:t>
            </a:r>
            <a:r>
              <a:rPr lang="tr-TR" sz="1200" dirty="0"/>
              <a:t>-of-</a:t>
            </a:r>
            <a:r>
              <a:rPr lang="tr-TR" sz="1200" dirty="0" err="1"/>
              <a:t>failure</a:t>
            </a:r>
            <a:endParaRPr lang="tr-TR" sz="1200" dirty="0"/>
          </a:p>
          <a:p>
            <a:pPr marL="171450" indent="-171450">
              <a:buFont typeface="Arial" panose="020B0604020202020204" pitchFamily="34" charset="0"/>
              <a:buChar char="•"/>
            </a:pPr>
            <a:endParaRPr lang="tr-TR" sz="1200" dirty="0"/>
          </a:p>
          <a:p>
            <a:pPr marL="171450" indent="-171450">
              <a:buFont typeface="Arial" panose="020B0604020202020204" pitchFamily="34" charset="0"/>
              <a:buChar char="•"/>
            </a:pPr>
            <a:endParaRPr lang="en-US" sz="1200" dirty="0"/>
          </a:p>
        </p:txBody>
      </p:sp>
      <p:sp>
        <p:nvSpPr>
          <p:cNvPr id="5" name="TextBox 4">
            <a:extLst>
              <a:ext uri="{FF2B5EF4-FFF2-40B4-BE49-F238E27FC236}">
                <a16:creationId xmlns:a16="http://schemas.microsoft.com/office/drawing/2014/main" id="{6033F4CB-B130-D04A-EBB4-ED7A6E266358}"/>
              </a:ext>
            </a:extLst>
          </p:cNvPr>
          <p:cNvSpPr txBox="1"/>
          <p:nvPr/>
        </p:nvSpPr>
        <p:spPr>
          <a:xfrm>
            <a:off x="8908569" y="3927987"/>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Risks</a:t>
            </a:r>
            <a:endParaRPr lang="en-GB" sz="1600" b="1" dirty="0"/>
          </a:p>
        </p:txBody>
      </p:sp>
      <p:sp>
        <p:nvSpPr>
          <p:cNvPr id="6" name="TextBox 5">
            <a:extLst>
              <a:ext uri="{FF2B5EF4-FFF2-40B4-BE49-F238E27FC236}">
                <a16:creationId xmlns:a16="http://schemas.microsoft.com/office/drawing/2014/main" id="{09E36C7E-5C4B-4328-76D1-B448785E5706}"/>
              </a:ext>
            </a:extLst>
          </p:cNvPr>
          <p:cNvSpPr txBox="1"/>
          <p:nvPr/>
        </p:nvSpPr>
        <p:spPr>
          <a:xfrm>
            <a:off x="5079518" y="4330500"/>
            <a:ext cx="3172817" cy="626701"/>
          </a:xfrm>
          <a:prstGeom prst="rect">
            <a:avLst/>
          </a:prstGeom>
          <a:noFill/>
        </p:spPr>
        <p:txBody>
          <a:bodyPr wrap="square" lIns="36000" tIns="36000" rIns="36000" bIns="36000" rtlCol="0">
            <a:spAutoFit/>
          </a:bodyPr>
          <a:lstStyle/>
          <a:p>
            <a:pPr marL="171450" indent="-171450">
              <a:buFont typeface="Arial" panose="020B0604020202020204" pitchFamily="34" charset="0"/>
              <a:buChar char="•"/>
            </a:pPr>
            <a:r>
              <a:rPr lang="tr-TR" sz="1200" dirty="0" err="1"/>
              <a:t>Shift-left</a:t>
            </a:r>
            <a:r>
              <a:rPr lang="tr-TR" sz="1200" dirty="0"/>
              <a:t> in </a:t>
            </a:r>
            <a:r>
              <a:rPr lang="tr-TR" sz="1200" dirty="0" err="1"/>
              <a:t>testing</a:t>
            </a:r>
            <a:endParaRPr lang="tr-TR" sz="1200" dirty="0"/>
          </a:p>
          <a:p>
            <a:pPr marL="171450" indent="-171450">
              <a:buFont typeface="Arial" panose="020B0604020202020204" pitchFamily="34" charset="0"/>
              <a:buChar char="•"/>
            </a:pPr>
            <a:r>
              <a:rPr lang="tr-TR" sz="1200" dirty="0" err="1"/>
              <a:t>Etc</a:t>
            </a:r>
            <a:r>
              <a:rPr lang="tr-TR" sz="1200" dirty="0"/>
              <a:t>.</a:t>
            </a:r>
          </a:p>
          <a:p>
            <a:pPr marL="171450" indent="-171450">
              <a:buFont typeface="Arial" panose="020B0604020202020204" pitchFamily="34" charset="0"/>
              <a:buChar char="•"/>
            </a:pPr>
            <a:endParaRPr lang="en-US" sz="1200" dirty="0"/>
          </a:p>
        </p:txBody>
      </p:sp>
      <p:sp>
        <p:nvSpPr>
          <p:cNvPr id="14" name="TextBox 13">
            <a:extLst>
              <a:ext uri="{FF2B5EF4-FFF2-40B4-BE49-F238E27FC236}">
                <a16:creationId xmlns:a16="http://schemas.microsoft.com/office/drawing/2014/main" id="{33914DDD-B3AD-8F1F-9E16-3F664B8AAEB9}"/>
              </a:ext>
            </a:extLst>
          </p:cNvPr>
          <p:cNvSpPr txBox="1"/>
          <p:nvPr/>
        </p:nvSpPr>
        <p:spPr>
          <a:xfrm>
            <a:off x="5079519" y="3965462"/>
            <a:ext cx="4115709" cy="338554"/>
          </a:xfrm>
          <a:prstGeom prst="rect">
            <a:avLst/>
          </a:prstGeom>
          <a:noFill/>
        </p:spPr>
        <p:txBody>
          <a:bodyPr wrap="square">
            <a:spAutoFit/>
          </a:bodyPr>
          <a:lstStyle>
            <a:defPPr>
              <a:defRPr lang="en-US"/>
            </a:defPPr>
            <a:lvl1pPr>
              <a:defRPr sz="1200">
                <a:solidFill>
                  <a:srgbClr val="0D0D0D"/>
                </a:solidFill>
              </a:defRPr>
            </a:lvl1pPr>
          </a:lstStyle>
          <a:p>
            <a:pPr>
              <a:spcAft>
                <a:spcPts val="1200"/>
              </a:spcAft>
            </a:pPr>
            <a:r>
              <a:rPr lang="tr-TR" sz="1600" b="1" dirty="0" err="1"/>
              <a:t>Target</a:t>
            </a:r>
            <a:endParaRPr lang="en-GB" sz="1600" b="1" dirty="0"/>
          </a:p>
        </p:txBody>
      </p:sp>
    </p:spTree>
    <p:extLst>
      <p:ext uri="{BB962C8B-B14F-4D97-AF65-F5344CB8AC3E}">
        <p14:creationId xmlns:p14="http://schemas.microsoft.com/office/powerpoint/2010/main" val="6825776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xml><?xml version="1.0" encoding="utf-8"?>
<p:tagLst xmlns:a="http://schemas.openxmlformats.org/drawingml/2006/main" xmlns:r="http://schemas.openxmlformats.org/officeDocument/2006/relationships" xmlns:p="http://schemas.openxmlformats.org/presentationml/2006/main">
  <p:tag name="SHAPENAME" val="5. Source"/>
</p:tagLst>
</file>

<file path=ppt/tags/tag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G Theme">
  <a:themeElements>
    <a:clrScheme name="ING Orange">
      <a:dk1>
        <a:srgbClr val="101010"/>
      </a:dk1>
      <a:lt1>
        <a:srgbClr val="FFFFFF"/>
      </a:lt1>
      <a:dk2>
        <a:srgbClr val="FF6200"/>
      </a:dk2>
      <a:lt2>
        <a:srgbClr val="E8E8E8"/>
      </a:lt2>
      <a:accent1>
        <a:srgbClr val="FF6200"/>
      </a:accent1>
      <a:accent2>
        <a:srgbClr val="89D6FD"/>
      </a:accent2>
      <a:accent3>
        <a:srgbClr val="4D0020"/>
      </a:accent3>
      <a:accent4>
        <a:srgbClr val="F689FD"/>
      </a:accent4>
      <a:accent5>
        <a:srgbClr val="D40199"/>
      </a:accent5>
      <a:accent6>
        <a:srgbClr val="7724FF"/>
      </a:accent6>
      <a:hlink>
        <a:srgbClr val="0D0D0D"/>
      </a:hlink>
      <a:folHlink>
        <a:srgbClr val="0D0D0D"/>
      </a:folHlink>
    </a:clrScheme>
    <a:fontScheme name="Custom 2">
      <a:majorFont>
        <a:latin typeface="ING display"/>
        <a:ea typeface=""/>
        <a:cs typeface=""/>
      </a:majorFont>
      <a:minorFont>
        <a:latin typeface="ING Me"/>
        <a:ea typeface=""/>
        <a:cs typeface=""/>
      </a:minorFont>
    </a:fontScheme>
    <a:fmtScheme name="ING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nchor="t">
        <a:spAutoFit/>
      </a:bodyPr>
      <a:lstStyle>
        <a:defPPr algn="l">
          <a:defRPr sz="1400" dirty="0">
            <a:solidFill>
              <a:schemeClr val="tx1"/>
            </a:solidFill>
            <a:latin typeface="ING Me" panose="02000506040000020004" pitchFamily="50" charset="0"/>
            <a:cs typeface="ING Me" panose="02000506040000020004" pitchFamily="50" charset="0"/>
          </a:defRPr>
        </a:defPPr>
      </a:lstStyle>
    </a:txDef>
  </a:objectDefaults>
  <a:extraClrSchemeLst/>
  <a:custClrLst>
    <a:custClr name="Violet_10">
      <a:srgbClr val="F1E9FF"/>
    </a:custClr>
    <a:custClr name="Sky_10">
      <a:srgbClr val="E4F5FF"/>
    </a:custClr>
    <a:custClr name="Maroon_10">
      <a:srgbClr val="FBE6F5"/>
    </a:custClr>
    <a:custClr name="Raspberry_10">
      <a:srgbClr val="FBE6F5"/>
    </a:custClr>
    <a:custClr name="Blush_10">
      <a:srgbClr val="FBE6F5"/>
    </a:custClr>
    <a:custClr name="Sun_10">
      <a:srgbClr val="FFFCF5"/>
    </a:custClr>
    <a:custClr name="White_01">
      <a:srgbClr val="FFFFFF"/>
    </a:custClr>
    <a:custClr name="White_02">
      <a:srgbClr val="FFFFFF"/>
    </a:custClr>
    <a:custClr name="White_03">
      <a:srgbClr val="FFFFFF"/>
    </a:custClr>
    <a:custClr name="White_04">
      <a:srgbClr val="FFFFFF"/>
    </a:custClr>
    <a:custClr name="Violet_50">
      <a:srgbClr val="B4B7FF"/>
    </a:custClr>
    <a:custClr name="Sky_50">
      <a:srgbClr val="BEE8FE"/>
    </a:custClr>
    <a:custClr name="Blush_50">
      <a:srgbClr val="FF9FC7"/>
    </a:custClr>
    <a:custClr name="Raspberry_50">
      <a:srgbClr val="FF68D5"/>
    </a:custClr>
    <a:custClr name="BlushLight_50">
      <a:srgbClr val="FABEFE"/>
    </a:custClr>
    <a:custClr name="Sun_50">
      <a:srgbClr val="FFEE73"/>
    </a:custClr>
    <a:custClr name="White_05">
      <a:srgbClr val="FFFFFF"/>
    </a:custClr>
    <a:custClr name="White_06">
      <a:srgbClr val="FFFFFF"/>
    </a:custClr>
    <a:custClr name="White_07">
      <a:srgbClr val="FFFFFF"/>
    </a:custClr>
    <a:custClr name="White_08">
      <a:srgbClr val="FFFFFF"/>
    </a:custClr>
    <a:custClr name="Violet">
      <a:srgbClr val="7724FF"/>
    </a:custClr>
    <a:custClr name="Sky">
      <a:srgbClr val="89D6FD"/>
    </a:custClr>
    <a:custClr name="Maroon">
      <a:srgbClr val="4D0020"/>
    </a:custClr>
    <a:custClr name="Raspberry">
      <a:srgbClr val="D40199"/>
    </a:custClr>
    <a:custClr name="Blush">
      <a:srgbClr val="F689FD"/>
    </a:custClr>
    <a:custClr name="Sun">
      <a:srgbClr val="FFE100"/>
    </a:custClr>
    <a:custClr name="White_09">
      <a:srgbClr val="FFFFFF"/>
    </a:custClr>
    <a:custClr name="White_10">
      <a:srgbClr val="FFFFFF"/>
    </a:custClr>
    <a:custClr name="White_11">
      <a:srgbClr val="FFFFFF"/>
    </a:custClr>
    <a:custClr name="White_12">
      <a:srgbClr val="FFFFFF"/>
    </a:custClr>
    <a:custClr name="Violet_150">
      <a:srgbClr val="3C1280"/>
    </a:custClr>
    <a:custClr name="Sky_150">
      <a:srgbClr val="185A7B"/>
    </a:custClr>
    <a:custClr name="Maroon_150">
      <a:srgbClr val="340016"/>
    </a:custClr>
    <a:custClr name="Raspberry_150">
      <a:srgbClr val="8F096A"/>
    </a:custClr>
    <a:custClr name="Blush_150">
      <a:srgbClr val="BE08C9"/>
    </a:custClr>
    <a:custClr name="Sun_150">
      <a:srgbClr val="AA9600"/>
    </a:custClr>
    <a:custClr name="White_13">
      <a:srgbClr val="FFFFFF"/>
    </a:custClr>
    <a:custClr name="White_14">
      <a:srgbClr val="FFFFFF"/>
    </a:custClr>
    <a:custClr name="White_15">
      <a:srgbClr val="FFFFFF"/>
    </a:custClr>
    <a:custClr name="White_16">
      <a:srgbClr val="FFFFFF"/>
    </a:custClr>
    <a:custClr name="White">
      <a:srgbClr val="FFFFFF"/>
    </a:custClr>
    <a:custClr name="Grey_01">
      <a:srgbClr val="F7F4F1"/>
    </a:custClr>
    <a:custClr name="Grey_02">
      <a:srgbClr val="A69F98"/>
    </a:custClr>
    <a:custClr name="Grey_03">
      <a:srgbClr val="403B3B"/>
    </a:custClr>
    <a:custClr name="Grey_04">
      <a:srgbClr val="111010"/>
    </a:custClr>
    <a:custClr name="Black">
      <a:srgbClr val="0D0804"/>
    </a:custClr>
    <a:custClr name="White_17">
      <a:srgbClr val="FFFFFF"/>
    </a:custClr>
    <a:custClr name="White_18">
      <a:srgbClr val="FFFFFF"/>
    </a:custClr>
    <a:custClr name="White_19">
      <a:srgbClr val="FFFFFF"/>
    </a:custClr>
    <a:custClr name="White_20">
      <a:srgbClr val="FFFFFF"/>
    </a:custClr>
  </a:custClrLst>
  <a:extLst>
    <a:ext uri="{05A4C25C-085E-4340-85A3-A5531E510DB2}">
      <thm15:themeFamily xmlns:thm15="http://schemas.microsoft.com/office/thememl/2012/main" name="Presentation1" id="{786EB957-7164-5343-AC14-CDDEDFA1DEA9}" vid="{DA77D765-3353-3346-BD4F-90F916A9F33B}"/>
    </a:ext>
  </a:extLst>
</a:theme>
</file>

<file path=ppt/theme/theme2.xml><?xml version="1.0" encoding="utf-8"?>
<a:theme xmlns:a="http://schemas.openxmlformats.org/drawingml/2006/main" name="1_Office Theme">
  <a:themeElements>
    <a:clrScheme name="ING">
      <a:dk1>
        <a:srgbClr val="101010"/>
      </a:dk1>
      <a:lt1>
        <a:srgbClr val="FFFFFF"/>
      </a:lt1>
      <a:dk2>
        <a:srgbClr val="0E2841"/>
      </a:dk2>
      <a:lt2>
        <a:srgbClr val="E8E8E8"/>
      </a:lt2>
      <a:accent1>
        <a:srgbClr val="FE6200"/>
      </a:accent1>
      <a:accent2>
        <a:srgbClr val="4C0020"/>
      </a:accent2>
      <a:accent3>
        <a:srgbClr val="D40098"/>
      </a:accent3>
      <a:accent4>
        <a:srgbClr val="F588FC"/>
      </a:accent4>
      <a:accent5>
        <a:srgbClr val="FFE100"/>
      </a:accent5>
      <a:accent6>
        <a:srgbClr val="7723FE"/>
      </a:accent6>
      <a:hlink>
        <a:srgbClr val="7723FE"/>
      </a:hlink>
      <a:folHlink>
        <a:srgbClr val="4C001E"/>
      </a:folHlink>
    </a:clrScheme>
    <a:fontScheme name="Office">
      <a:majorFont>
        <a:latin typeface="ING_EVAL_250203-BoldCondensed.otf"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GMe-Regular.ttf"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nchor="ctr">
        <a:spAutoFit/>
      </a:bodyPr>
      <a:lstStyle>
        <a:defPPr algn="ctr">
          <a:defRPr sz="7200" dirty="0">
            <a:solidFill>
              <a:schemeClr val="bg1"/>
            </a:solidFill>
            <a:latin typeface="ING_EVAL_250203 Bold Condensed" pitchFamily="2" charset="77"/>
          </a:defRPr>
        </a:defPPr>
      </a:lstStyle>
    </a:txDef>
  </a:objectDefaults>
  <a:extraClrSchemeLst/>
  <a:extLst>
    <a:ext uri="{05A4C25C-085E-4340-85A3-A5531E510DB2}">
      <thm15:themeFamily xmlns:thm15="http://schemas.microsoft.com/office/thememl/2012/main" name="ING PPT Presentation Template 1.2" id="{86B7FCD1-B9EB-3A40-AE77-39E3121B9B7C}" vid="{E2D64FC7-0DF0-404E-BDAC-CE0F46B21174}"/>
    </a:ext>
  </a:extLst>
</a:theme>
</file>

<file path=ppt/theme/theme3.xml><?xml version="1.0" encoding="utf-8"?>
<a:theme xmlns:a="http://schemas.openxmlformats.org/drawingml/2006/main" name="5_ING_PP_Template_16x9_January2020">
  <a:themeElements>
    <a:clrScheme name="ING 2020">
      <a:dk1>
        <a:srgbClr val="000000"/>
      </a:dk1>
      <a:lt1>
        <a:sysClr val="window" lastClr="FFFFFF"/>
      </a:lt1>
      <a:dk2>
        <a:srgbClr val="FF6200"/>
      </a:dk2>
      <a:lt2>
        <a:srgbClr val="696969"/>
      </a:lt2>
      <a:accent1>
        <a:srgbClr val="FF6200"/>
      </a:accent1>
      <a:accent2>
        <a:srgbClr val="A8A8A8"/>
      </a:accent2>
      <a:accent3>
        <a:srgbClr val="525199"/>
      </a:accent3>
      <a:accent4>
        <a:srgbClr val="559BD1"/>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accent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ctr">
          <a:lnSpc>
            <a:spcPct val="90000"/>
          </a:lnSpc>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A8A8"/>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36000" rIns="36000" bIns="36000" rtlCol="0">
        <a:spAutoFit/>
      </a:bodyPr>
      <a:lstStyle>
        <a:defPPr>
          <a:defRPr sz="1400" dirty="0" err="1" smtClean="0"/>
        </a:defPPr>
      </a:lstStyle>
    </a:txDef>
  </a:objectDefaults>
  <a:extraClrSchemeLst/>
  <a:custClrLst>
    <a:custClr name="ING Orange">
      <a:srgbClr val="FF6200"/>
    </a:custClr>
    <a:custClr name="ING Light Grey">
      <a:srgbClr val="A8A8A8"/>
    </a:custClr>
    <a:custClr name="ING Mid Grey">
      <a:srgbClr val="696969"/>
    </a:custClr>
    <a:custClr name="ING Text color">
      <a:srgbClr val="333333"/>
    </a:custClr>
    <a:custClr name="ING Indigo">
      <a:srgbClr val="525199"/>
    </a:custClr>
    <a:custClr name="ING Sky">
      <a:srgbClr val="559BD1"/>
    </a:custClr>
    <a:custClr name="ING Fuchsia">
      <a:srgbClr val="AB0066"/>
    </a:custClr>
    <a:custClr name="ING Lime">
      <a:srgbClr val="D0D93C"/>
    </a:custClr>
    <a:custClr name="ING Leaf / Plus">
      <a:srgbClr val="349651"/>
    </a:custClr>
    <a:custClr name="ING Minus">
      <a:srgbClr val="FF0000"/>
    </a:custClr>
  </a:custClrLst>
  <a:extLst>
    <a:ext uri="{05A4C25C-085E-4340-85A3-A5531E510DB2}">
      <thm15:themeFamily xmlns:thm15="http://schemas.microsoft.com/office/thememl/2012/main" name="Presentation1" id="{7E8C03CB-7106-439C-9752-4BDD5165B262}" vid="{C58A75D4-62A0-4544-8B99-51CE4A0AA00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cd3d76d-a657-4982-9d0d-c9f62b4fe101" xsi:nil="true"/>
    <lcf76f155ced4ddcb4097134ff3c332f xmlns="dfe5c4a2-b00c-4f11-a97c-a1a8abbb834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EC80B50577C6F4D9D13DAEB5EDF6936" ma:contentTypeVersion="12" ma:contentTypeDescription="Create a new document." ma:contentTypeScope="" ma:versionID="1f2619cd6b5efcac8e120e7234a35d23">
  <xsd:schema xmlns:xsd="http://www.w3.org/2001/XMLSchema" xmlns:xs="http://www.w3.org/2001/XMLSchema" xmlns:p="http://schemas.microsoft.com/office/2006/metadata/properties" xmlns:ns2="dfe5c4a2-b00c-4f11-a97c-a1a8abbb8348" xmlns:ns3="7cd3d76d-a657-4982-9d0d-c9f62b4fe101" targetNamespace="http://schemas.microsoft.com/office/2006/metadata/properties" ma:root="true" ma:fieldsID="312d50a68dcd53a4fd1aa0ccbb82d146" ns2:_="" ns3:_="">
    <xsd:import namespace="dfe5c4a2-b00c-4f11-a97c-a1a8abbb8348"/>
    <xsd:import namespace="7cd3d76d-a657-4982-9d0d-c9f62b4fe10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e5c4a2-b00c-4f11-a97c-a1a8abbb83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a1dba96-c252-421a-8d24-58690b45a70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d3d76d-a657-4982-9d0d-c9f62b4fe10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7cf991c-5784-4b46-9f3f-5c7e164539d8}" ma:internalName="TaxCatchAll" ma:showField="CatchAllData" ma:web="7cd3d76d-a657-4982-9d0d-c9f62b4fe10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C6E2DC6-5798-4383-A39A-6A8D69D17E46}">
  <ds:schemaRefs>
    <ds:schemaRef ds:uri="7cd3d76d-a657-4982-9d0d-c9f62b4fe101"/>
    <ds:schemaRef ds:uri="dfe5c4a2-b00c-4f11-a97c-a1a8abbb834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D2F3313-A9BD-4BE1-9278-BFF87AFD1A3B}">
  <ds:schemaRefs>
    <ds:schemaRef ds:uri="7cd3d76d-a657-4982-9d0d-c9f62b4fe101"/>
    <ds:schemaRef ds:uri="dfe5c4a2-b00c-4f11-a97c-a1a8abbb834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8AD6D9C-D6D8-4B63-A342-D6A55B55F47A}">
  <ds:schemaRefs>
    <ds:schemaRef ds:uri="http://schemas.microsoft.com/sharepoint/v3/contenttype/forms"/>
  </ds:schemaRefs>
</ds:datastoreItem>
</file>

<file path=docMetadata/LabelInfo.xml><?xml version="1.0" encoding="utf-8"?>
<clbl:labelList xmlns:clbl="http://schemas.microsoft.com/office/2020/mipLabelMetadata">
  <clbl:label id="{587b6ea1-3db9-4fe1-a9d7-85d4c64ce5cc}" enabled="0" method="" siteId="{587b6ea1-3db9-4fe1-a9d7-85d4c64ce5cc}" removed="1"/>
</clbl:labelList>
</file>

<file path=docProps/app.xml><?xml version="1.0" encoding="utf-8"?>
<Properties xmlns="http://schemas.openxmlformats.org/officeDocument/2006/extended-properties" xmlns:vt="http://schemas.openxmlformats.org/officeDocument/2006/docPropsVTypes">
  <TotalTime>11781</TotalTime>
  <Words>498</Words>
  <Application>Microsoft Office PowerPoint</Application>
  <PresentationFormat>Widescreen</PresentationFormat>
  <Paragraphs>181</Paragraphs>
  <Slides>9</Slides>
  <Notes>8</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9</vt:i4>
      </vt:variant>
    </vt:vector>
  </HeadingPairs>
  <TitlesOfParts>
    <vt:vector size="19" baseType="lpstr">
      <vt:lpstr>Aptos</vt:lpstr>
      <vt:lpstr>Arial</vt:lpstr>
      <vt:lpstr>Calibri</vt:lpstr>
      <vt:lpstr>ING display</vt:lpstr>
      <vt:lpstr>ING Me</vt:lpstr>
      <vt:lpstr>Segoe UI</vt:lpstr>
      <vt:lpstr>ING Theme</vt:lpstr>
      <vt:lpstr>1_Office Theme</vt:lpstr>
      <vt:lpstr>5_ING_PP_Template_16x9_January2020</vt:lpstr>
      <vt:lpstr>think-cell Slide</vt:lpstr>
      <vt:lpstr>Future of Engineering DevOps Squad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Petrovskyi, S.O. (Svetko)</dc:creator>
  <cp:lastModifiedBy>Ogun Acik [Ing Teknoloji A.S.-DevOps Squad]</cp:lastModifiedBy>
  <cp:revision>14</cp:revision>
  <dcterms:created xsi:type="dcterms:W3CDTF">2026-01-15T09:03:47Z</dcterms:created>
  <dcterms:modified xsi:type="dcterms:W3CDTF">2026-07-30T08:01:50Z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0x0101000EC80B50577C6F4D9D13DAEB5EDF6936</vt:lpwstr>
  </property>
</Properties>
</file>